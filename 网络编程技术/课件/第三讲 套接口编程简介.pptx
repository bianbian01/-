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sldIdLst>
    <p:sldId id="256" r:id="rId2"/>
    <p:sldId id="257" r:id="rId3"/>
    <p:sldId id="259" r:id="rId4"/>
    <p:sldId id="268" r:id="rId5"/>
    <p:sldId id="269" r:id="rId6"/>
    <p:sldId id="284" r:id="rId7"/>
    <p:sldId id="285" r:id="rId8"/>
    <p:sldId id="289" r:id="rId9"/>
    <p:sldId id="287" r:id="rId10"/>
    <p:sldId id="286" r:id="rId11"/>
    <p:sldId id="288" r:id="rId12"/>
    <p:sldId id="290" r:id="rId13"/>
    <p:sldId id="291" r:id="rId14"/>
    <p:sldId id="292" r:id="rId15"/>
    <p:sldId id="293" r:id="rId16"/>
    <p:sldId id="294" r:id="rId17"/>
    <p:sldId id="295" r:id="rId18"/>
    <p:sldId id="296" r:id="rId19"/>
    <p:sldId id="297" r:id="rId20"/>
    <p:sldId id="298" r:id="rId21"/>
    <p:sldId id="299" r:id="rId22"/>
    <p:sldId id="300" r:id="rId23"/>
    <p:sldId id="301" r:id="rId24"/>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6" d="100"/>
          <a:sy n="116" d="100"/>
        </p:scale>
        <p:origin x="1786"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12T13:13:38.493"/>
    </inkml:context>
    <inkml:brush xml:id="br0">
      <inkml:brushProperty name="width" value="0.05292" units="cm"/>
      <inkml:brushProperty name="height" value="0.05292" units="cm"/>
      <inkml:brushProperty name="color" value="#FF0000"/>
    </inkml:brush>
  </inkml:definitions>
  <inkml:trace contextRef="#ctx0" brushRef="#br0">1938 9013 10985,'11'0'-55,"-3"2"-246,-1 3 1,0-3 0,-3 5-885,1-1 760,0-4 1,-3 7-916,3-4 1340,-4-3 0,13 12 0,-5-6 0</inkml:trace>
  <inkml:trace contextRef="#ctx0" brushRef="#br0" timeOffset="1">1985 9339 7727,'-14'-2'779,"4"-3"-517,3 3 0,7-6-177,0 2 11,0 5 1,7-11 0,1 5-18,1-2-50,5 6 0,-6-6 0,8 6 0,-1-3-108,1 3 0,-1 1 1,1 1-1,-1-3-50,1-1 1,-1 0 0,1 5 136,-1 0 0,-4 0 0,-1 0 98,2 0 1,-5 7 0,-2 3 0,-3 4-64,-2 1 1,0 1 0,-2 1-141,-3 4 71,-4-4 0,-1 11 0,0-6-313,-2 2 225,-2-5 1,0 3-1,2-4-543,2 2 464,-1-9 0,-2 9 0,1-11-833,1 0 1026,8-2 0,-11-7 0,5 0 0</inkml:trace>
  <inkml:trace contextRef="#ctx0" brushRef="#br0" timeOffset="2">1969 9556 7727,'0'9'-1155,"0"-1"2473,0-3-620,0-3 0,0 7 71,0-4-559,7-3 0,-3 5 0,4-6-29,-1 4 1,5-3 0,-1 3 0,2-3-107,3-2 0,-1 0 0,3 0 1,1 0-210,1 0 1,3-5-1,-4-2 1,1 0-230,-1 0 1,-2 0-1,-1 4 1,-1-4-122,1-2 1,-6 6 0,-1-4-1,0 2-145,-1 0 1,-4-2 628,1 2 0,-3 3 0,-2-12 0,-7 12 0,-2-5 0</inkml:trace>
  <inkml:trace contextRef="#ctx0" brushRef="#br0" timeOffset="3">2481 9075 10682,'9'7'260,"-2"2"1,-7 6 0,0 2-298,0 4-15,0-4 1,0 11 0,1-7 0,3-2 61,1-2 1,2 3-1,-4 1-154,2-2 1,6-2-1,-4-3-106,1-4 1,-3-3 0,6-7-100,1 0 0,0-7 1,0-3-387,-2-4 550,1-1 0,4-6 1,1-1-1,-1-1-159,1 1 1,-1 0-1,-1 3-241,-4-2 585,4 0 0,-5 0 0,6 1 0,1 1 0,-1-5 0,1 0 0</inkml:trace>
  <inkml:trace contextRef="#ctx0" brushRef="#br0" timeOffset="4">2869 8920 7715,'0'-9'584,"0"2"0,0 9 0,0 3 0,0 6-577,0 3 1,0 3-1,0 2 1,0 3 3,0 2 1,0 2 0,0 5-732,0 0 413,0-7 1,0 4 0,0-7 0,0-2-1247,0-2 1553,0-2 0,-14-6 0,-3-2 0</inkml:trace>
  <inkml:trace contextRef="#ctx0" brushRef="#br0" timeOffset="5">2698 8842 8143,'-2'11'578,"-1"-1"-333,-2 2-153,0-5 1,5 7-1,-2-4 249,-3 4-205,3 8 0,-5-3 0,7 7 184,0 2-339,0 1 1,0 2 0,0 2 0,0 1-336,0 3 1,0-6-1,0-7 1,0-2-333,0-3 0,0-2 0,0-1 686,0-1 0,0 1 0,-7-8 0,-1-1 0</inkml:trace>
  <inkml:trace contextRef="#ctx0" brushRef="#br0" timeOffset="6">2636 9308 7715,'-8'0'289,"-6"0"141,12 0-145,-5 0-94,7 0 0,2 0-166,3 0-71,4 0 1,6 0 0,1 0-1,-1 0-94,1 0 1,-1 0 0,1 0-1,-1 0 21,1 0 0,-6 0 0,-1 2 1,-2 3 56,-4 5 0,4 0 0,-2 4 1,-3 5 39,-6 4 1,-4 2 0,-10 6 0,0 0-25,-3 0 0,-7-5 1,2-2-288,-3-1 234,-2 4 1,5-11 0,0 1-247,-1-5 222,4-8 0,1 3 1,7-7 123,-1 0-36,7-7 1,-3 3 131,7-6 1,2 1 0,8-1 199,5 5 1,4 3-1,2 2 1,-1 0 5,1 0 1,-1 0 0,1 0 0,-1 2-136,1 3 1,-1-2 0,1 8-238,-1 1 0,1 0 0,-1-2 0,-1-3-1431,-4 0 1500,4-5 0,-5 5 0,6-7 0</inkml:trace>
  <inkml:trace contextRef="#ctx0" brushRef="#br0" timeOffset="7">2683 9509 7638,'15'0'204,"-4"-5"86,-1 0 1,0 0 0,6 5-71,-1 0 0,1 0 0,1 0-217,4 0-6,-4 0 1,7 0-1,-5 0 10,2 0 9,6 0 0,-8 0 0,5 0-40,-1 0-17,-3 0 1,-4 0-1,-1 2 1,1 1-113,-1 2 1,-6 7 0,-4-1 28,-3 3 1,-4 1 0,-3 1 0,-7-1-91,-7 1 1,0-1 0,-5 1-1,0-1-40,0 1 1,5-1-1,-4 1 1,3-3 80,-1-2 1,0-3 0,6-4 172,-1 1 0,1 0 0,-1-5 0</inkml:trace>
  <inkml:trace contextRef="#ctx0" brushRef="#br0" timeOffset="8">2791 9494 7560,'0'10'659,"0"1"0,0-6 0,0 5-539,0 2 1,0 2 0,0 2 0,0-1-187,0 1 0,0-1 1,2 1-1,1-1-81,3 1 1,0-1-563,0 1 29,-5-8-172,6 6 499,0-12 1,-5 3-133,3-10 445,-3-4 1,-2-6 0,0-1 0,0 1 59,0-1 1,1 1 0,3-1 335,1 1 0,2 6-17,-2 4 0,-1 3 0,4 4 1,-1 5-42,-3 8 0,2 2 0,0 9 0,-1 2-365,2 1 0,-6 4 0,5 0-1029,-5-2 786,-1 3 0,0-17 310,0 4 0,7-4 0,2-1 0</inkml:trace>
  <inkml:trace contextRef="#ctx0" brushRef="#br0" timeOffset="9">3334 9075 7747,'-9'9'2065,"2"5"-1942,7-4 1,0 4 0,0 3-108,0 4 1,0-4 0,0 5 0,0-1-149,0 0 0,6 4 1,-1-4-286,-2-2 267,-1-2 1,-2-1-328,0-1 293,7-6 1,-5 0-216,3-4 257,-4-10 1,-1 3 0,0-15 0,0-4 4,0-5 0,0-3 0,2-2 0,2 0 112,1 0 0,5 3 0,-3 1 0,0-3 132,0 3 0,3 6 1,-3 0-1,0 4 311,0 2 0,5 6-113,-2 4 0,-1 3 0,-1 4-96,-1 3 1,4 4 0,-6 6-15,-2 1-114,-1 6 0,0-5 0,1 6-79,2-1 70,1-5 1,-6 13 0,0-6-85,0 0 63,0 5 1,-6-6 0,-1 4-1,1-3 56,-1-1 1,2-1 0,3-5 0,-2 1-8,-1-5 0,0-1-33,5 4-179,0-7 1,2-3 0,3-7-124,5-4 1,-1 1 0,1-6 0,1-2-313,-3-2 0,6-2-157,-4 1 372,4-1 0,-4 3 0,-1 1-559,-2 1 891,5 8 0,-3-11 0,6 5 0,1-6 0</inkml:trace>
  <inkml:trace contextRef="#ctx0" brushRef="#br0" timeOffset="10">3908 9044 9643,'0'16'112,"0"-1"0,0 1 0,0-1-265,0 1 112,0-1 1,0 1-1,0-1-614,0 1 261,0-1 0,0-4-195,0-1 1,0-8 435,0-2 1,0-12 0,0-11 0,0-1 72,0-4 1,5 4-1,0 0 1,-2 0 113,-1 0 0,3 5 1,2-2-1,0 4 292,0 2 1,3 4-1,-3 3 147,2 1 0,-4-4-57,5 6-291,1 0 0,-1 5 67,0 0-99,-6 7 1,4-5 0,-4 5-21,1-1-23,0 3 0,-5 7 0,0-1 0,0 1 2,0-1 1,0 2 0,-1 2 0,-3 2 41,-1-2 1,-2-2 0,4-1 0,-3-1 82,3 1 1,-4-1-163,2 1 1,-2-8 0,4-1-144,-3 0-105,1-5 134,5 5 1,2-14-384,3-3 287,-3 3 0,12-7 0,-6 3-128,1-2 1,5 2-1,-6 1 1,3 0-117,-1 1 1,-5-3 0,4 5 115,-2-2 1,3 4 322,-5-5 0,7 7 0,-3-4 0</inkml:trace>
  <inkml:trace contextRef="#ctx0" brushRef="#br0" timeOffset="11">3939 9308 7772,'-11'7'157,"1"3"0,1-1 0,-3-1 388,2-1 135,7-2-471,-4 2 1,8-5 0,5 3 0,4-3-266,4-2 1,1-5 0,2-2 0,2 0-105,2 0 1,0-3 0,-6 5 0,1 1-85,-1 2 1,1 2 0,-1 0 32,1 0 1,-6 2 0,-1 3-1,-2 6 186,-4 2 0,-1 5 1,-4 1-1,-3 1 207,-5-1 1,-4 4 0,-2-3 455,1-1-477,-1-2 0,-1-1 1,-2 0 550,-2-1-432,1 1 0,4-1 150,1 1-103,6-8-368,2 6 0,9-12 1,3 3-85,5-3 1,4-2 0,2-2 0,1-2-18,4-1 1,-4 0 0,5 5 0,-1 0 60,0 0 1,-1-5 0,-4 0 0,-1 1 69,1 3 0,-1 2 0,1 3 157,-1 1 1,-6 7-1,-4-2 351,-3 4-380,-2 2 0,-7 4 0,-5 3 224,-7 1-283,2 2 0,-13 5 0,5 0 3,-5 0-25,-1 0 1,2-5 0,1-2 0,4-4-242,2-6 1,1 0 0,6-9 0,-1-1-351,1-3 0,6-8 1,4-3-1,3-5 555,2-6 0,0-10 0,0-9 0</inkml:trace>
  <inkml:trace contextRef="#ctx0" brushRef="#br0" timeOffset="12">2155 10704 7556,'-15'0'1575,"6"0"-803,2 0-566,7 0-81,0 0 0,7 0 0,4 0 21,2 0 1,3 0 0,-1 0-224,1 0 1,-1-5 0,1 0 0,-1 1-153,1 2 0,-6 2 1,1 0-195,1 0 0,2 0 62,1 0 0,-5 0 140,1 0 325,-8 0 1,2 0-1,-8 2-12,-2 3 1,-6-1 0,4 6 35,-1 2 0,3 2 1,-4 2 28,2-1-126,-5 1 1,10-1 0,-3 1-99,3-1 72,-4 1 1,4-1 0,-3 1-12,3-1 1,2 1 0,0-1 0,0 1 12,0-1 0,0 1-149,0-1 0,0 1-775,0-1 375,0 1 394,0-8 0,0 1 1,-2-6-70,-3 3 0,-2 1 331,-3-2-72,-4-4 1,11 6 0,-6-5 416,2 3-258,2-3 1,0 7 451,0-4 163,-1-4 423,6 6-805,0-7 1,2 0-335,3 0 1,4-5 0,6 0 0,1 0-136,-1-2 1,6 5-1,0-3-849,-2 3 742,5-5 0,-7 6 1,6-4-1,-3 3-416,1 2 1,0 0 0,-6 0-843,1 0 987,-1 0 0,1-5 413,-1-1 0,1-13 0,-1 2 0</inkml:trace>
  <inkml:trace contextRef="#ctx0" brushRef="#br0" timeOffset="13">2559 10751 7694,'0'-9'265,"0"0"621,0 4 1,6 3-721,5-3 1,3 4 0,1 1 0,1 1-222,-1 4 1,1-1 0,-1 4-1,1 1 2,-1 0 1,1-1-1,-3 4 1,0-3-105,-3-2 0,-5 5 0,4-2-50,-2 4 0,-2-4 1,-7 1-94,-3 1 0,-4 0 0,-6-2 0,-1-3-11,1 0 0,-1-5 1,1 3 245,-1-3 30,1-2 1,-1 0 170,1 0-68,-1-7 1,8 3 0,1-4 476,0 1 71,5-5 1,-3 10-271,10-3 1,-2 5-1,6 5 1,-2 7-77,-4 7 0,4 5 0,-2 9 0,-1 3-133,-2 5 1,3 4-1,0 4 1,-2 1-450,-1 1 1,-2-6 0,0-10 0,0-8-1934,0-6 2245,0-4 0,7-15 0,2-4 0</inkml:trace>
  <inkml:trace contextRef="#ctx0" brushRef="#br0" timeOffset="14">2962 10921 7485,'-16'0'-624,"8"0"0,-1 0 2190,4 0-326,3 0-1117,-5 0 0,14 0 0,3 0 0,4 0-67,2 0 1,4-2 0,1-1-1,0-4-140,1-2 0,-5 4 0,4-3 0,-4-1-301,-1 0 0,-1 4 0,1-5 0,-1 0-117,1 1 0,-6-5-84,1 4 491,-8-4 0,4-1 1,-7-1 32,0 1 31,-7-1 1,4 1 0,-8 1-1,-1 2 244,-2 1 1,4 8-1,0-2 246,-2 3 0,0 4 0,0 3-170,1 5 1,8 6-1,-2 4 1,3 6-66,2 4 0,0 1 1,0 0-1,0 0-98,0 0 0,0 5 1,0 2-1,0 1-159,0 5 1,0-7-1,0-2 1,2-8-82,3-6 1,-4-4-1,6-3-38,0-3 0,-5-11 0,5-13-479,0-5 455,1-7 1,3-6-1,-1-1 1,2-3-173,2-1 1,1-2-1,1 4 1,-1-1 182,1 6 0,1-2 0,2 5 0,3-3 202,3-2 0,-5 6 0,4 5 0,1 4 38,-1 6 0,-5-2 1,1 7-1,-2 1 272,-3 2 0,1 2-38,-1 0 0,-5 0 0,-1 2-153,-2 3 0,-2 4 0,-5 7 43,0-1-148,0 1 1,-5 1 0,0 3 0,0 5 10,-2-1 0,0 5 0,-5-5-146,1 0-28,8-1 1,-9-6-1,5 0 1,0 0-615,0-3 0,-5-9 476,2 1 0,3-6 1,2-6-1,3-4 250,2-4 0,-7-15 0,-2-4 0</inkml:trace>
  <inkml:trace contextRef="#ctx0" brushRef="#br0" timeOffset="15">3458 10611 7653,'0'10'99,"0"1"29,7-1 0,-5 5 0,3 1 259,-3-1-281,-2 1 0,0 5 0,0-1 0,0 1-128,0 1 1,0-3 0,0 6 0,-2-3-347,-3-3 1,3-2-1,-5-3 1,2-2-124,0-2 1,-2-6 490,2 1 0,-4-3 0,-7-2 0</inkml:trace>
  <inkml:trace contextRef="#ctx0" brushRef="#br0" timeOffset="16">3365 10471 7088,'-2'11'-134,"-1"1"0,-2 3 745,1 4 0,2 10 0,2 3 0,0 7-403,0 6 1,0 2 0,0-1 0,0 1-63,0-1 1,0-1 0,2-4 0,2-3 27,1 0 0,2-5 0,-4 3-173,2-3-15,7-9 1,-8 5 0,4-5 0,1 1-93,0-5 1,-6-8 0,4-3-465,0-2 357,-5 5 1,6-10 0,-4 1 0,1-6-165,-2-8 0,6-4 0,1-6 0,2-5-100,-1-3 0,8-7 1,-4 0 476,2 1 0,1-5 0,-3 1 0</inkml:trace>
  <inkml:trace contextRef="#ctx0" brushRef="#br0" timeOffset="17">3861 10828 6955,'-8'0'869,"1"0"-1057,7 0 75,0 0 0,1-5 0,3-2 0,3-2-11,1-3 1,-2 4 0,2-3 0,1-1-6,-1-1 0,-4-3 0,3 1 0,-2-1 92,0 0 1,0 1 0,-3-1 0,1 1-14,3-1 1,-1 1 210,-5-1 13,0 1 339,0 6-51,0 2 242,0 7-508,-7 7 1,5 2 0,-3 6 0,3 3-60,2 2 0,0-1 0,0 5 0,0 1-52,0-1 1,0-5 0,0 3-1,0-1-23,0-1 0,0 3 0,0-4 1,0 1 19,0-1 1,0 4 0,0-2 0,0-3-48,0 0 0,0-3 0,2 1-516,3-1 113,-3 1 296,5-8 0,-6-1 0,3-8-232,1-5 219,0 5 1,0-13 0,1 4 0,-1-4 6,2-2 1,-6 6 0,6 0 37,0-3 0,-3 0 1,4-3-66,-1 1 1,3 4 24,-4 1 0,4 5 72,-5-6 0,0 6 353,-5-5 109,0 7-265,0-4-140,0 7 0,0 1 67,0 5-434,0-5 62,-7 6 0,6-5-334,-5 3 477,5-3 157,1 5 146,0-7-410,0 0 1,-7 0 0,-2 0 0</inkml:trace>
  <inkml:trace contextRef="#ctx0" brushRef="#br0" timeOffset="18">4140 10564 9516,'0'16'188,"0"-1"1,0 1 0,0 1-217,0 4 1,0-2 0,0 7-461,0 1 418,0 3 0,0-6 0,0-2-995,0 0 789,0-4 0,0 4 0,0-6 276,0-1 0,0 1 0,0-1 0</inkml:trace>
  <inkml:trace contextRef="#ctx0" brushRef="#br0" timeOffset="19">4109 10952 7682,'-7'9'-356,"6"-1"962,-5-2 1,5-3 324,1 7-201,0-6-604,0 3 0,1-7 0,5 0 0,4 0-110,4 0 1,1 0 0,1-2 0,-1-1-9,1-3 0,4 1 1,1 5-1,0 0-99,1 0 1,-5 0 0,6 0-1,-2 0-97,-1 0 0,1 0 0,-6 0-308,1 0 1,-1-5-1016,1 0 1044,-7 0 0,-3 3 467,-6-3 0,-6-4 0,-3-6 0</inkml:trace>
  <inkml:trace contextRef="#ctx0" brushRef="#br0" timeOffset="20">4326 10564 7682,'0'16'509,"0"-1"0,-1 1-347,-5-1 0,5 1 0,-4-1 0,3 3 281,2 2 0,0-2 1,0 4-230,0 0-137,0-4 1,0 4-1,0-6-132,0-1-16,0 1 1,0-1-186,0 1 1,2-8 188,3-3 0,-2-3 138,8-2 0,-6 0 1,3-2-1,1-1-12,0-2 0,-4-6 0,3 5 1,1-3-157,0-3 1,-1 3 0,4-1 0,-1-2-83,1-2 0,-4 4 0,1-1 0,-1 1-148,1 1 1,-4-3 0,4 5-471,-2-1 140,5 4 127,-10-2 530,4 6 0,-12 6 0,-3 3 0</inkml:trace>
  <inkml:trace contextRef="#ctx0" brushRef="#br0" timeOffset="21">13057 6453 7995,'0'-10'575,"0"0"0,1 6-296,5-1 0,-3 3-139,7 2 1,-5 0 0,4 2-45,-2 3 1,0 4-1,-4 8 1,3 2-18,-3 2 0,4 6 1,-2-1-1,-2 4-26,-1 1 0,-2 5 0,0 2-114,0 1 41,0-4 1,0 8 0,-2-7-415,-3-1 319,4-3 1,-11-2 0,5-5-427,-2-4-401,6-11 456,-4 4 1,1-19 0,1-2 0,2-8 485,1-6 0,2-7 0,7 4 0,2-7 0</inkml:trace>
  <inkml:trace contextRef="#ctx0" brushRef="#br0" timeOffset="22">13258 6391 7715,'2'-13'17,"3"2"0,-1-1-288,6 7 0,-5-5 0,5 4 722,2 3 0,-3 1 0,1 2-304,2 0 1,2-5 0,2 0-132,-1 2 1,1-4-1,-1 0 1,1 0-78,-1 0 0,-4 2 0,-1 3 0,2-1-14,2-3 1,0 0-1,-2 2-26,-2-1 0,0 0 138,6 5-84,-8 0 226,-1 0 85,0 0 29,-5 0-227,5 0 1,-7 7 32,0 3 0,0 4 0,0 1-3,0 1 0,0-1 0,0 1 0,0-1-1,0 1 1,0 1-1,0 2 1,0 3 29,0 3 1,0 0 0,0 6-1,2 2 94,3 3 1,-4-1 0,5 5 138,-5-3-218,-1 7 0,6-5 1,-1 6-119,-2-4 65,-1-3 1,-2-8 0,0-3-206,0-1-119,0-7-419,0 3 516,-7-13 0,5-4 0,-3-10 19,3-5 1,1 1 0,-3-1 0,-1-2-159,2-2 0,1-2 0,2 1 279,0-1 0,-7 1 0,-2-1 0</inkml:trace>
  <inkml:trace contextRef="#ctx0" brushRef="#br0" timeOffset="23">13258 6655 8684,'0'-10'316,"0"-1"-143,0 8 1,0-6 0,2 6 136,3-2-271,-3 0 0,12 5 0,-6-2-180,1-3 56,5 3 0,-6-5 1,8 7-348,-1 0 0,1 0 1,-1 0-1081,1 0 1512,-8 0 0,6-7 0,-5-1 0</inkml:trace>
  <inkml:trace contextRef="#ctx0" brushRef="#br0" timeOffset="24">13289 6779 7631,'-8'9'869,"2"-2"-622,12-7 1,-3-2-1,7-1 1,2-3-394,2 3 0,3-4 0,2 0 1,2 0-220,-2 0 1,0 2 0,-2 3-472,-1-3 630,3 4 1,-11-6-1,6 5-199,-4-3 310,4 3 1,-10-7 94,6 4 0,-7-3 0,4-8 0</inkml:trace>
  <inkml:trace contextRef="#ctx0" brushRef="#br0" timeOffset="25">13336 6531 7547,'0'-16'-410,"0"1"1,0 5 1784,0-1-284,0 8-347,0 10-550,0 10 1,1 9 0,3 0-1,1 1-42,-1 3 0,-1 1 0,0 1 0,3 5-220,-3 4 0,1-3 0,-1 0 1,2-2-410,-1 0 1,-3 5 0,-1-4 0,2-3 476,3-1 0,-3-9 0,5-2 0</inkml:trace>
  <inkml:trace contextRef="#ctx0" brushRef="#br0" timeOffset="26">13894 6391 7664,'-15'9'-167,"4"-2"624,1-7 1359,-1 0-1169,3 0-437,1 0 0,19-5-227,4 0 1,3-2 0,-4 3 0,1-1-3,-1 2 1,2-1 0,2 1-253,2-2 200,0-1 0,-11 6 0,0 0 0,2 0-95,2 0 1,-4 6 0,-1 0-41,-2 3 141,-2-6 0,-5 11 1,0-3-1,0 2-92,0 3 1,-7-1-1,-3 3 1,-4 1 99,-1 1 1,-6 1-1,0-6 1,2 1 106,2 0 1,2-3 0,-3-1 0,1-1 374,2 1 1,-4-4 178,8 3-504,-3-1 1,8-1 0,6-4-72,8-3-42,6-2 0,-2-7 1,2-2-184,3 0 68,2-4 0,-3 6 1,-1-5-1,1 3-122,-1 2 1,1-5-1,-1 4 1,1-3-79,-1 1 1,-5 5 0,1-6-138,1-1 0,-5 4-187,-2-3 652,-3 8 0,-9-11 0,-2 5 0</inkml:trace>
  <inkml:trace contextRef="#ctx0" brushRef="#br0" timeOffset="27">13816 6515 7439,'-1'-13'-357,"-4"2"586,3 4 1,-5 9 0,7 5 0,0 7 128,0 5 0,0 8 1,0 1-1,0 5-126,0 3 0,-5 5 0,0-5 0,1-1-106,2-2 1,2-2-1,0-2 26,0-3-114,0 3 1,-5-12-1,0 4-317,2-4 132,1-8 1,0 5 0,-1-4-807,-2 4 611,-7-5 0,8 3 0,-6-7-538,-2-2 0,3-1 880,-1-2 0,-1-7 0,-4-2 0</inkml:trace>
  <inkml:trace contextRef="#ctx0" brushRef="#br0" timeOffset="28">13863 6236 7632,'-7'16'889,"5"-8"1,-5 1-862,7-4 1,2-3 0,2 5-271,1 0 0,5-4 1,-5 7-1,1 3-939,0 0 1181,-4-4 0,12 12 0,-5-4 0</inkml:trace>
  <inkml:trace contextRef="#ctx0" brushRef="#br0" timeOffset="29">14297 6345 8382,'-8'0'1773,"2"0"1,12 0-1655,4 0 0,4-5 0,1-2 0,1 0-157,-1 0 0,6 0 0,0 4 0,-1-3-382,3 3 0,-6 1 1,4 2-1,-4 0-91,-2 0 0,-4 0 0,-1 0-356,2 0 1,-5 2-66,-2 3 493,-3-3 439,-2 12 0,-14-6 0,-3 8 0</inkml:trace>
  <inkml:trace contextRef="#ctx0" brushRef="#br0" timeOffset="30">14235 6624 7863,'-10'0'1381,"-1"0"-609,8 7-143,-4-5-484,7 5 0,2-7 0,3 0 17,5 0-172,4-7 0,2 5 0,-1-5 0,2 2-103,4 0 1,-4 0 0,4 5 0,-2 0-130,2 0 1,-4-2 0,4-2 0,-4-1-127,-2 2 1,1-1-1,-1 1-126,1-2 1,-6-6-1,-1 4-69,-2-1 0,-2 3 563,-5-6 0,0 8 0,-7-11 0,-2 5 0</inkml:trace>
  <inkml:trace contextRef="#ctx0" brushRef="#br0" timeOffset="31">14313 6314 8333,'0'15'606,"-5"1"1,-1-1-290,3 1-173,1 6 0,2-3 0,0 5-8,0-1-153,0 4 0,0-4 0,0 4 0,0-1-122,0 2 1,0-4 0,0 0-1,0-2-789,0-3 0,0 4-659,0-3 1587,0 1 0,0-12 0,-7-9 0,-1-9 0</inkml:trace>
  <inkml:trace contextRef="#ctx0" brushRef="#br0" timeOffset="32">14437 6205 8380,'-9'0'880,"2"2"0,7 3-857,0 5 0,0 4 1,0 3-87,0 4 78,0-4 1,5 8 0,1-7 7,-3 3 27,-1 7 0,-2-4 0,0 7-40,0 0 11,0 0 0,0 0 1,0 2-1,0-1-48,0 0 1,0 0 0,0-9 0,0-1-753,0 0 1,0-6 138,0-6 1,0-8 0,0-2 639,0-9 0,-7-11 0,-2-4 0</inkml:trace>
  <inkml:trace contextRef="#ctx0" brushRef="#br0" timeOffset="33">14096 6283 7207,'-16'5'-1289,"1"0"1352,-1 7-37,1-10 1,6 7 331,4-4-198,3-4 1,2 8 508,0-4-389,0-3 0,5 7 1,2-4 33,2 5 0,-1 4 0,4 1 1,-1 1-175,1-1 1,-4 3 0,1 1 0,0 3-118,-1 2 1,-3 0 0,4 6 0,0-1-74,-1 4 1,-4 1-1,1-3 1,-3 0 17,-2 0 1,0 0-1,0-2 1,0-1 27,0-2 1,-6-7 0,0 0-162,-3-7 72,6 2 1,-11-13-176,3 5 120,4-5 0,-5-8-137,7-3 211,0-4 0,3 4 0,-1 0 147,-2-2 613,0 5-264,5-7 1,6 12-69,5-3 1,3 3 0,1 2-204,1 0 1,4-5 0,1 0 0,0 1-58,1 3 0,2 1 1,7-2-168,0-3 40,0 3 1,0-5 0,-1 7-219,-5 0 162,5 0 1,-8 2-1,4 1 1,-5 3-355,-4-3 0,-2 0 1,1 1-1487,-1 1 325,-6 0 1604,5-5 0,-13-7 0,6-1 0</inkml:trace>
  <inkml:trace contextRef="#ctx0" brushRef="#br0" timeOffset="34">15026 6050 8824,'-15'2'75,"-1"3"0,0-2 0,1 8 0,-1 1 247,1 2 0,-2 3 1,-2 2-1,-4 3 36,-1 2 0,4 2 1,-5 5-1,3-1-390,3-5 0,2 5 0,3-6-105,4 0 128,-4-2 1,12-11-116,-3-1-238,3-7 229,9 4 0,-3-7 0,6 0 49,2 0 0,2 0 1,1-1-1,1-3-89,-1-1 0,3 0 0,1 3 0,1-1 38,-1-2 0,-2-1 1,-1 6-1,-1-1 5,1-5 1,-1 5-1,1-4 1,-1 3-69,1 2 1,-6-5 0,1 0-1,-1-1-697,-1-1 259,4 6 264,-11-13 372,5 12 0,-14-5 0,4 2 0,-8 0 0,-1 2 0,-1 1 0,-3 2 0,-6-7 0,-3-2 0</inkml:trace>
  <inkml:trace contextRef="#ctx0" brushRef="#br0" timeOffset="35">14886 6205 7651,'0'-15'-205,"0"-1"1,0 6-1,0 0-120,0-3 729,0 0 1,2 4 24,3 4 0,-3 10 0,3 5 513,-3 4-732,-2 2 0,0 1 1,2 4 389,3 4-434,-3 5 1,4 3 0,-6 1 0,0 4-17,0 2 0,2 1 0,2 5 0,1 3-65,-2 2 0,-1-2 0,-2 2 1,0-2-175,0-3 0,0-4 1,0-5-1,0-2-193,0-6 0,-5-8 0,-2-2-239,-2-7 0,4-5 1,-3-9 11,1-3 0,1-4 1,5-8-1,-3-2 509,-1-2 0,-7-6 0,3 3 0</inkml:trace>
  <inkml:trace contextRef="#ctx0" brushRef="#br0" timeOffset="36">14886 6422 6836,'-1'16'251,"-4"-1"1,1 3 0,-6 1-1,-2 1 372,-2-1 1,4 5-1,-1 2 1,-1 4-439,-2 1 0,-1-2 0,1-2-338,4-1 154,-4 0 1,7-2-1,-3-3-945,5-4 380,-4-8-1126,7-2 837,-5-7 853,7 0 0,0-14 0,0-3 0</inkml:trace>
  <inkml:trace contextRef="#ctx0" brushRef="#br0" timeOffset="37">14917 6546 7651,'16'6'238,"-1"-1"0,-1 7 1,-2-2 930,-1 4-851,-1 2 1,4-1-1,-2 2 252,-2 4-432,1-4 1,2 11-1,-1-8-289,-1-1-58,-1-1 0,0-5 1,-1 0-1,0-5-1186,-1-1 1395,-4-2 0,9-5 0,-4 0 0</inkml:trace>
  <inkml:trace contextRef="#ctx0" brushRef="#br0" timeOffset="38">15212 6236 8327,'-9'0'1291,"3"2"-980,6 3 1,0 4-186,0 6 1,0-4-1,1-3 1,4-1-79,6-3 0,-3-3 1,3-1-196,1 0 1,2 0-1,1-1-55,1-5 1,-8 3-211,-3-7 292,4-1 1,-7-4-1,3-1-68,-3 1 0,-2-1 111,0 1 71,-7 6 1,3 2 0,-6 7-1,-2 0 97,-2 0 0,-1 0 1,1 2-1,2 1 54,1 3 1,1 6 0,-5-4-1,1 3-151,3-1 1,-2 0-375,2 6 0,4-1-1420,2 1 1800,4-8 0,1 6 0,0-5 0</inkml:trace>
  <inkml:trace contextRef="#ctx0" brushRef="#br0" timeOffset="39">15197 6500 7628,'-16'0'1074,"6"0"-470,-1 0 0,3 2 222,-3 3-743,5-3-52,6 11 0,1-9-447,4 6 293,-3-6 0,10 4 1,-5-4-201,2 1 1,-4 0 0,4-3-236,-3 3 0,0-2 563,-6 8 1,0-1 147,0 6 1,0-6 0,0 0 37,0 2 0,-6-3 0,1 1-40,2 2 0,-4-3-185,2 1 0,-6-5-117,6 6 0,0-8-2,5 4 41,0-7 1,2 0 11,3 0 0,4 0 66,6 0 0,-5 0 173,1 0 0,-8 2 0,2 3 48,-3 5 1,-2-1 0,0 1 0,0 2 141,0 2 1,-2 2 0,-1-1 156,-2 1 1,0-1-250,5 1 1,-6-1-73,1 1 123,0-8-207,5 6-61,0-5 1,2-1-1,1-1 47,2 0-17,1-5 1,-5 7 175,4-4 0,-1-4-109,6 5 0,-5-5 1,6-1-239,1 0 1,-4 0 0,3 0-384,1 0 1,2-7-1,1-1 1,1-3 503,-1 1 0,1-7 0,-1-7 0</inkml:trace>
  <inkml:trace contextRef="#ctx0" brushRef="#br0" timeOffset="40">15615 6159 7649,'2'-16'-121,"3"1"0,-3 4 92,3 1 770,-3 7-216,-2-4 99,0 7 1208,0 0-1957,-7 7 236,5-6-60,-5 13 0,6-12-29,-5 3 0,5-2-128,-5 3 6,5-5 76,1 6 43,0-7 449,0 0-421,0 7 0,0-3-34,0 6 1,-2 0-1,-1 6 1,-4-1 112,-2 1 0,4 1 0,-5 4 146,-2 5-186,-2-4 0,3 5 1,3-6-234,1-2 92,-5 5 0,10-12 1,-5 4-218,0-2 0,6-6 0,-3 1-24,8-2 1,-1-4 0,7-6 0,2-4 91,2-2 0,-3 4 0,-1-4 329,2 3 1,-3 0 0,-1 8 154,-1 3 0,-2 4 0,-5 6 1,0 1 59,0-1 0,-5 1 0,-2-1 1,0 1 154,0-1 0,1 1-451,0 0 1,5-1 0,-8-6-641,4-4 140,3 3-1072,-5-6 644,14 5 0,-3-7 66,6 0 0,-5 0 1,4 2 817,-2 3 0,-2 4 0,-5 6 0,0 1-132,0-1 0,0 1 1,0-1-1,0 1 168,0-1 0,0 1 0,0-1 378,0 1 0,-2-1 1,-1 1 478,-3-1 0,1-4-28,5-1-537,0-7 0,0 6 4,0-4-133,0-3 1,5-7-236,1-11-19,6-3 1,-4-3-1,8-6 1,1-4-226,4-5 0,-2-6 1,5 0-1,-2-5-894,-3-4 0,3-8 1174,-1-2 0,7-7 0,-4-9 0</inkml:trace>
  <inkml:trace contextRef="#ctx0" brushRef="#br0" timeOffset="41">15987 5957 7683,'0'-9'785,"-6"2"0,2 7 1,-6 2-527,-2 3 0,3 4 0,-3 8 0,-3 2-134,-4 2 1,-4 5 0,2-4-1,-3 2-131,0 4 0,-3-4 0,6 0 0,0-1-634,-1-5 1,5 0-2392,-4-3 3031,11-6 0,-4-9 0,5-9 0</inkml:trace>
  <inkml:trace contextRef="#ctx0" brushRef="#br0" timeOffset="42">15801 6159 7649,'11'0'1394,"-3"1"-587,-1 5 1,-2-3-1009,-5 7 0,6-4-1959,-1 4 2160,0-7 0,2 11 0,1-5 0</inkml:trace>
  <inkml:trace contextRef="#ctx0" brushRef="#br0" timeOffset="43">15972 6112 10417,'0'10'394,"0"1"1,-2-3-1831,-3 3 814,3 3 1,-5-11 621,7 7 0,-6-6 0,-3 3 0</inkml:trace>
  <inkml:trace contextRef="#ctx0" brushRef="#br0" timeOffset="44">16034 6097 7649,'9'0'1348,"-3"0"-1092,-6 7 1,0-4 0,0 7-13,0 2 0,-1 0 1,-3 1-466,-1-3 1,-5 0 0,3 4-645,-2-4 1,4 4 864,-5-4 0,-1 4 0,-4 2 0</inkml:trace>
  <inkml:trace contextRef="#ctx0" brushRef="#br0" timeOffset="45">15739 6438 7649,'-8'7'996,"-1"-5"379,4 3-654,3 3-578,-5-6 1,9 5 0,3-7 10,6 0-98,2-7 1,3 4 0,1-8-36,4-1-43,-4 5 0,11-7 1,-6 6-1,0-2-86,1-1 1,-1 6-1,-3-4 1,2 1-236,-2-1 0,-7 6 0,-2-2 0,0 1-1108,-1-1-33,5 3 1484,-12-5 0,-9 7 0,-11 0 0</inkml:trace>
  <inkml:trace contextRef="#ctx0" brushRef="#br0" timeOffset="46">15770 6640 7649,'-15'6'529,"4"-4"-48,1 3 1,5-3-1,-4 0-28,2 3 1,4-3 0,8 1-309,6-6 0,7-1 1,5-6-220,1-2 105,2-2 0,5-3 0,-2 0-456,-3 1 322,3-3 0,-10 10 0,5-4-738,-1 2 331,-3-2 1,-9 9-225,-1-6 1,-1 5 380,1-6 0,-5 6 1,-10-4 352,-5 3 0,-4 0 0,-2 6 0,1 0 0,5 0 0,-1 0 114,-1 0 1,4 0 278,-3 0 1,6 6 524,-5-1-648,6 7 1,-4-9 0,4 8 510,-1 1-550,0-5 1,0 8 0,0-1 348,1 5-497,-5 8 0,3-2 0,-6 6 0,3 0-7,2 0 1,-5 0 0,2 0 0,-4-2-138,-2-3 0,6 1 0,1-6-203,2-2 0,-3-7-83,5-2 0,2-13 0,6-4 0,4-8-121,1-6 0,5-5 1,6 4-1,1-2 174,-1-4 1,4 4 0,-3 0 96,-1 1 161,5 3 1,-6 4 0,2 1-1,-3-1 214,-1 1 1,-1 6 0,1 4 0,-1 3 364,1 2 0,-7 2 1,-3 3-197,1 5 1,-5 4 0,3 2 0,-3-1-116,-2 1 0,-5-1 0,-2 1 1,-2-1-74,-3 1 1,-2 4-1,-1 1 1,-1-2-96,1-2 1,-1 0-1,1 2 1,-1 0-260,1-5 1,-6 2 0,1-6 0,1 2-515,1-2 0,3 2-739,-1-6 1115,1-1 0,6-7 0,4-3 0,3-5-48,2-4 1,0-7 0,2 0 380,3 2 0,4-5 0,6 0 0</inkml:trace>
  <inkml:trace contextRef="#ctx0" brushRef="#br0" timeOffset="47">15879 6764 7649,'8'0'802,"-1"0"0,-7 1 0,2 3-283,3 1 0,-1 7 0,6-2-318,2 4 1,2 2 0,1-2-41,1-4-82,-1 4 0,1-6 0,-1 8-23,1-1-47,-1-6 1,1 5 0,-1-4-125,1 4-154,-1 1 0,1-4 1,-1-1-491,1 2 1,-2-3 0,-2-1-1605,-2-1 2363,1-2 0,4-18 0,1-5 0</inkml:trace>
  <inkml:trace contextRef="#ctx0" brushRef="#br0" timeOffset="48">16251 6422 9171,'0'11'1337,"0"-1"1,0-5-751,0 6 1,0-6-197,0 5-562,0-6 1,5 4-2443,0-3-175,7-3 2788,-10 5 0,5 0 0,-7 1 0</inkml:trace>
  <inkml:trace contextRef="#ctx0" brushRef="#br0" timeOffset="49">16205 6764 7647,'0'15'936,"0"1"1,0-1-402,0 1 1,1-6-180,4 0 0,-1-6 0,6 1-176,2-3 1,-3-4 0,1-1-529,2-3 295,-5-6 0,7-1 0,-4-10-1123,4-1 888,2-2 1,-6-5 0,0 0-1068,2 0 1047,2-7 0,2 5 0,-3-3 1,-1 3 25,-1 2 0,-3 0 1,4 2 563,-1 3 1,-6 11 154,5 10 0,-6 5 0,1 6 0,-3 8 116,-2 5 0,0 4 1,-2-4-1,-2 1-286,-1-1 0,0-2 0,5-1 1,0-1-178,0 1 0,0 0-640,0-1 1,2-8-40,3-7 1,-2-4-1,6-9-463,-2-5 795,5-7 0,-3 0 1,6-6-1,1 0 88,-1 0 1,2 6-1,2-1 1,2 0 185,-2 2 0,-2 1 0,-1 10 0,-1 0 224,1 3 0,-6 7 0,-1-1 0,-2 8 245,-4 6 1,-1 4 0,-2 1 0,0 3-2,0 2 0,0-1 0,0 5 1,-2 0-278,-3 1 0,1-5 0,-4 4-259,1-1 80,-5-3 1,3-2-1,-5 1-184,4 1 103,-4 1 0,6-11 0,-8 1 137,1 1 35,-1 2 0,1 1 438,-1 1-503,1-8 1,8-1-147,7-7 0,7-2 0,8-3 0,1-3-247,-1-1 0,1-5 1,-1 4-1,2-4-151,4-1 0,-4-1 1,4 2-1,-4 2-163,-1 2 1,-1-1 241,1-4 1,-2 5-291,-4-1 700,-3 8 0,-14-11 0,-2 5 0</inkml:trace>
  <inkml:trace contextRef="#ctx0" brushRef="#br0" timeOffset="50">16577 6097 7647,'0'8'493,"0"6"0,0-4 68,0 4-379,-7 2 0,5 6 0,-3 6 949,3 6-851,2 6 0,0 13 0,0 6 1,0 6 19,0 8 0,0-4 0,0-4 0,0-6-509,0-8 0,5-11 0,1-9 1,-3-8-1600,-1-6 1808,5-9 0,-6-8 0,6-8 0</inkml:trace>
  <inkml:trace contextRef="#ctx0" brushRef="#br0" timeOffset="51">16902 6298 7652,'0'-15'2452,"2"6"-2355,3 4 0,-1 3 0,6 2 0,2 0-351,2 0 0,1-5 0,3-2 1,1 0-301,1 0 1,1-3 0,-6 5-585,1 1 824,-1-4 1,-4 6 313,-1-3 0,-6 3 0,1 4 0,-10 1 0,-6 3 0,-3 6 0,-3-4 0,-2 8 0,-1-2-15,1-4 1,-4 4 0,3-6 0,1 3 241,1-1 0,3 0 1,-1 6 121,1-1 0,4-4 0,3-1 0,-1 2 34,1 2 1,4 3 0,-1 2-1,3 3-42,2 3 1,0-1 0,0 3 0,0 1-51,0 5 0,0-2 0,0 5 0,0-5-2,0-5 0,0 3 0,0-3-124,0 3-57,0-5 1,0-1-1,2-8 1,1 1-69,3-1 1,6 1-112,-2-1 1,4-6-1,1-4 1,1-3-150,-1-2 1,1 0-1,-1-2 1,3-3-98,2-5 1,-1-4-1,7-2 1,0 1 33,-2-1 0,4 6 0,-6 0 1,0-2 177,1-2 0,-3 5 1,-4 4-1,-1 3-44,1 2 0,-1 0-60,1 0-39,-7 0 164,-3 0 1,-7 2-571,-4 3 369,-4-3 1,-1 5 0,-1-7-1,-1 0 285,-2 0 0,-8-7 0,-2-2 0</inkml:trace>
  <inkml:trace contextRef="#ctx0" brushRef="#br0" timeOffset="52">17166 6345 7766,'-10'14'652,"1"-2"0,2-2-193,4 2 0,1 4 0,0 4 0,-1 6-171,-2 3 1,-2 4 0,3 2 0,-1 3-200,2 1 1,-6-4 0,0 1-1,-1-3-253,0-2 0,-1-2 0,-4-3 1,-1-7-677,1-7 1,-1-5-1,1-7 32,-1 0 1,8-7-1,1-3-91,0-4 899,5-2 0,-5-6 0,0-2 0,-1-7 0</inkml:trace>
  <inkml:trace contextRef="#ctx0" brushRef="#br0" timeOffset="53">16949 6578 11845,'14'1'0,"-2"4"135,-2 6 0,6 3 0,4-1-958,-1-2 694,-2 9 0,4-14 0,0 9-574,-2-1 459,-2 0 1,-2 1 243,1 1 0,-1-1 0,1 1 0</inkml:trace>
  <inkml:trace contextRef="#ctx0" brushRef="#br0" timeOffset="54">14065 7431 7747,'0'-16'845,"0"8"-697,0-6 132,0 12 219,0-5-345,0 7 1,-2 7 0,-2 3 6,-1 4 0,-2-3 1,4-1-1,-4 2 90,-2 2 1,4 1 0,-3 1-1,-1 1-5,0 4 0,1-2 0,-4 5 0,1 0-73,-1 0 1,4 4 0,-1 8 0,2 5-5,4 4 1,1 3-1,2 2 1,0 2-20,0-2 0,2 2 1,3-6-1,5-6-93,4-6 1,2-4-1,1-5 1,2-6-122,1-6 0,3-1 1,-4-7-1,1-2-57,-1-1 1,-1-2 0,-3-2 0,1-1-210,-1-2 0,-5-6 1,-1 4-1,0 0-397,-1 1 0,-4-7 1,1 3 23,-3-4 1,-2 4 0,0 0-258,0-2 614,0 5 0,0-7 346,0 4 0,-7-4 0,-2-2 0</inkml:trace>
  <inkml:trace contextRef="#ctx0" brushRef="#br0" timeOffset="55">14313 7555 7798,'0'8'3857,"0"-1"-3784,0-7 1,7 6-352,3-1 1,-3 2 0,0-4 0,-2 4-544,0 2 0,2-6 1,-4 4-240,3 0 1,6-5 1059,-2 3 0,-3-4 0,7-1 0,-6 0 0</inkml:trace>
  <inkml:trace contextRef="#ctx0" brushRef="#br0" timeOffset="56">14545 7477 7620,'16'-14'0,"-2"2"103,-4 2 0,4 7 187,-4-3 1,-3 6 0,-2 6-16,-3 4 1,-2-1-1,-2 3 1,-3 3-65,-5 4 1,1 2-1,-1-4 1,-2 2-97,-2 2 0,-2-1 0,-1-2 0,-2 1-132,-2 1 1,-1 1 0,3-6-1,-2 1-108,2-1 0,2-1 1,2-2-23,-1-1 199,8-8-114,-6 11-81,12-12 91,2 5 1,9-14 0,8-4 0,2-2-224,2-3 1,-1 0-1,-3 1 1,2-1 28,2 1 1,0 5 0,-6-1-1,1 1 49,-1 1 1,1-3 0,-1 7 0,1 2-157,-1 1 1,-4-3-339,-1 0 691,-7-1 0,-3 6 0,-8 0 0</inkml:trace>
  <inkml:trace contextRef="#ctx0" brushRef="#br0" timeOffset="57">14499 7400 7665,'-9'0'-878,"1"0"1431,2 0 1,5 1 107,-5 5-341,5-5-67,1 6 1,0 0-166,0 3 0,0-1 0,0 1 1,0 2-61,0 2 1,1-3-1,3-1 1,1 2 10,-1 2 1,-3 1 0,-1 1-1,0-1-2,0 1 0,0-6 0,0 1-359,0 1-222,0-5 298,0-1-19,0-6 235,0 0-28,0-6 1,5 2 408,1-6-102,-1 6 1,-5-4 231,0 2-350,0 5 0,0-4-70,0 10 0,0-2 0,0 8 77,0 1 0,0-4 1,0 3-1,0 1 3,0 1 1,0 5-1,0 1 1,0 1-8,0-1 0,0 4 0,0-1-205,0 2 33,0-5 0,0 4-446,0-8 211,0 1 1,2-3-1,1-1-1498,2-1 708,0-8 0,-5 2 1063,0-10 0,-7-3 0,-1-8 0</inkml:trace>
  <inkml:trace contextRef="#ctx0" brushRef="#br0" timeOffset="58">14468 7788 7685,'-16'0'253,"8"1"0,1 3-8,0 1 0,3 0 0,-4-3 1,1 3 1,2-2-209,5 8-575,0-8 343,0 4 0,7-7 71,3 0 106,-3 0 0,7 0 0,-4 0-4,4 0 4,-6 0 1,6 0-13,-3 0 79,-5 0 1,3 2-1,-6 3 126,3 5 0,-1-1 1,-5 1-1,0 2 131,0 2 0,0-2 0,0 2 1,-2 3-49,-3 0 0,3 6 0,-5-1 1,2 2-89,0 4 1,0-6-1,5 1 1,0-3-154,0 1 1,0 0 0,0-6-454,0 1 1,7-8 5,3-2 1,4-5 0,0-2-424,-4-5 391,4 5 1,-11-13-440,7 4 1,-6-4 899,1-2 0,4-6 0,-1-2 0</inkml:trace>
  <inkml:trace contextRef="#ctx0" brushRef="#br0" timeOffset="59">14623 7989 7002,'0'16'576,"-2"-2"1,-1-2-1,-3-2-50,3 2 0,-4 2 0,2 1 1,0 1-273,-2-1 0,0 1 0,-5-1-10,2 1-164,-1-1 1,-4 1 0,-1-2-37,1-4 0,-1-1-596,1-4 402,-1-3 1,2-2 0,2-11 0,4-3-179,1-1 0,2-8 1,5-2-1,0-6 66,0-6 0,1 3 0,5-6 0,4 1 133,4-1 1,6 4-1,3-4 1,1 1 81,4-1 1,-4 5 0,1-1-1,3 3 88,1 2 1,1 6 0,-3 2 0,-3 4 143,-1 5 0,-3 9 1,-4-2 137,-1 0-158,1 6 1,-7-4 3,-4 10 1,-4 3 0,-1 8-1,0-1 0,0 1 1,-6 5 0,-5 1-1,-3 0-66,-1 1 1,1 3 0,2-6 0,3-1-93,3-1 1,-5-3-1,6 1-313,2-1 1,3-6 57,5-4 0,-2-3 0,8-4 1,1-2 36,1-1 1,8-5 0,0 5 181,-2 1 30,-2 3 1,-2 1 0,1 0 0,-1 0 200,1 0 1,-1 1 448,1 4-403,-7-3 1,3 12 0,-7-4 101,-2 4 0,-1 2 0,-2-1 1,0 2 32,0 4 0,-7 1 1,-3 6-1,-4-2-221,-2 1 1,-4 3 0,-1-1 0,0-3-160,-1-5 0,5-4 0,-4-2 0,2 1-203,-1-1 1,7-6 0,-2-4 0,1-3-494,0-2 0,4-2 0,1-3 1,3-7-236,2-7 0,2 0 0,2-7-51,0-1 753,0-3 0,0 6 1,2 2 117,3-1 58,-3 13 1,10-11 0,-5 13 563,2-1-303,-6 2 1,11 9 0,-6 3 362,1 5 0,5 4 1,-6 2-1,3 1 28,-1 4 0,0-2 0,6 5 1,-2 0-323,-4 0 0,4-5 0,-4 3 1,4-1-430,1 0 0,-1-1 0,-2-6 1,-1-2-362,1-1 0,1-8 506,3 2 0,6-3 0,3-2 0</inkml:trace>
  <inkml:trace contextRef="#ctx0" brushRef="#br0" timeOffset="60">15274 7508 7644,'0'-15'-587,"0"6"1,-2-3 900,-3 7 147,4 0-253,-6 5 1,5 0 42,-3 0 0,1 0 0,-4 1-38,1 5 1,0-3 0,3 7 0,-2 1-103,-3-3 0,4 8 1,-6-2-1,-1 5-104,-1 0 1,2 3 0,1 0 0,-2 1-109,-2-1 1,4 1-1,1-4 1,2 1-289,4-1 0,1-7 135,2-1 196,0-1 0,2-1 41,3-4-24,4 3 0,6-1 1,-1 5 300,-4-1-92,4-1 1,-7 11-1,5 1 1,-3 1 199,-3-1 0,1 4 0,-3-4 0,1 2 2,-2 4 1,1-4 0,-1 0-1,2-1-175,-1-4 1,-2 3-1,-4-1-679,-3-2-178,3-9 0,-10-10 0,7-12 0,1-7-719,3-7 0,1-8 1381,0-3 0,6-13 0,3 2 0</inkml:trace>
  <inkml:trace contextRef="#ctx0" brushRef="#br0" timeOffset="61">15336 7663 7901,'0'16'0,"0"-1"0,0 1 480,0-1 1,0 8-1,0 3 1,0 3-10,0 2 1,0 2 0,0 1 0,0 3-276,0-3 0,0-3 1,0-3-1,0-4-149,0-2 0,0-1-1078,0-6 1,-2-6-795,-3-4 1388,4-17 1,-6 2-1,7-13-762,0 1 1117,0-2 1,5-9 0,0-1-1,-2-4 82,-1-2 0,-2 4 0,2-6 0,1 1 0,2 1 0,2 2 0,-3 7 0,3 0 10,1 0 1,-4 7-1,3 4 175,0 2 1,-1 8 0,7 1-1,-3 2 211,2 4 1,-3 1-1,1 4-11,2 3 1,-3-3 0,1 5-224,2 0 1,-3-6 0,-1 6-120,-1 0 1,3-3-42,-4 6 91,6 0 1,-11 1 292,5-1-302,-5 0 0,-1 8 1,0 1-1,0 3 91,0 2 0,-1 2 1,-3 5-1,-1 0-8,1 0 0,-2 5 0,-1 0 0,0-1-405,0-2 0,0-7 0,4-2-288,-3-2 1,1-6 0,3-8 95,-3-1 0,4-9 0,-5-8 0,5-5 20,1-6 0,0 2 0,-2-7 0,-1-2 410,-3-1 0,1-4 0,3-3 0,-3-5 0,4-4 0,-6-2 0</inkml:trace>
  <inkml:trace contextRef="#ctx0" brushRef="#br0" timeOffset="62">15445 7586 7644,'7'8'26,"-6"6"1,4-3 205,-3 2 0,-2 5 0,0 2 0,0 6 145,0 3 0,0 4 1,0 2-1,-2 1-264,-3-2 0,4 4 1,-5-3-1,3-4-153,-2-4 1,3-8 0,-5 2-1649,0-4 1688,6-1 0,-13-8 0,5-1 0</inkml:trace>
  <inkml:trace contextRef="#ctx0" brushRef="#br0" timeOffset="63">15305 8144 7062,'-15'0'1612,"4"2"-655,1 3 1,7-1 201,-3 6-900,5-7 1,2 10 0,5-8 441,4-2-501,4-1 0,1 3 0,1 0-101,-1-1-80,1-3 0,1-1 1,2 0-1,2 0-28,-3 0 1,5-1-1,-2-3 1,-3-1-264,0 2 1,-3-1 0,1 1 0,-1-2-213,1 1 1,-1 2-1,1 2-492,-1 0 1,-6-1-922,-4-5 1897,-3 5 0,-9-6 0,-2 7 0</inkml:trace>
  <inkml:trace contextRef="#ctx0" brushRef="#br0" timeOffset="64">15786 7586 12004,'14'7'595,"-2"3"-300,-2 4-164,-7 1 0,10 3 0,-8 2 120,-2 6-200,6 3 0,-8 3 0,5 0 1,-3 3 40,2 1 0,-3 5 1,3-4-1,-3-1-27,-2 2 0,-5-6 0,-2 5 0,-2-5-200,-3-1 0,-2-5 0,-3-2 0,-2-1-603,-2-4 1,-6 1-1,3-2 738,0-5 0,-12-1 0,3 4 0</inkml:trace>
  <inkml:trace contextRef="#ctx0" brushRef="#br0" timeOffset="65">13305 9758 7187,'-9'10'1456,"4"0"0,3-4-190,2 4-674,0-7 1,7 4-277,3-7-176,4 0 1,3-5 0,2 0 110,2 1-192,7-4 0,-9 4 1,6-4-1,3-1-170,1 1 0,2 2 0,0-2 0,0-1-179,0 0 0,0 4 0,0-3 0,-1-1-505,-4 0 1,-4 4-471,-7-5 980,-6 0 1,-9 1 0,-10 4 0,-6 5-97,-4 5 1,1-3 0,-6 5 0,3-2-16,3 0 1,-3 2 395,1-2 0,-7-3 0,4 5 0</inkml:trace>
  <inkml:trace contextRef="#ctx0" brushRef="#br0" timeOffset="66">13584 9572 7682,'10'0'693,"1"0"0,-8 1-384,2 4 0,-3 4 0,-2 7 0,0 1 55,0 3 0,-7 5 1,-3 7 242,-4 5-467,-2-5 1,-1 15 0,-2-2-27,-1 5-70,-8 1 1,4-4-1,-7-1 1,-2 1-131,-3 0 1,5-10 0,-2-6 0,7-8-471,4-6 0,1-8 0,7-6-151,4-6 0,3-6 0,7-6 0,2-3-99,3-2 1,4 1 805,6-7 0,8 0 0,1-5 0</inkml:trace>
  <inkml:trace contextRef="#ctx0" brushRef="#br0" timeOffset="67">13584 9897 8728,'7'9'1551,"1"-2"-1441,1 0 1,5-4 0,-4 6 0,2-1-97,-1 1 0,2 0 1,-2 3-1,2-2-89,3 2 1,-6-3 0,1-1 0,1 1-525,1 0 0,-2-6-556,-1 2 321,-6 4-171,9-7 633,-4-2 372,0-2 0,-3-19 0,-6 4 0</inkml:trace>
  <inkml:trace contextRef="#ctx0" brushRef="#br0" timeOffset="68">13506 10114 7735,'-15'0'1172,"6"0"0,2 2-970,7 3 1,2-3 0,3 3-120,6-3 0,2-7 0,5 0 0,1-1-211,1 0 0,-3 4 0,-5-5 0,2 2-448,-2 0 0,0-1 0,2 5-555,-3-4 98,2 3 581,-11-5 452,5 7 0,0 0 0,1 0 0</inkml:trace>
  <inkml:trace contextRef="#ctx0" brushRef="#br0" timeOffset="69">13553 10146 7682,'-5'10'438,"0"0"0,-2 1 353,1 4-670,5 1 1,-6-6 0,7 0-1,0 2-397,0 2 0,-2 2-728,-3-1-218,3-6 1222,-5 5 0,7-13 0,0 6 0</inkml:trace>
  <inkml:trace contextRef="#ctx0" brushRef="#br0" timeOffset="70">13537 10223 7583,'9'0'1625,"-2"0"-897,0 0-451,-6 0-82,6 0 0,-5 0-263,3 0-135,-3 0 0,7 0 1,-4 0-382,5 0 1,4-5 0,0-2-967,-4-2 1550,4 6 0,-6-4 0,8 7 0</inkml:trace>
  <inkml:trace contextRef="#ctx0" brushRef="#br0" timeOffset="71">13506 10347 7736,'-7'9'108,"4"3"-147,-7-7 268,6 0 1,-1-5-1,10-2 141,6-3 0,2 2 0,3-6 0,-1 1-321,1-1 1,1 0 0,2-1-1,2 3-238,-2 0 1,-2 6-1,-2-5-416,1 5 0,-6 1 463,1 0 0,-8 1 384,2 5-153,-3 2 1,-9 8 0,-3 1-1,-6 2 170,-4 2 0,1 4 1,-6-2-1,3-1 8,3 1 1,-3-3 0,1-4 0,4-1 584,5 1-968,-2-1 0,14-6 3,0-4 1,9-10 0,10-5-1,1-4-16,-1-2 0,4 3 0,-1 0 0,2 3-30,4-2 0,-4-2 0,0 1 0,0 0 53,0 3 1,0 1-1,2-1 299,-5 5-139,-4 3 1,-2 2 0,1 0 493,0 0-327,-8 0 1,-1 2 172,-7 3-320,0-3 0,0 12 0,-2-4 0,-3 4-167,-5 1 1,1-4 0,-1-1 0,-1 2-642,3 2 0,-4 1 0,5 1 734,-2-1 0,6 1 0,-4-1 0</inkml:trace>
  <inkml:trace contextRef="#ctx0" brushRef="#br0" timeOffset="72">14111 10021 7642,'-5'-15'57,"0"-1"74,-7 8 1,10-6 459,-3 4-32,3 3-160,2-7-168,0 5 1,2 1-42,3 3 1,4 1 0,6 1-277,1-3 1,-1 1 0,1 5-340,-1 0 0,1 0 0,-1 0-522,1 0 0,-6 0 947,0 0 0,1 0 0,4 0 0</inkml:trace>
  <inkml:trace contextRef="#ctx0" brushRef="#br0" timeOffset="73">14142 9680 6796,'-8'0'933,"1"2"0,7 3 1,0 5-507,0 4 0,0 7 1,0 1-1,0 2-97,0 4 0,0 1 0,0 4-33,0 3-165,7-3 1,-1 10 0,6-5 65,-1 2-71,-1 1 0,0 4 1,-1-2 111,-2-2-217,-2-6 0,0 10 0,0-6 1,-1 1-101,-2-4 0,-4-3 1,-2-2-1,-2-2-124,-3-3 1,4-5 0,-6-9-112,-1-2 1,-1-6 0,-1-1-7,4-6 0,-3-6 1,7-7-1,-1-1 82,0-4 0,0 2 1,3-6-1,-2-3 111,-3-1 0,4 3 1,-4 2-1,2 1 166,4 4 1,-1 2 0,1 2 248,-2-1-146,0 1 1,5 4 359,0 1-192,0 6 0,1-2-123,4 6 0,4 0 1,7 0-1,-1 0-176,1 0 0,-1 0 0,1-2 0,-1-2-288,1-1 1,4 0-1,1 3 1,-2-1-335,-2-2 1,-1-6 0,-1 5 0,1-1-488,-1 0 1,1-4 1096,-1 6 0,1-14 0,-1 2 0</inkml:trace>
  <inkml:trace contextRef="#ctx0" brushRef="#br0" timeOffset="74">14452 9603 8794,'-8'6'788,"-1"-2"0,6 6 1,-3 2-688,3 2 1,-4 2-1,2-1-785,1 1 602,3-1 1,1 6-1,0 0-510,0-3 322,0 0 0,0-8 0,0 0-1052,0 2 0,-5-3 1076,-1 1 531,1-6 0,5 3 1,7-7-1,3 0 56,4 0 1,-3-5 0,-1-1 41,2 3 0,2 1-333,1 2 1,-4 0-23,-1 0 23,-7 7 0,4 2 1,-7 6-52,0 1 40,0-1 1,-7 6-1,-1 1-70,-1 3 39,-5-7 1,6 10 0,-8-7-1,1-2-50,-1-2 1,1-2-1,-1-1-252,1-3 0,6-6 53,4-10 1,5-4 0,5-7 0,5 1-1,4-1 0,-2 1 0,0-1 0,2 1 130,-2-1 0,0 6 0,4 1 0,-1 3 172,1 2 1,-6-3 0,0 2 624,3 2-474,-7 1 0,8 2 531,-3 0-391,-5 0 1,6 7 11,-6 3 1,4 6 0,-5 3-174,-1 1 1,-3 3-1,-1-3 1,-1 4-27,-5 1 1,3 6 0,-7-2 0,-1 4 31,3-4 1,-4 5-1,6-6 1,3-2-95,1-2 0,2 2 0,0-5 0,0-2-89,0-2 1,7-2 0,2 1 0,1-1-160,0 1 1,1-6-456,4 0 417,1 1 0,-6-3-767,1-2 445,-1-5 0,0-1-120,1 0 1,-8-1-1,2-5 157,-3-4 0,0-4 1,1-1 466,2-1 0,0 1 0,-5-8 0,0-1 0</inkml:trace>
  <inkml:trace contextRef="#ctx0" brushRef="#br0" timeOffset="75">14669 10130 7746,'-8'0'782,"1"0"0,2 7 0,0 3 0,1 4-402,2 2 0,2 6 0,0 4 1,0 3-145,0 2 0,-5-5 1,0 0-1,0 1-98,-2 3 0,3-6 1,-4-3-1,-1-4-305,1-2 1,-3-4-1,-4-3-470,-1-1 0,1-3 1,1-10-1,2-6 92,2-7 1,-1 0 0,-3-5-186,4 2 599,-4-6 1,13 6 0,-5-6 0,5 4 81,1 2 0,0 1 1,0 6 360,0-1-75,0 7 1,0 1 0,1 4 225,5-1 1,2 0-1,8 5-28,-1 0 0,1 0 0,-1 0-294,1 0 0,-6 0 0,0-2 0,3-1-276,0-2 0,3-2 0,-1 3 0,3-1-683,2 2 0,-6-4 0,5 2-17,0 1 0,0 3 835,-4 1 0,1-7 0,-1-2 0</inkml:trace>
  <inkml:trace contextRef="#ctx0" brushRef="#br0" timeOffset="76">14948 9866 7568,'-10'5'-44,"0"1"1,5 1 251,-6-2 1,8-2-1,-2 7 215,3 3 1,2 0 0,0 5-1,0 1-175,0 1 1,0 3 0,2-3 0,1 4-101,2 1 1,2 4-1,-3-5 1,1 2-128,-2 0 0,-1-7 1,-2 1-1,0-2-301,0-3 0,0 1 1,0-1-254,0 1 0,-2-8 0,-1-4 113,-2-8 0,-1-6 1,6-9-687,0-2 973,0-6 0,0 3 0,0-7 1,0 0 132,0-1 0,6 1 0,-1-1 0,0-3-53,2-1 0,-5 5 0,4 7 1,0 0 265,-1 0 0,2 5 0,-4-2 398,2 4 0,7 8-88,-1 4 1,-3 3 0,3 2-323,1 0 1,2 0 0,1 0-325,1 0 99,-1 0 1,1 0-245,-1 0 217,1 0 0,-1 0 0,-1 2 0,-2 1-126,-2 3 1,-5 0 154,6 0 1,-8-3 213,2 7 1,-3 1-62,-2 4 0,0-4 1,0-1-22,0 2 1,-5-3 0,0 1 23,1 2 0,3 2 0,1 1 55,0 1 1,0 5 0,0 1 223,0 2-346,0-5 1,-2 9-1,-2-6 13,-1 2-60,0 2 0,5 3 0,0-3 38,0-5-203,0-4 1,0-1 0,0-1-1504,0 1 381,0-8 1,-2-1 1266,-3-7 0,3-7 0,-4-1 0</inkml:trace>
  <inkml:trace contextRef="#ctx0" brushRef="#br0" timeOffset="77">14995 10301 7965,'-10'-6'415,"-1"1"0,6 0 479,-5 5-194,6 0 0,-1 0 0,10 0-603,6 0 0,8 0 0,1 0 0,-1 0-274,-1 0 1,-1 0 0,2 0 0,1 0-401,-1 0 1,-1 0-1,-3 0 577,1 0 0,-1 7 0,1 2 0</inkml:trace>
  <inkml:trace contextRef="#ctx0" brushRef="#br0" timeOffset="78">15538 9742 7856,'0'-15'420,"0"-1"1,0 1 391,0-1-415,0 8 1,0 2 0,0 13-85,0 9 0,0 1 0,0 9 1,0 1-141,0 3 1,-5 1-1,-1 0 1,1-2-123,-2-3 0,4 3 0,-6-5-1014,2 0 746,-5-1 1,11-8 0,-6 1-765,0-1-682,5 1 893,-5-7 1,7-4-1,0-10 770,0-6 0,5-3 0,2-1 0,0-1-41,0 1 0,5 5 0,-3-1 0,1-1 19,0-2 1,-4-1 0,4-1 434,2 1 1,2-1 0,1 1 110,1-1 0,-2 6 0,-2 1 0,-2 1-273,2-1 0,2 0 0,1-1-506,1 5 212,-8-4 0,6 6 0,-3-6-313,2 2 123,3 2 1,-6 3-395,0-3 0,-4 4 0,2-6-467,-1 0 1094,-2 5 0,-5-12 0,0 6 0</inkml:trace>
  <inkml:trace contextRef="#ctx0" brushRef="#br0" timeOffset="79">15786 9587 8299,'0'16'534,"-2"1"0,-3 2 0,-5 5-226,-4 5 0,-2 6 0,1 13 0,-2 4-29,-4 5 1,2 1 0,-5 1 0,0-4-145,0-2 1,5-8 0,-2-10 0,5-8-426,6-6 0,-4-4-394,4-1 0,1-8-2133,-1-3 2264,7-3 1,1-9 0,7-3 552,-2-4 0,6-8 0,0 3 0,6-5 0,1 1 0,-1-4 0,1 2 0</inkml:trace>
  <inkml:trace contextRef="#ctx0" brushRef="#br0" timeOffset="80">15677 9990 7657,'16'-5'89,"-1"0"0,1 0 0,-1 5 285,1 0 0,-6 2 0,-1 3 10,-2 5 0,-2 6 0,-5 3 1,0 1-109,0-1 0,0-7 0,0-1 1,0 1-160,0 1 0,-5 3 0,-2-2 0,0-2-113,0-2 1,-5-5 0,2 6-631,-4 1 492,-2 2 0,1-1 0,-1-1-801,1-1 661,-1-1 1,1 0-1,-1 1-392,1 1 1,-1-5-156,1-2 0,1-5 821,4-5 0,3-4 0,8-6 0,3-1 0,1 1 0,2 1 0,-4 2 0,4 1-7,2-1 1,-4 4-1,4-3 467,-2-1 1,5 5 219,-2 2 1,-1 4-1,1 1-189,2 0 0,-3 1 0,1 3 0,2 3-165,2 1 0,1 3 0,3 4-232,2 1-99,-3-1 1,8-1-1,-6-2 1,1-2-51,-1 2 0,4-3 1,-3 0-1,-1-1-464,-2 1 1,-1-6 0,-1 2-805,1-3 1,-6-2-130,1 0 1452,-8 0 0,4-7 0,-7-1 0</inkml:trace>
  <inkml:trace contextRef="#ctx0" brushRef="#br0" timeOffset="81">15879 9618 7657,'-9'-7'1881,"2"4"-1258,7-8-292,0 1-480,0 1 172,7 3 0,-3 6 0,4 1-980,-1 4 596,-2 4 1,1 7 0,-1 1 360,-2 3 0,6-2 0,-1 4 0</inkml:trace>
  <inkml:trace contextRef="#ctx0" brushRef="#br0" timeOffset="82">16220 9525 7663,'-9'0'2859,"-4"-7"-2742,4 5-174,0-5 1,3 14-81,6 4 0,5 3 1,0 1-1,0-1-600,2-4 0,-5 4 0,5-5 185,-1-1 0,-4 1 0,5-6 552,0 2 0,2-6 0,6-8 0</inkml:trace>
  <inkml:trace contextRef="#ctx0" brushRef="#br0" timeOffset="83">16375 9447 7955,'9'2'655,"-4"3"1,-3 4 0,-2 6 0,-2 1-352,-3-1 1,1 1 0,-8 1-1,-3 2-146,-4 2 0,-4 6 0,4-1 0,-3 2-116,-2-2 1,5 1-1,-2-6 1,4-2 18,2-2-396,-1-1 173,7-8 0,4-1 1,10-7 0,4 0 0,7-1 0,1-5-90,3-4 0,-2-4 0,4-1 1,-1 1-98,-1 4 1,1-4-1,-5 3 1,-1-1 41,1 2 0,-1-4 0,1 6 0,-3-3-47,-2 1 0,3 6 1,-4-1 0,-5 5 352,-5 5 0,-7 4 0,-8 7 0</inkml:trace>
  <inkml:trace contextRef="#ctx0" brushRef="#br0" timeOffset="84">16174 9959 7966,'-11'6'425,"1"-1"1,5 5-63,-6-5 0,8 2 107,-2-2 0,5-3 1,5 3-1,5-3-456,4-2 0,2-5 0,1-2 0,2 0-183,1 0 1,6-3 0,-3 3-1,-1 0-304,0 0 1,-1-3-1,-4 3-119,4-2 0,-4 1 0,2-5-412,-7 3 841,2 0 0,-12-1 0,3 1 163,-3-2 0,-2 5 0,-7-7 0,-2 6 0</inkml:trace>
  <inkml:trace contextRef="#ctx0" brushRef="#br0" timeOffset="85">16298 9804 7709,'0'-15'860,"0"6"1,-2 4-130,-3 10-603,3 11 1,-7 8 0,6 7-77,-2 0 7,-7 7 1,3-4 0,-6 6-1,1-2 22,3-4 0,-2-3 1,4-5-1,-1-5-1469,-1-4 616,8-8 1,-4-9 0,7-11 0,2-4 771,3-6 0,4 4 0,6-6 0</inkml:trace>
  <inkml:trace contextRef="#ctx0" brushRef="#br0" timeOffset="86">16251 9990 7783,'16'0'0,"-1"0"0,1 0 277,-1 0 1,-5 7 0,1 4 0,-1 2 30,-1 3 0,3-1 1,-5 1-1,0-1-153,-1 1 0,5-1-415,-6 1-525,0-7-530,-5 4 1315,0-11 0,-7 5 0,-1-7 0</inkml:trace>
  <inkml:trace contextRef="#ctx0" brushRef="#br0" timeOffset="87">16003 9742 8484,'-9'2'161,"4"3"0,3-1 0,2 6 1,0 2 301,0 2 0,0 8 1,0 4-1,0 5-335,0 5 0,6 2 0,0 7-18,3 1-57,-5-9 0,2 7 0,-6-12-155,0-1-14,0 0 1,0-2-438,0-3 312,0-4 0,-6-13 0,-5-4-151,-3-3 1,-1-2 0,1-2 213,4-3 0,-2 1 314,7-6 306,-1 7 1,8-10-21,3 8 1,4 0 0,6 5 0,1 0 41,-1 0 0,1 0 0,-1 0-178,1 0-235,6 0 0,1 0 1,4 2-1,-1 1 66,2 2 0,1 6 0,2-6 0,0 0-151,0 2 1,0-4 0,-2 6 0,-1-2-174,-2-4 1,-6-1 0,5-2 0,-1 0-297,0 0 1,-4-2 0,5-3-1,-3-5-1463,-3-4 1966,5-1 0,-7-8 0,6-1 0</inkml:trace>
  <inkml:trace contextRef="#ctx0" brushRef="#br0" timeOffset="88">16747 9478 7651,'9'0'2714,"-2"0"-2386,-7 0 1,0 2-203,0 3-105,-7 4 1,-2 6 0,-6 1 0,-1 1-11,1 4 0,-2-4 0,-2 6 0,-2-3-227,2 1 1,2 5-1,3-6-124,4-1 0,1-1 0,6-3 33,-3 1 0,3-6 226,8 0 1,-1-6 0,4 3 0,1-2 79,-1 0 0,-2 0 0,2-3 251,-1 3 0,-2-1 429,-5 6-419,0 0 0,0 6 664,0-1-686,0 1 1,0-1 0,0 1-1,0-1 96,0 1 0,0-1 1,0 1-649,0-1 0,0 1-752,0-1 0,0-4-90,0-1 0,2-6 1156,3 1 0,-3-4 0,5-1 0</inkml:trace>
  <inkml:trace contextRef="#ctx0" brushRef="#br0" timeOffset="89">16608 10254 7651,'-14'24'0,"2"-1"0,2-3 770,-3 1-486,7 0 1,-3-2 0,5-2 717,-1-3-629,0-9 1,7 0-199,3-10 1,-2-4 0,8-6 0,3-3-119,5-2 1,-2-4 0,3-7 0,-1 0-347,2 0 1,-4-2-1,4-2 1,-2-3-354,2-1 0,-4-9 1,4-9-1,-3-5 171,3-6 1,-4 3-1,4-6 1,-4 2 470,-1 4 0,-1 8 0,1 10 0,-1 9 0</inkml:trace>
  <inkml:trace contextRef="#ctx0" brushRef="#br0" timeOffset="90">16980 9432 7633,'10'-5'192,"1"0"1010,-8-1-896,4 6 1,-9 0 0,-1 2 0,-4 3-80,-2 6 1,-1-3-1,-6 3 1,1 1-38,-1 1 1,-1 5 0,-2 1-1,-2 1-209,3-1 1,-5-3 0,2-4 0,2-2-208,2 2 1,2 0 0,-1 0-1593,1-1 683,6-8 1135,-5 4 0,6 0 0,-8 2 0</inkml:trace>
  <inkml:trace contextRef="#ctx0" brushRef="#br0" timeOffset="91">16794 9634 7651,'8'6'1229,"-1"-2"-462,-7 6 0,0 1-436,0 4 0,0-5-50,0 1-1280,0-1 698,0-1 1,5-1 300,1-2 0,6-5 0,-4 6 0</inkml:trace>
  <inkml:trace contextRef="#ctx0" brushRef="#br0" timeOffset="92">16887 9603 7651,'8'1'1294,"-2"4"0,-5-1-1064,-1 6 1,0-5-260,0 6 65,0-8 0,0 6-1312,0-4 462,0-3 814,-7 5 0,6-7 0,-6 0 0</inkml:trace>
  <inkml:trace contextRef="#ctx0" brushRef="#br0" timeOffset="93">16949 9572 7651,'8'0'1599,"-1"1"-1420,-7 4 0,0-1 0,0 6-153,0 2 0,0-3 0,-1 1-94,-5 2 0,3-3 0,-6 1-834,3 2 567,-7 2 1,10 2-939,-7-1 1022,-1 1 1,1-1-1,0 2 251,-2 4 0,-2-4 0,-2 6 0</inkml:trace>
  <inkml:trace contextRef="#ctx0" brushRef="#br0" timeOffset="94">16809 9866 7797,'-10'5'157,"0"1"0,4-1 196,-4-5 1,5 0 240,-5 0-10,6 0-200,-3 0 0,9 0-38,3 0 1,-1 0 0,4-2-240,-1-3 1,3 1 0,-3-4-1,0-1-225,0 1 0,5 2 0,-1-4-212,2-2 0,1 3 1,-2 1-1,-2-1-143,3 1 0,-5 4 0,1-3-12,-2 0 0,5 6 0,-4-6-531,1 0 325,-2 5 691,-7-5 0,7 0 0,1-1 0</inkml:trace>
  <inkml:trace contextRef="#ctx0" brushRef="#br0" timeOffset="95">16794 10021 7923,'-16'7'294,"2"-3"0,2 4 1558,2-1-1443,7-2 1,-3-5-367,12 0-28,2-6 0,9-3 0,2-7-594,2 1 378,0-1 0,-1-4 1,1-1-1,-2 2-123,-2 2 0,-1 1 1,-1 1-1,1-1-64,-1 1 1,-4 4-1,-3 1-389,-1-2 693,-2 5 1,-6 0 0,-5 9 245,-4 3 0,-4 4 0,-1 8 1,1 2 322,4 2 1,-4 1-1,4-3 1,-2 2-127,1-2 1,-3 3 0,4 0 0,-4 3-108,-1 2 1,-1-3-1,1 2-259,-1 2 30,1-6 1,-1 7 0,1-4 0,-1-3 6,1-7 1,1 1 0,2-7-1007,2-1 545,6-1 0,9-19 0,11-5 131,1-6 1,0 4 0,0-3 0,4 1-52,5 1 0,-4-6 1,1 5-1,-3 2 284,1 2 0,2 1 0,-5 3 0,3 1 392,-2 1 1,-2 8 0,-1-2-26,-1 3 0,-1 4 0,-4 3 746,-4 5-669,-5 4 0,-1 1 0,0 1-37,0-1 1,0 1 0,-1-1 0,-5 1-201,-4 0 1,2-1 0,-3 1 0,-1 1-97,-2 3 1,-6-2-1,-1 2 1,0-1-141,-1 2 1,5-4 0,-4 4 0,4-4-290,1-1 1,1-6-1,-1-1-378,1-2 1,6-4 0,4-10-1291,3-8 2053,2-1 0,0-13 0,0 5 0</inkml:trace>
  <inkml:trace contextRef="#ctx0" brushRef="#br0" timeOffset="96">16856 10177 7879,'-5'15'0,"-1"1"588,3-1 1,1-5 0,2 1 26,0 1 1,2-4 0,3 1 0,7-2-475,7-4 1,0 1-1,5-1 1,0 2-168,1-1 1,-5-1 0,4 1 0,0 1-220,1-2 0,-6-1 0,1-2 0,-3 2-848,-1 3 1,-1-3 1092,1 3 0,-1 4 0,1-1 0</inkml:trace>
  <inkml:trace contextRef="#ctx0" brushRef="#br0" timeOffset="97">17228 9711 7653,'-9'2'3091,"4"3"-2289,-3 4-501,6 6 0,-5-4-50,7-1-170,0-7 0,2 11-182,3-4 0,-2-3-1108,8-1 0,-3 2 1209,3 2 0,2-3 0,-4 0 0</inkml:trace>
  <inkml:trace contextRef="#ctx0" brushRef="#br0" timeOffset="98">17243 10130 7653,'-13'24'375,"2"-3"0,-1 1 0,5-1 375,-1-2-364,4-2 1,-3-1 409,7-1 1,0-8-634,0-7 0,2-7 0,3-10 0,6-2-180,2-2 0,3-11 1,1 0-1,2-2-443,2-4 1,-1 4-1,-4-6 1,-2 0-9,-4 1 0,4-1 1,-4-1-1,2 4 147,-1 5 0,-3 8 1,-4 3 385,1 4 0,0 10 1,-5 7-1,0 10 483,0 9 0,-2 5 0,-1 9 914,-2 3-1128,0-3 1,-1 10-1,1-7 61,2-1-422,-6-9 0,7 1 1,-3-6-803,4-2 433,1-9 0,5-15 0,2-12 1,-1-6-281,1-4 0,5-4 1,-1-4-1,1-1 389,-2 2 0,4-4 0,-4 1 0,4 3 370,2 1 1,-1 2 0,1 2 0,-1 3 136,1 5 0,1 4 0,2 3 0,1 4 227,-1 5 1,-1 3 589,-3 2-754,-6 7 1,-1 2 0,-4 8 504,1 3-587,0-2 0,-5 9 1,0-4-131,0 1-69,-7-5 1,4 10 0,-8-5 0,-1 2-18,-1 0 0,-3-7 0,1 3 1,-3-1 7,-2 0 0,2-1 0,-2-4 0,3-1 207,1 1 0,-5-1 1,1 1 248,1-1 1,3 1-351,6-1 1,5-6-121,10-4 1,9-5 0,6-5-781,-1-5 596,5 3 0,-6-7 0,4 4-852,0-4 720,-4-2 1,9 1 0,-6 1-637,-2 4 724,-2-4 0,-1 7 0,-1-5-118,1 2 1,-3 5 160,-2-6 0,-4 6 32,-7-5 0,0-1 0,-2-2 0,-3 0 174,-6 3 0,-2 0 0,-3-6 0</inkml:trace>
  <inkml:trace contextRef="#ctx0" brushRef="#br0" timeOffset="99">17554 9494 7868,'-2'-9'593,"-3"4"1,3 5-1,-5 7-244,0 9 1,5 6-1,-3 11 1,2 5-65,-2 8 0,3 9 0,-3 13 0,3 4-95,2 4 1,0-4-1,0-1 1,0-4-180,0-7 1,5-6-1,0-13-399,-1-5 289,-2-10 0,-2-8-1344,0-8 553,0-7 1,-2-10 889,-3-13 0,3-8 0,-5-3 0</inkml:trace>
  <inkml:trace contextRef="#ctx0" brushRef="#br0" timeOffset="100">17771 9727 7653,'0'-16'1138,"5"6"1,2 1-452,1 2 0,3-3-347,4 5-301,1-7 0,-1 8 0,1-4 0,-1 1-243,1 3 0,-1-3 0,2 2-710,4 2 0,-4-4-733,4 2 1211,-4 0 0,-10 5 1,-7 0 326,-8 0 1,-6 0-1,0 1 1,2 3 76,2 1 1,-1 5 0,-4-3 484,-1 2-363,8-6 0,-6 11 1,4-4 771,-4 4-633,5 2 0,-5-1 0,6 1 0,-3 1 165,1 4 0,1-2 1,-3 6-1,4 3 92,1 1 0,0 7 0,4 2 0,-3 0-92,3 0 0,1 4 0,2-6 0,0-3-234,0-6 0,0 1 0,0-8-114,0-1 0,7-3 1,3-4-110,4-2 1,2-6-1,-1 1-188,1-3 1,-1-2 0,1 0-408,-1 0 509,1 0 1,-1 0 0,1-2-295,-1-3 339,8 3 1,-6-10 0,4 5-1,-4 0-48,-2 0 0,1-3 1,-1 5-103,1 1 1,-6-3-446,1 2 330,-8 0 1,2 5 0,-10 0-152,-5 0 1,-4 2 0,-2 1 519,1 2 0,-8 1 0,-1-6 0</inkml:trace>
  <inkml:trace contextRef="#ctx0" brushRef="#br0" timeOffset="101">18034 9789 8447,'-8'10'2013,"3"0"-1602,3 2 0,-3 2 0,-1 3 0,1 2-53,-2 2 1,4 5 0,-7-4-201,-2 3-138,5 0 0,-7 1 1,4-2-1,-3 1-139,3-1 1,-4-5 0,4 0-1109,-4-7 733,-1 1 0,-1-9 1,1 4-317,-1-1 0,6-3 0,0-9 348,-3-6 0,7-2 0,0-3 0,5-1 462,1-4 0,0 4 0,0-4 0,0 4 0,0 1 0,0 6 0,0 0 151,0-2 0,0 3 1056,0-1-189,0 6 1,1-3 65,5 7-778,-5 0 1,13 0 0,-4 0-79,4 0 1,2 6 0,-1 0 0,1 1-108,-1 0 0,-1 5 1,-2-1-1,-2 2-96,2 3 1,2-1-1,0 3 1,-2 1-310,-2 1 1,-4 1 0,2-5 0,-1-1-1324,-3 1 1,-3-1 1606,-1 1 0,0-8 0,0-1 0</inkml:trace>
  <inkml:trace contextRef="#ctx0" brushRef="#br0" timeOffset="102">13398 11231 7737,'-9'0'2593,"2"0"-2045,7 0-144,0 0 1,7 0-1,5 0-323,7 0 0,-2-6 0,6-5 0,-1-1-160,4 2 1,3-4 0,1 4 0,-3-4-228,-1-2 1,-2 6 0,2 1 0,-5 1-479,-4-1 1,-2 6 260,1-2 1,-9 8-46,-7 2 402,0 7 1,-14-8 0,4 4 0,-4-1-135,-2-3 0,1 3 300,-1-2 0,-6-7 0,-2-7 0</inkml:trace>
  <inkml:trace contextRef="#ctx0" brushRef="#br0" timeOffset="103">13615 10999 7005,'15'0'1003,"-6"0"1,3 1 0,-7 5-660,-1 4 0,-4 9 0,-5 5 1,-6 4-53,-3 4 1,-1 10 0,-2 1 0,-2 5-88,-2 4 1,-7 1 0,4-4 0,-1-1-423,-1-3 0,7-9 0,-2-2 0,2-6-761,-2-7 0,9-11 377,-3-5 1,10-15 0,-1-8 0,5-4 159,1-6 0,5 4 0,2 0 0,1 0 441,5 0 0,0 5 0,1-2 0,-2 4 0,-2 2 0,1-1 0,3 1-465,-4-1 369,4 7 0,-6-3 913,8 7-551,-8 0 1,6 5 0,-3 0 291,2 0 0,3 0 0,-1 0-161,1 0 1,1 0 0,2 2 0,2 1-278,-2 2 0,3 1 0,-1-5 0,-1 3-145,3 1 0,-6 5 0,4-3 0,-4 2-98,-2 3 1,-1-4-1,-3 3 1,-5-1-1320,1-1 810,-5 4 1,3-11-1,-10 3-618,-5-3 1250,-4-2 0,-2 0 0,1 0 0</inkml:trace>
  <inkml:trace contextRef="#ctx0" brushRef="#br0" timeOffset="104">13568 11433 7575,'-10'0'1731,"0"0"-872,6 0-284,-3 0-429,7 0 0,0 2 0,2 1 19,3 2 1,-1 1 0,6-6-330,2 0 0,-3 0 0,1 0-237,2 0 0,-3 0 1,1 0-365,2 0 1,-3 0-875,1 0 739,-6 0 900,2 0 0,1 7 0,2 1 0</inkml:trace>
  <inkml:trace contextRef="#ctx0" brushRef="#br0" timeOffset="105">13568 11511 7654,'-5'10'-17,"0"0"0,-5 1 874,5 4-563,-1 1 1,6-6-1,0 0 467,0 2-569,0-5 0,0 7-35,0-4-209,0-3 0,0 2-152,0-4 1,2 2-1,2 5-996,1-2-770,0-6 1970,-5 3 0,-2-7 0,-3 0 0,3 0 0,-5 0 0</inkml:trace>
  <inkml:trace contextRef="#ctx0" brushRef="#br0" timeOffset="106">13553 11604 7655,'15'-9'645,"-6"-5"1,0 13 0,-6-6-389,2 0 0,2 5 0,-3-5-178,1 0 1,2 6-1,-2-6-417,5 0 0,4 3 0,1-4-885,1 1 1,-6 2 867,1 5 0,-8 1 0,2 5 355,-3 4 0,-2 4 0,-5-4 0,-2 0 0,-2 2 0,-1 2 0,-6 2 153,1-1 120,-1 1 0,6-6 0,0-1 203,-2-2 0,3 3 1,0-3 162,3 1-563,0-4 0,8 3-288,3-7 1,-1 0-206,6 0 1,-1-2-163,1-3 53,-3 3 82,0-5 395,-5 7 22,4 0 261,-6 0-36,0 0 0,-1 5 1,-3 2 131,-1 2 0,-7 1 1,3 6-24,1-1 0,-1-4 0,6-1-72,-2 2 1,-6 2-173,6 1 0,0-4-501,5-1 57,0-6 212,0 2 140,0-6 0,7 0-12,3 0 1,-1 0 164,1 0-98,0 0 1,1 0 0,-1 0 126,2 0 0,2 0 88,1 0 1,1-5 0,-1 0-95,1 2 1,-1-4-1,1 0-100,-1-2 0,1 4 0,-1-4 107,1 3 1,-1 0 231,1 6 0,-6 0-6,1 0 0,-8 7-324,2 4-14,-3-4 1,-4 6-1,-1-2-79,-2 2 1,-7-2-1,3-1 1,-1 2-135,-1 2 0,6 0 1,-5-2-1,-1-2-229,3 2 0,-6 2 0,5 2 0,-1-1-302,0 1 0,5-3 0,-6-1-26,-1-1 0,4-6 728,-3 5 0,8-6 0,-4 3 0</inkml:trace>
  <inkml:trace contextRef="#ctx0" brushRef="#br0" timeOffset="107">14049 11247 11806,'14'-2'109,"-2"-1"-289,-2-2 1,-1-2 0,3 3-1106,-2-1-385,1 0 647,4-2 1,-6 4 1022,-4-8 0,-3 1 0,-2-6 0</inkml:trace>
  <inkml:trace contextRef="#ctx0" brushRef="#br0" timeOffset="108">14065 11014 11460,'0'16'590,"0"-1"-448,0 1 0,1-1 1,3 3 31,1 2-74,0-3 1,-5 14 0,2-1 0,1 6 55,2 4 0,1 1 0,-6 6 1,0-1-89,0 1 1,0 4-1,0 1 1,0-2-67,0-2 0,5-6 0,0-3 0,-2-3-148,-1-6 0,-2-6-874,0-9 720,0-6 0,0-9 0,-2-10-449,-3-4 494,3-2 0,-10 1 0,6-1-59,-3 1 0,-1-1 0,-6 1-299,1-1 494,6 8 1,-5-4 0,4 5 114,-4-2 0,-1 1 0,1-5 465,3 3 1,3 5-28,3-5 0,3 4-124,-3-4 1,5 5 0,5-4-125,5 2 1,4 1-1,2 2 1,-1-1-212,1 1 1,-1 3 0,2 1-663,4 0 485,-4-7 0,6 5 1,-8-3-116,1 3 0,-1 2 1,-1-2-1020,-4-3 925,4 4 1,-12-8 410,3 4 0,4-4 0,-1-6 0</inkml:trace>
  <inkml:trace contextRef="#ctx0" brushRef="#br0" timeOffset="109">14328 11107 7737,'0'11'2261,"0"-1"-1907,-7 7 1,0 0 0,-5 6 56,2-1-400,0 2 1,-1 2-1,3-2 1,-1 1-101,1-1 0,2-7 0,-2 0 0,1-5-662,3 0 0,3-3-36,1 1 1,7-6 437,3 1 1,4-5-1,1-4 324,1-1 0,-6-2 0,0 4 213,2-2 0,2 0 379,2 5-296,-8 0 0,6 1 5,-4 4 1,-3-1 0,-1 6 131,-5 2-331,-1 2 1,0 2 0,0 1 0,0 2 89,0 1 0,0 3 1,0-4-1,-1 3 77,-5 2 0,-1-3 0,-5 3 0,4 0-18,1 0 0,-3-3 1,4 3-1,1-1-54,-2-4 1,6 0 0,-5 0-147,5 1 1,2 1 0,5-7 0,4-4-163,4-5 0,1 2 0,1-2-586,-1-1 548,1 4 0,-1-6 1,1 3-747,-1-3 561,1-2 0,-1 0-610,1 0 471,-8 0 0,4-2 168,-6-3 0,-1-4 0,-5-6 0,0-1 330,0 1 0,-7-7 0,-2-3 0</inkml:trace>
  <inkml:trace contextRef="#ctx0" brushRef="#br0" timeOffset="110">14483 11449 9030,'-5'10'733,"0"0"0,0 2 0,5 7 0,0 4-364,0 1 0,-5-3 1,-2 4-1,0 3-151,0 1 1,-5 2 0,2 0 0,-4-1-197,-2-5 1,1 3-1,-1-9 1,1-3-480,-1-4 0,-4-9 0,-1 2 0,2-3-78,2-2 1,1-7 0,1-3-837,-1-4 1032,1-8 1,4 3 0,3-6-83,1 3 278,2 1 1,5 1 0,0-1 113,0 2 45,0 2 1,1 6-1,3 1 1,3 0 55,1 1 1,-3 1 0,6 4 123,1-1 1,2-5 0,1 4-1,1 1 21,-1-2 0,6 0 0,1-5 0,1 4-82,-1 1 0,0-5 1,-1 3-1,3-1-160,0-1 1,4 8-1,-6-4 1,1 2-106,-1 0 1,-1 0 0,-6 5-988,1 0 260,-8 0 857,6 0 0,-12 7 0,5 1 0</inkml:trace>
  <inkml:trace contextRef="#ctx0" brushRef="#br0" timeOffset="111">14700 11340 8935,'0'9'1763,"0"-1"-1257,0-3 0,0-1 0,0 6-252,0 2 0,6 2 1,-1 3-1,-2 2-153,-1 2 1,-2 5 0,0-4 0,0 2-131,0 4 1,0-6 0,0-1 0,0-4-2463,0-1 1021,0-1 0,0-8 56,0-7 1212,0-7 1,0-10 0,0-2 201,0-2 0,0-6 0,0 3 0,0-6 0,0 5-28,7-5 0,-6 11 1,5-5-1,-5 2 126,-1 3 0,0 2 0,2 1 0,2 1 341,1-1 0,0 6 0,-3 1 0,1 0 38,2 1 0,2 4 0,-3-3-208,1 1 1,7 4 0,-2-3-241,4 3 1,-4 2-1,1 0-83,1 0 0,-4 0-89,3 0 217,-1 0 1,-1 2-1,-3 1 104,1 2 1,-5 7 273,3-1-297,4 2 1,-7 3 0,3 0-1,-4-1 19,-1 1 1,0-1 0,0 1-1,0-1-109,0 1 0,0 4 0,0 3 0,0-1-55,0 0 0,0 4 1,0-3-1,0-1-30,0 1 1,0 2-1,0-4 1,0-2-147,0-2 0,0-1 1,0-1-1,0 1-620,0-1 1,-5-4-1008,0-1 1183,0-7 0,-2 4-575,-3-7 1185,3-7 0,-7-1 0,5-8 0</inkml:trace>
  <inkml:trace contextRef="#ctx0" brushRef="#br0" timeOffset="112">14731 11697 7977,'-10'5'424,"0"0"838,6 0 0,-1-5-732,10 0 0,4 0 0,5-1-252,-4-5-236,11 5 0,-11-8 1,11 6-635,-4-3 450,-2 1 1,1 0-1340,-1 0 901,1 0 1,-6 3 0,1-1 579,1-3 0,-5-6 0,-1 4 0</inkml:trace>
  <inkml:trace contextRef="#ctx0" brushRef="#br0" timeOffset="113">15228 11169 11635,'15'0'-114,"1"-7"0,-6 6 0,0-6-1319,2 0 1065,2 5 0,2-12 0,-1 6 368,1-1 0,-1-5 0,1 6 0</inkml:trace>
  <inkml:trace contextRef="#ctx0" brushRef="#br0" timeOffset="114">15290 10983 11538,'0'16'315,"0"-1"1,0 2 0,1 4-123,5 5 0,-3 3 1,6 4-1,-1 3-32,1 6 0,-4 2 0,4 3 1,-3 0-40,-2-1 0,-1 1 0,1-3 0,1-2-135,-2-6 1,-1-3 0,-4-4-295,-3-3 145,4 3-43,-13-12 10,5 6-437,1-15 349,1-1 0,7-8 0,-2-3-156,-3-1 0,3-7 0,-5 3 22,0 1 0,4-6 0,-8 4 214,-1-4 0,-1-2 0,-1 1 0,2-1 146,1 1 1,3-1 0,-4 1 746,1-1 0,3 1 83,-3-1 0,-1 1-312,7-1 0,2 8 0,8 2-179,5 5 1,4 1-1,2-2-292,-1-3-152,1 3 1,1-10 0,2 5 0,1 0-373,-1 0 1,0-5-1,0 2 1,2-4-558,-2-1 1,-2-1 0,-1 1 1090,-1-1 0,1-6 0,-1-3 0</inkml:trace>
  <inkml:trace contextRef="#ctx0" brushRef="#br0" timeOffset="115">15600 10766 7649,'0'-9'2996,"-2"15"-2780,-3 9 1,1 9 0,-4-3 0,-1 0-234,1 1 0,4-5 1,-3 4-1,2-4-503,0-1 1,-2-3-1,4 0-1486,-3-3 920,1 0 383,5-1 805,0-2-134,0-7 505,0 0 0,2-7-268,3-3 0,4 1 0,6 0 0,1 1-7,-1-1 1,-4 6 0,-1-3 0,2 5-151,2 1 1,1 0-1,1 0-55,-1 0 1,-6 1 0,-4 5 0,-3 4 30,-2 4 0,0 8 0,-2 2 0,-3 2 72,-5 0 0,-4 0 1,-2 3 172,1-3-171,-1 3 0,1-11 0,-1 2 115,1-3-128,-1-1 0,6-6-229,0 1 45,6-8 0,-1-1 0,10-9 0,4-2-152,-1-3 0,6-2 0,-4-1 0,6-1 64,5 1 0,-4 1 0,4 2 0,-4 3 96,-2 3 0,-4 0 199,-1 6 1,-7 9 0,3 5 0,-5 6 348,-1 5 0,-1 2 0,-5 8 1145,-4 1-1222,-11 0 0,4-5 0,-4 0 653,4 0-773,9-7 0,1 4 1,7-8-81,0-1-214,0-1 0,1-3 1,6-1-1,7-2-37,5-2 1,9-4 0,-2 2 0,1-1-235,-1-3 0,3-3 1,-5 1-1,0 1-303,-3 3 0,-4-1 1,-1-5-959,-1 0 1304,-6 0 1,-4 0 41,-10 0 0,2 0 0,-8 0-480,-1 0 509,-2 0 1,4-2 0,0-1-520,-2-3 710,5 1 0,-14-9 0,4-3 0</inkml:trace>
  <inkml:trace contextRef="#ctx0" brushRef="#br0" timeOffset="116">15755 11293 7649,'15'0'1068,"-6"0"1,0 0 0,-6 2-496,2 3 1,0 4 0,-3 8 190,3 4-570,-3-4 0,5 11 1,-7-8 147,0-1-248,-7 6 1,4-3-1,-8 5 1,-1-2-251,-2-3 0,-1-1 0,-2-6 0,-2 1-299,-2-1 1,-5-1-1,5-2 1,1-3-217,-3-2 0,4-2 0,-5-7 0,2-3 304,3-5 0,2-9 0,1-4 0,2 1 275,4-1 1,-2-2-1,7 4 1,1 2 258,3 2 0,1 1 0,1 2 0,5 2 321,4 2 1,5 0 0,4-4-161,2 3 1,1-1 0,-3 5 0,4-1-11,1-4 1,-3 3 0,3-1-45,-2-2-265,6 5 0,-11-5 0,5 5 1,-1 0-203,0 0 1,-1 2 0,-4 5 0,-1 0-719,1 0 0,-6 0 911,1 0 0,-1 0 0,5 0 0</inkml:trace>
  <inkml:trace contextRef="#ctx0" brushRef="#br0" timeOffset="117">16049 11061 7519,'-15'0'129,"5"0"680,-1 0 0,8 2 1,-2 3-476,3 5 1,2 6 0,0 4-1,0 6-186,0 3 1,0 4 0,2 3-1,1 4 13,2 0 1,6 1-1,-5-8 1,1-6-75,0-3 1,-2-3-1,-3-5-211,3-1 1,-3-8-899,3-7 790,-3-14 1,-2-10-1,0-9-996,0-3 923,7-3 1,-5-13-1,4-2 1,0 1-82,-1 0 0,5 1 0,-3 7 1,0 4 140,0 4 1,5 8 586,-2 8 0,-3 9 0,-2 19 0,-3 9 221,-2 8 0,0 5 0,0 4 0,0 1-18,0 3 0,-2 6 0,-1-2 1,-2 4-143,1 1 1,2 1 0,2 0-1,0 1-140,0 4 0,0-4 0,0 3 0,0-4-155,0-6 1,0 4 0,2-5-823,3-1 497,-3-7 0,7-10-1181,-4-7 1008,-3-6 0,6-4 1,-4-10-1,1-9-179,-2-10 1,4-3-1,-2-13 1,1 0 20,0 1 0,-4-8 1,5-6-1,-2-3 548,0-2 0,1-2 0,-6-4 0,1-2 0,4-1 0,-3-5 0,5 6 0,-2 8 0,0 9 0,2 17-222,-2 11 1,-1 12 1463,6 9-904,-6 7 1,3 3 0,-7 1 1088,0 1-1073,0-5 0,0 7 1,0-2 807,0 7-932,0-2 0,0 12 1,0-3-1,-2 3-34,-3 2 1,3 0-1,-3 0 1,3 0-161,2 0 1,0-5-1,0-2 1,0-1-381,0-4 1,0-2-1,0-1-256,0-1 0,2-6 0,3-4 137,5-3 1,-1-9-1,1-4 1,2-2 216,2-3 0,2-5 0,-1 1 0,1 2 240,-1 6 0,1 0 1,-1 5 672,1-1-512,-1 4 0,-5-3 1,1 9 860,1 3-704,-5-3 0,1 12 0,-4-4 1,1 6 127,-2 4 1,-1-2 0,-2 4 0,0-1-208,0-1 1,-5 6 0,-2-3-1,-2-1-143,-3 0 0,4-1 1,-3-4-1,-1 2-173,-1 2 1,-3 0 0,1-7 0,-1-2-379,1-2 0,-1-1 0,-1 3 1,-2-4 12,-2-1 1,1-2-1,4-5 1,1 0-276,-1 0 1,1-1 0,1-5-259,3-4 744,-2-11 1,11 2 0,-3-5-147,3 2 354,2-6 0,0 11 1,0-4-1,2 6 109,3 5 0,-2-3 1,8 8 462,1 2 1,2 3-1,1 5 108,1 5 0,-1 4 0,1 2 0,-1-1-131,1 1 1,-1 4 0,1 3 0,-1-1-206,1 1 1,-3 2 0,-1-2 0,-1 1-276,1 4 0,0-6 0,0-1 0,-3-4-572,-3-2 0,7-1-1836,-3-3 1060,-3-5 1308,7-12 0,-6-10 0,8-8 0</inkml:trace>
  <inkml:trace contextRef="#ctx0" brushRef="#br0" timeOffset="118">16763 10766 7669,'0'-15'166,"7"-1"212,-6 7 1,6 4 200,-7 10 1,0-1 518,0 6-811,0-6 1,0 4-175,0-3-32,0-3 1,-1 5-205,-5-7 4,5 7 1,-6-4-1,5 8 150,-3 1 0,3-4 0,-5 3 0,2 1 82,0 2 1,-5 1-1,3 1-68,-2-1 0,0 1 1,-3-1-162,2 1 0,5-3 0,-4 0-807,2-3 363,2-7 333,5 4 0,2-7 94,3 0 125,-3 0 0,6 0 500,-2 0 0,2 0 90,8 0 1,-8 2-4,-2 3 0,-5-1-527,-1 6 1,0 0-391,0 6 1,0-6-953,0 0-930,0 1 2220,0 4 0,7 1 0,2-1 0</inkml:trace>
  <inkml:trace contextRef="#ctx0" brushRef="#br0" timeOffset="119">16778 11464 7661,'-10'21'318,"0"-1"0,-1 1 1,-4-4 951,-1 4 0,2-4-47,4 4-1136,3-11 1,7-10-1,0-12 1,2-7-220,3-7 1,4-3 0,8-4 0,2-3-662,2-5 0,-1-9 1,-3-4-1049,4-1 1358,-4 5 1,6-10 0,-6 3 482,4-3 0,-4-2 0,5 7 0,-6 5 0,-1 6 0,1 8 0,-1 5-152,1 5 541,-1 11 0,-8 10 0,-7 10 172,-8 5 1,-6 4-1,-2 2 1,1-1-228,-1 1 0,1-1 1,-1 1-1,1-1-152,-1 1 0,1-3 0,-1-1 0,3-1-106,2 1 1,-3 0 0,4 0-935,-4-2 310,6-6 1,-6 10-2267,4-4 1514,3-3 1300,0 0 0,8-7 0,3-2 0,3-1 0,1-3 0,-2-4 0,4 5-47,2 1 1,0 1 0,0 0 477,-2-3 0,-4 1 784,4 5 1,-5 0-741,5 0 1,-4 5-400,4 1 0,-7 6-1175,3-2 301,-5-3 798,-1 0 0,7 0 0,2 1 0</inkml:trace>
  <inkml:trace contextRef="#ctx0" brushRef="#br0" timeOffset="120">17026 10890 8454,'-7'9'933,"6"-1"45,-4-2-484,-4-5 0,7 8-315,-3-4-150,3-3-1163,-5 12 304,6-13 830,-6 6 0,7-7 0,0 0 0</inkml:trace>
  <inkml:trace contextRef="#ctx0" brushRef="#br0" timeOffset="121">17135 10782 7726,'-2'13'0,"-1"-1"334,-2-1 1,-2-6-1,3 5 1,-3 1 214,-1-3 1,4 6 0,-3-5-80,1-1-345,4 6 0,-7-7 0,6 5-419,-2-2 1,-6 1 0,4 2-366,-1-2 0,3-4 1,-4-6 658,2 5 0,-5-5 0,3 6 0</inkml:trace>
  <inkml:trace contextRef="#ctx0" brushRef="#br0" timeOffset="122">16871 11092 7819,'-8'7'2392,"-6"-6"-915,12 13-1216,-5-12 1,9 5-1,3-7-253,6 0 1,2-5 0,3-2-307,-1-2 0,1 1 0,-1-5 0,1 5-237,-1 1 0,1-3 1,-1 3-327,1-2 579,-1 6 0,1-9 0,-2 5-346,-4-2 1,-1 6 392,-4-3 1,-5 5-1,0 2 235,-9 5 0,-5 2 0,-1 8 0</inkml:trace>
  <inkml:trace contextRef="#ctx0" brushRef="#br0" timeOffset="123">16887 11216 7661,'0'15'-228,"-5"-4"0,-1-1 844,3 2 0,-4-3 761,2 1-869,0-6-267,5 2 0,2-6-106,3 0 0,3-1 0,8-4 0,-1-6-291,1-3 1,1-1 0,2-1 0,3-1-221,3-3 1,-7 2 0,3-2 0,-4 2-1,-1 3 0,-1-1 0,1 3 1,-2 0-164,-4 3 0,-1 5 438,-4-5 1,-5 6-1,2 1 1,-8 6 304,-2 8 1,-3 2 0,-4 3 936,-1-1-885,-6 8 0,5-1 0,-4 6 933,4-2-885,1-1 0,1 5 0,-1-3 358,1-1-523,-1 0 1,1 5 0,-1 0 0,1-2-63,-1-3 1,1 2 0,-1-8 0,1-1-172,-1-1 1,8-3 0,1-1-405,0-4 1,5-4 1,-3-12 1,8-4 0,4-9 0,4-3 179,6-3 0,-2 1 0,8-3 0,-1 3 61,4 1 1,-2-3 0,0 6 175,-1 1 78,4 2 1,-8 1 0,5 2-1,-1 2 285,-4 2 0,-2 6 1,-2-1-1,-1 5 59,-3 5 1,1 4 0,-7 6-1,-2 1 77,-1 0 1,-2-1 0,-2 2-111,-3 4 1,-2-9 0,-5 4 0,2-3-77,-2 1 1,-2 7 0,-2-1 0,1-1-182,-1-1 0,-4-3 1,-1 1-1,2-1-213,2 1 0,1-1 0,1-1 0,-1-2-147,1-2 0,-1-6 0,3 3-1232,2 0 1139,-3-6 0,11 5 1,-6-12-879,2-4 1033,2 3 0,5-7 1,0 4-1,0-4 61,0-1 0,0-1 0,2 1 233,3-1 0,-1 6 327,6-1 1,-5 8 0,5-2 349,3 3 1,-5 2-1,2 0-248,3 0 1,0 0-1,3 0 1,-1 0-276,1 0 0,-1 2 1,3 1-46,2 2-79,-3 8 0,8-10 0,-6 7-340,1 2 125,1-5 1,-6 7-1,1-5 1,-1 1-783,1 0 1,-1-4 0,1 2 917,-1-1 0,1-2 0,-1-5 0</inkml:trace>
  <inkml:trace contextRef="#ctx0" brushRef="#br0" timeOffset="124">17274 11061 7633,'-15'0'1090,"5"0"1,-1 0-589,-1 0 166,5 0 1,0 2-546,7 3 1,2 2 0,3 5-109,6-2 0,-3-7 1,3 3-156,1-5 1,-4 5-731,3-1 1,-6 0-481,5-5 1,-6 7 1349,1 3 0,-4 4 0,-1 1 0</inkml:trace>
  <inkml:trace contextRef="#ctx0" brushRef="#br0" timeOffset="125">17274 11495 8007,'-8'16'0,"1"-1"1406,0 1-696,5-8 1,-5-3-500,7-10 0,0-10 0,2-11 0,3-3-287,6-2 1,1-7 0,0-4 0,-2-2-176,2-3 1,2 2 0,2 2 0,-3 3-111,-2 3 1,2 2-1,-4 9 352,0 5 1,-1 6 801,-3 5-580,-3 10 1,5 8 0,-7 8 609,0-1-557,0 8 1,0 1-1,0 7 1,0 0 67,0 0 1,-5 0 0,0 0 0,1-2-546,3-3 0,1-3 0,-2-8-565,-3 1 1,3-10 237,-3-6 1,3-8 0,2-13 0,0-5 92,0-3 0,5-4 0,2-1 0,2-4 217,3-2 0,2 4 0,1-4 1,2 2 196,4 4 1,-4 6 0,4 6 464,-4 5-322,5-2 1,-9 17-1,2-3 1,-1 3 249,0 2 1,-4 7 0,-1 3-1,-3 4 28,-2 2 0,-2-1 0,-2 1 0,0-1-309,0 1 0,0 1 0,-2 2 0,-3 2-74,-6-2 1,-2 3 0,-3 0-1,1 3 147,-1 2 0,-5-3 1,-1 2-1,0 0 86,-1-2 0,3 4 1,4-8 478,1-1-370,-1-1 1,6-8-336,-1 0 0,10-6 0,1 1 0,8-3-285,6-2 0,3-7 0,2-5-954,2-7 910,6 1 0,-8-4 0,6 6 0,-1-1-116,0-3 1,-5 2 0,1-2-1,-2 4 85,-3 6 1,-1-4-1,-2 5 1,-3-1-269,-2 0 450,-2 6 0,-12-3 0,-4 7-14,-2 0 0,-8 0 1,0 0 177,2 0 0,-5-7 0,0-1 0</inkml:trace>
  <inkml:trace contextRef="#ctx0" brushRef="#br0" timeOffset="126">17461 10782 7436,'0'-7'796,"0"7"-144,0 8 0,0 8 1,0 4-1,0 8-206,0 7 1,0 11-1,0 13 1,0 6-194,0 8 0,5 2 0,0 5-88,-2 2-107,-1-9 0,-2-4 0,0-19-617,0-7-801,0-12 247,0-2 1,2-25 1112,3-4 0,-3-18 0,5-6 0</inkml:trace>
  <inkml:trace contextRef="#ctx0" brushRef="#br0" timeOffset="127">17709 10952 7344,'0'-15'2617,"1"1"-2692,5 4 0,2 1 0,8 5-179,-1-1 1,1-2 0,-1 4 0,1-2-338,-1 1 1,1-3-1,-1 1 163,1-3 1,-6 6 427,0-3 0,-8 5 0,0 2 11,-6 5 1,-8-3 0,2 6-1,-4-1 144,-1 1 1,4 1-1,1 6 1,-2-3 173,-2-2 1,-1 3-1,1-4 937,4 4-883,-4 1 1,7 6-1,-3 1 1,3 1 24,0-1 1,5 6-1,-3-2 1,3 3-239,2 2 0,0-2 0,0-1 0,0-4-200,0-2 1,0 4 0,0-5 0,0-2 17,0-2 0,5-1 0,2-1-152,2 1 0,-4-8 0,5-3-28,2-3 1,2 3 0,2 0 12,-1-1 0,2-8 1,2-2-193,2-3 279,0-1 1,-6-1 0,1 1-1,-1 0-75,1 1 0,-1-3 0,1 7-21,-1 1 1,-4 3-1,-3-1-525,-1-3 154,-2 3 1,-6-5-527,-5 7 1085,-2 0 0,-15 0 0,-1 0 0</inkml:trace>
  <inkml:trace contextRef="#ctx0" brushRef="#br0" timeOffset="128">18003 10937 7630,'-8'7'289,"-6"1"0,5 8 267,1-1 1,-1-3-1,4 2 1,-4 3-33,1 1 0,-1-1 1,6-2-1,-4 1-352,-2-1 0,4 6 0,-4 0 0,1-2-414,-1-2 0,4-3 1,-4-2-1768,2-2 1303,-5 0 1,9-1-1251,-7-4 1145,-1-3 811,3-2 0,-6 0 0,5 0 0</inkml:trace>
  <inkml:trace contextRef="#ctx0" brushRef="#br0" timeOffset="129">17786 11030 7630,'0'8'2034,"0"1"-763,0-4-965,7 4 0,-5 1 1,5-1 499,0-2-490,-6 5 1,13-4-129,-4 8-160,4-1 1,2 1 0,-1-1 0,1 1-11,-1-1 0,1 1 1,-1-1-1,1 1-909,-1-1 1,1 1-465,-1-1 0,-4-1 1355,-1-3 0,0-4 0,6-7 0</inkml:trace>
  <inkml:trace contextRef="#ctx0" brushRef="#br0" timeOffset="130">19957 3708 7726,'2'-14'306,"1"2"254,2 1-281,1 8 0,-5-6 598,5 4-331,-5 3-359,13-4 0,-12 7 0,3 4-29,-3 6 1,-1-3 0,3 3-355,1 1 0,0 2 1,-5 1-300,0 1 0,0-1 1,0 1-147,0-1 0,0-4 0,0-1 641,0 2 0,0 9 0,0 3 0</inkml:trace>
  <inkml:trace contextRef="#ctx0" brushRef="#br0" timeOffset="131">19880 4002 8028,'-16'0'927,"7"0"1,4-5-743,10 0 0,4-5 0,7 5 0,-1-1-71,1-1 1,4 1-1,1-7-288,-2 3 147,5 7 0,-7-9 1,4 6-525,-4 3 408,-1-6 1,-1 8-1,-1-6 1,-2 2-515,-2-1 1,-4 1 30,4 5 1,-7 2 176,3 3 1,-12-1 448,-4 6 0,-4 0 0,-1 6 0</inkml:trace>
  <inkml:trace contextRef="#ctx0" brushRef="#br0" timeOffset="132">19833 4111 7866,'-15'0'372,"4"0"0,3 2-58,1 3 1,0 3 0,3 8 91,-1-1 0,0 8 0,3 3 0,-1 3-272,-2 2 0,-2 5 1,3 0-1,-1-1-298,2-2 0,1-4 0,2-1 1,-2-4-689,-3-2 0,3-1-631,-3-6 88,4-6 1395,1-9 0,6-9 0,3-6 0</inkml:trace>
  <inkml:trace contextRef="#ctx0" brushRef="#br0" timeOffset="133">19926 4204 8127,'0'-15'538,"2"6"1470,3 4-1467,-3 3 1,5 4-677,-7 3 116,0 4 1,0 1 0,0 0-981,0 2 253,0 2 1,0-4-1710,0 1 2455,0-1 0,0-1 0,7-2 0,1-7 0</inkml:trace>
  <inkml:trace contextRef="#ctx0" brushRef="#br0" timeOffset="134">19988 4204 7182,'9'0'628,"5"0"-559,-13 0 1,8 0-126,-4 0 92,-3 0 1,6 0-280,-2 0 137,-5 0 0,8 0 1,-4 0 86,5 0 1,4-5-1,2-2 1,-1 0 190,1 0 0,-6 2 0,0 5 133,2 0 0,-3 0 1,0 2 29,-2 3 1,-2 4 0,-7 8-1,-3 2-45,-5 1 1,-4 8 0,-2-4 0,1 2-59,-1 0 1,-4-5 0,-3 4-97,-1 3-93,5-6 1,-3 1 0,6-6-1,1 2 97,-1 2 0,1-6 0,1-5 2,4 3 1,3-5-180,7 3 0,1-8 0,5 4-55,4 0 1,4-6-1,3 5 1,2-5-1,1-1 0,3-5 1,-4-2-1,3-1-76,2-4 0,-5 3 1,4-1-1,-3-1-4,1 3 1,5-6 0,-5 5 0,-2-1-229,-2 0 0,-2-1-471,1-4 423,-1 6 1,-6-5 447,-4 4 0,4 3 0,-1 0 0</inkml:trace>
  <inkml:trace contextRef="#ctx0" brushRef="#br0" timeOffset="135">20484 4049 7753,'-8'0'1621,"1"0"-846,7 0-566,0 7 1,0 3-1,0 9 1,0 4-25,0 1 0,0 3 1,0 8-1,0 3-247,0 1 1,0 1 0,0 3 0,0-3-341,0-2 0,0-4 1,0-6-1856,0-3 1702,0-6 1,-5-7-1,0-17 555,1-14 0,2-8 0,2-4 0</inkml:trace>
  <inkml:trace contextRef="#ctx0" brushRef="#br0" timeOffset="136">20608 4049 7753,'14'-24'0,"-2"3"0,-1 4 0,1 1-10,1 1 0,3-1 0,-1 1 1,1 1 115,-1 4 1,1-2 0,-1 5-1,1 0 97,0 0 0,-1-3 0,1 4 0,-1 3-91,1 1 1,-6 2 0,0 0 81,2 0-191,2 0-69,2 0 1,-6 7 48,0 3 1,-6-1-17,1 1 1,-3 1 20,-2 4 0,0 1 119,0-1 0,0 1-9,0-1 0,0 1 0,0-1 38,0 1 0,0-6 1,0 1 91,0 1 0,5 8 0,0 4-20,-2 1 0,-1-1 0,-2-4 0,0 6-49,0 4 1,0 6-1,0 2 1,0 1-34,0 4 0,-5 2 1,0 0-1,1-4-171,3-4 1,-5-1 0,1-3 0,0-6-184,-2-3 1,5-3 0,-3-6-920,4 1 597,1-7 1,0-4 0,0-10-427,0-6 1,-6 3 975,1-3 0,-7 1 0,4-6 0</inkml:trace>
  <inkml:trace contextRef="#ctx0" brushRef="#br0" timeOffset="137">20608 4282 6370,'2'-9'800,"3"4"1,4 1-1,6 1-505,1-2-210,-1 0 0,3-1 0,1 1-66,1 2-3,1-6 1,-4 7-782,4-3 166,-4 4 0,6 1-763,-8 0 1362,-6 0 0,-2 6 0,-7 3 0</inkml:trace>
  <inkml:trace contextRef="#ctx0" brushRef="#br0" timeOffset="138">20655 4390 7749,'-14'2'-209,"4"3"0,-4-3 540,4 3 47,3 4 0,2-8-295,10 4 0,5-8 0,9-4 1,2 0-100,-2 0 1,0-3 0,0 3 0,3-1-213,2-5 0,-5 7 0,2-1 0,-4 1-254,-1 1 0,-6-2 1,0 4 481,2-2 0,-5-2 0,-2 2 0,4-4 0,0-6 0</inkml:trace>
  <inkml:trace contextRef="#ctx0" brushRef="#br0" timeOffset="139">20748 4095 8069,'-9'2'1367,"4"5"-1219,3 9 0,2 3 0,0 12 0,0 6 116,0 7 0,0 9 1,0 6-1,0 4-315,0 5 1,0-3-1,0-8 1,0-7-166,0-7 1,0-2-1,0-10 1,0-6 215,0-6 0,0-4 0,0 1 0</inkml:trace>
  <inkml:trace contextRef="#ctx0" brushRef="#br0" timeOffset="140">21229 3971 7692,'-11'-5'105,"1"0"1,1-2 259,-1 2 26,3 3-113,0-5 163,6 7-140,-6 0-176,7 0 0,1 0 1,5 0-57,4 0 0,4 0 0,1 0 0,1-1-114,-1-5 1,-4 5 0,-1-4 0,2 3-24,2 2 1,1 0-1,1 0-211,-1 0 0,-4 0 1,-1 0 90,2 0 0,-5 2 0,-2 3 105,-3 5 0,-2-1 0,0 1 0,-2 2-3,-3 2 0,-4-4 0,-6 1 158,-1 1-61,1 1 1,-1-2 0,1-1 0,-1 0 105,1-1 1,-1 3-1,1-5 1,-1 0 14,1 0 0,6 0 0,2-4-209,0 2 21,6 0 0,-5-5 0,12 0 0,4-1-123,4-4 1,1 1 0,1-4 0,-1-1-171,1 0 0,-1 1 1,-1-4-1,-2 3 14,-2 2 1,-1 0 334,1 2 0,4 3 0,-12-12 0,5 13 0,-7-6 0</inkml:trace>
  <inkml:trace contextRef="#ctx0" brushRef="#br0" timeOffset="141">21229 4033 7732,'-14'2'144,"4"3"0,1-3 1,6 5-15,-3 0 1,1 1-1,5 8 1,-2-1 51,-3 1 1,4 8-1,-5 5-107,5 6-39,-6 8 1,3-3-1,-4 6-373,1 1 208,2-1 1,-1-4 0,0-3-1,-1-3-404,0-6 1,-4-1 0,5-8 532,-3-2 0,6-9 0,-4-3 0</inkml:trace>
  <inkml:trace contextRef="#ctx0" brushRef="#br0" timeOffset="142">21260 4282 8049,'-11'-14'1105,"1"3"0,7 3-849,-3 3 0,6 3-311,6-3 1,2 3-664,8 2 1,-1 0 146,1 0 0,-1 0-971,1 0 1542,-1 0 0,1 0 0,-1 0 0</inkml:trace>
  <inkml:trace contextRef="#ctx0" brushRef="#br0" timeOffset="143">21244 4437 7692,'-15'-7'995,"6"5"-903,2-12-31,14 6 1,2-1-583,6 4 379,1 3 1,-1 2-1,1 0-470,-1 0 396,-6 0 0,3 2 1,-5 1-78,1 3 1,-4 6 288,1-2 1,-3 4-1,-4 1 233,-3 1 0,1-1 0,-6 1 71,-2-1 1,-2 1-1,-1-1 1,-1 1-10,1-1 1,4-4 0,1-1-89,-2 2 0,3 0-226,-1-1-46,7-5 1,-3 0-182,12-1 0,4 0-90,11-5 280,-4 0 1,5-5 0,-6 0 0,-1-1 31,1 0 1,4 4-1,1-3 1,-2 3 113,-2 2 0,-6 0 1,-1 0-1,2 0 205,2 0 1,-4 0 93,0 0 0,-6 2-70,1 3 0,-5 3-298,-5 8 0,-4-2 0,-6-2-178,-1-2 124,1-6 0,4 4 0,1-4-841,-2 1 384,5 0 494,-7-5 0,6 0 0,-8 0 0</inkml:trace>
  <inkml:trace contextRef="#ctx0" brushRef="#br0" timeOffset="144">21756 4049 7716,'0'-9'-1843,"0"-5"1851,0 13 37,0-6-23,0 7 1,-2 0 502,-3 0 6,3 0-181,-5 0-59,7 0 496,0 0-546,0 7 34,0-6 1,-1 8-95,-4-4 0,-2 4 0,-5 6 0,1 1-41,-1-1 0,-2 1 1,-1 1-1,-1 2-59,1 2 1,5 1-1,-1-3-174,-1 2 55,5 0 1,-5-11-290,7 0-34,0 1-165,5-3 271,7-1 1,1-7 0,8 0-202,-1 0 0,1 0 0,-1 0 70,1 0 1,-6 0 325,1 0 0,-8 7 0,2 3 0,-3 6 71,-2 5 0,-7-4 0,-3 5 0,-4-1 38,-2 0 0,3 4 0,1-2 1,1-1 154,-1 1 1,4 4-1,-1-3 1,2 2 75,4 0 0,-4-5 0,2 3 436,1-2-400,2 6 1,2-11 238,0 4-230,0-4 1,7-8-207,4-4 1,2-10-1,3-6 1,-1-4-173,1-6 1,-1-3-1,1-9 1,-1-1-252,1-2 1,-1-9 0,1 0-1,-1-5-61,1 0 1,-1 2-1,1 3 1,-2 2 163,-4 1 1,2 15-1,-7 1 478,-1 7 1,3 12 0,-2 7 3,-2 9 1,-1 11 0,-2 6 0,0 5 194,0 5 1,0-3 0,0 5 118,0 0-386,0-5 1,0 5 0,0-7-501,0 0-18,0-7 0,0-2 0,0-6-1854,0-1 1390,0-6 1,0-11 0,0-12 772,0-4 0,7-17 0,1 2 0</inkml:trace>
  <inkml:trace contextRef="#ctx0" brushRef="#br0" timeOffset="145">21926 4142 7716,'0'-9'734,"0"2"1,2 7 0,3 0-666,6 0 0,3 0 1,1 0-165,1 0 1,4 0 0,1 0 0,0 0-20,1 0 1,-3 0 0,5 0-1,0 0 44,0 0 0,-5-1 0,2-3 0,-4-1 9,-1 2 0,-6 1 1,0 2 158,2 0 0,-5 2 174,-2 3-141,-3-3 1,-2 11 57,0-2-91,0-4 1,0 6 0,-2-2 0,-1 3 91,-2 1 0,-2 2 1,3 2-1,-2 4-78,-3 1 0,6-4 0,-4 5 0,1-1-140,1 0 1,-2 0 0,4 4 0,-4-3-43,-2 3 0,4-4 0,-3 0 1,-1 0-179,0 1 1,-1-7 0,-5 3 0,-1-4-351,1-1 1,-1-1-1,1-1 1,-1-3 597,1-6 0,-8 3 0,-1 1 0</inkml:trace>
  <inkml:trace contextRef="#ctx0" brushRef="#br0" timeOffset="146">21802 4545 7716,'6'-15'-58,"-1"-1"1,2 1-1,-4-1 1,4 1-117,2-1 1,1 6 0,5 1 0,1 1 283,-1-1 0,3 4 1,1-4-1,1 2 201,-1 4 0,0 1-316,2 2-18,-4 0 1,6 0-634,-8 0 219,-6 0 437,-2 7 0,-1-5 0,3 5 0</inkml:trace>
  <inkml:trace contextRef="#ctx0" brushRef="#br0" timeOffset="147">21989 4251 8422,'5'-7'-224,"0"7"277,0 7 1,-5 15 0,0 4-20,0 3-23,0 2 0,-5 0 0,-2 2-257,-2 3 193,-1-3 1,0 3 0,1-10 0,0-4-79,1 1 1,3-8 0,-4 3-186,2-6 853,2-9-291,5 4 1,5-5-1,2 1 1,2 2-140,3-1 0,-4-3 1,3-1-1,1 0-296,2 0 1,-4 0 0,0 0 0,2-1-1244,2-4 1432,-5-4 0,11-7 0,-2 1 0</inkml:trace>
  <inkml:trace contextRef="#ctx0" brushRef="#br0" timeOffset="148">22485 4064 9104,'8'16'-225,"-1"-6"1,-5 1 12,3 1 1,-3-4-1,3 3 212,-3 1 0,-2 1 0,0 3 0</inkml:trace>
  <inkml:trace contextRef="#ctx0" brushRef="#br0" timeOffset="149">22640 3925 7563,'0'-7'53,"0"7"432,0 9 0,0 4 0,0 3 0,0 1-277,0 4 1,0-2 0,0 5-1,0 0-148,0 0 0,-7 0 0,-3 4 0,-4-4-354,-2-2 1,-4 4-1,-3-3 1,-1-1 2,-3 0 0,-3-1 0,-1-7 1,0-4-4,0-5 0,5-3 1,2-2 151,2 0 115,8-7 0,2-1 0,5-8-83,-2 1 142,6-8 1,-4 6 0,9-5 0,3 1 44,5 0 1,9 0 0,4 6-1,-1-1 1,1 1 0,4-1 0,-1 1 0,3 1-15,2 4 0,0 1 0,-1 6 0,-3-2-1,-1 1 1,-2 2-1,2 2 1,-5 0 20,-4 0 1,-2 0-1,-1 2 1,-4 3-95,-4 6 1,1-3 0,-2 3-1,-4 1-53,-4 1 0,0 8 0,-10 2-108,-4 1 167,2 2 1,-15 5 0,3 0-187,-8 0 163,3 0 0,-11 5 0,6 0 0,3-3 119,1-6 1,-1 1 0,3-7-1,7-4 575,5-5-608,10-5 0,9-9 1,10-1-1,6-4-64,5-2 0,1-6 1,6-6-1,-3 2-210,3 2 0,1 1 0,4 1 1,1-1 109,3 1 1,-1-1 0,-7 1 280,-3-1-126,3 8 1,-6-5 0,4 8 360,-1 2-230,-7 1 0,-2 2 0,-6 0 51,1 0 1,0 7-1,-2 3-135,-5 4 1,-3 2-1,-4-1 1,-3 1-100,-5-1 0,-4 2 0,-2 2 0,1 4-3,-1 1 1,-4-3 0,-1 3-1,0-2 6,-1-3 0,5-2 1,-4-1-1,4-2-334,1-4 0,1-1 0,-1-6-343,1 2 0,6-1-405,4-9 847,3-4 0,2-8 0,0-2 235,0-2 0,0-7 0,0 4 0,0-5 0,0 1 0,0 3 0,5 6 0,1-2-66,-3 4 335,-1 1 1,-2 9 0,0 7 90,0 9 0,-2 5 0,-1 1 0,-3 1-73,3-1 0,-4 1 0,2-1 0,0 1-93,-2-1 1,5 1-1,-3-1 14,3 1-93,2-1 0,0 1 0,0-1 0,0 1 144,0-1 1,0 6 0,0 1 226,0 3-389,0-6 1,0 8-1,0-4 1,0 1-68,0 3 1,0-3 0,0 2 0,0 2-69,0 1 1,0 2-1,0-2 1,0-1-707,0-2 0,0 0 744,0 5 0,7 0 0,2 0 0</inkml:trace>
  <inkml:trace contextRef="#ctx0" brushRef="#br0" timeOffset="150">19182 13031 7926,'-9'0'1469,"2"2"-628,7 3-594,0-3 1,2 4 0,3-6-121,6 0 1,-3 0 0,2 0 0,3 0-145,0 0 0,8-5 1,1-2-1,1 0-146,-1 1 0,6-5 0,-4 6-154,0 2 223,5-6 0,-11 7 0,2-3-82,-3 3 212,-1 2 0,-2 2 45,-4 3 1,-3-1-1,-7 6 1,-2 2 24,-3 2 0,-4 3 1,-8 2-1,-2 4-128,-1 1 0,-3-4 1,4 4-1,-3 1-112,-2-1 0,5-4 0,-2 5 0,4-3-567,1-3 1,-4-2 0,-1-3-963,2-4 1663,2-3 0,1 0 0,1 2 0</inkml:trace>
  <inkml:trace contextRef="#ctx0" brushRef="#br0" timeOffset="151">19228 13326 8137,'0'15'420,"0"1"1,0-1 0,0 1 0,-1-1-141,-5 1 0,5 6 0,-4 4 0,3 3-179,2 2 1,0-1 0,0-3-1,0-1-285,0 2 1,0-6-1,2-3-1024,3-7 817,-4 2 1,8-12-1091,-4 3 1481,-3-3 0,12-16 0,-6-4 0</inkml:trace>
  <inkml:trace contextRef="#ctx0" brushRef="#br0" timeOffset="152">19352 13233 9119,'16'-11'222,"-1"1"-175,1 6 0,-1-8 1,1 7-1,-1 2-38,1 1 0,-1 2 0,1 0 0,-1 0-11,1 0 0,-6 0 0,1 2 0,1 1-33,1 2 1,-2 6-1,-3-4 1,1 0 134,0-1 0,-4 7 0,3-3 76,-1 4 1,4 3 0,-6 2-1,-2 3-33,-1 2 1,-2-3 0,0 3 0,0 0 46,0 0 1,0 2-1,-2 5 111,-3 0-218,3-7 0,-4 6 1,6-6-9,0 0-149,0 5 0,0-11 1,0 2-1,0-2-729,0-3-252,0 1 0,-2-8 1055,-3-3 0,3-10 0,-5-3 0</inkml:trace>
  <inkml:trace contextRef="#ctx0" brushRef="#br0" timeOffset="153">19352 13465 7655,'-5'-10'228,"0"0"1,0 4 358,5-4 0,0 5-381,0-5 0,5 4 1,2-2-1,2 1-48,3 3 0,-4 3 0,3 1-98,1 0 0,1 0 0,3-2-841,-1-3 535,1 3 1,-1-5-842,1 7 604,-1 0 1,-4 0 0,-1 0 482,2 0 0,-5 0 0,7 7 0,-6 2 0</inkml:trace>
  <inkml:trace contextRef="#ctx0" brushRef="#br0" timeOffset="154">19383 13558 7655,'-15'0'480,"-1"0"749,8 7-1137,1-5 1,14 5-1,3-9-72,4-3 0,7 3 1,-1-3-1,-1 3-228,-2 2 1,-1-5-1,-1 0 1,1 2-282,-1 1 1,1 2-175,-1 0 1,1 0 662,-1 0 0,-6-7 0,5-2 0,-6-6 0</inkml:trace>
  <inkml:trace contextRef="#ctx0" brushRef="#br0" timeOffset="155">19445 13279 7991,'0'16'539,"0"-6"1,0 0-391,0 2 1,0 2-1,0 3 1,0 2-30,0 2 1,0 7 0,0-2 0,0 3-21,0 2 0,0 0 0,0 0-582,0 0 363,7-7 0,-5 0 0,3-5-1193,-3 2 497,-2-7 815,0-1 0,0-4 0,0 7 0</inkml:trace>
  <inkml:trace contextRef="#ctx0" brushRef="#br0" timeOffset="156">18934 13357 7651,'-14'-11'788,"4"1"1,1 7-78,4-3-518,3 5 0,-3 6 0,8 3 0,4 5 121,2 4 1,1 3-1,6-1-62,-1 2-163,1 7 1,-1-4 0,1 5-101,-1-3-79,1 3 1,-6-5 0,-1 7 0,-2 0-112,-4 0 0,4-5 1,-2-2-1,-3 1-77,-6-1 0,1-10 1,-7-1-1,-2-2-95,-2-3 1,-2-4-1,1 1 345,-1-3 1,1-2 0,1-2 0,2-2 375,2-1 1,6-2 0,-3 4 409,0-2-420,6 0 0,1 5 0,10 0 254,4 0-437,1 6 0,2-4 0,4 5 121,5 0-192,-4-5 1,13 5 0,-4-7 0,3 0 29,4 0 1,-3 0 0,6 0-1,2 0-40,2 0 0,-5 0 0,-3 0 0,0 0-44,-1 0 0,0 0 0,-5 1 0,-2 3-175,-3 1 1,2 5-1,-8-5 1,-1 1-824,-1 1 0,-3-6-648,1 4 205,-8-3 773,-1-2 638,-7-7 0,0-1 0,0-8 0</inkml:trace>
  <inkml:trace contextRef="#ctx0" brushRef="#br0" timeOffset="157">20097 12969 9525,'-7'9'611,"0"4"0,-7-1 0,0 6-461,-3 2 0,-9 8 1,-1-1-1,-6 6-150,-3 3 0,0 1 0,3-6 0,0-2-783,2-3 0,-2-6 1,13-9-580,1-6 1,8-5 465,6-5 896,10-4 0,11-13 0,8-2 0</inkml:trace>
  <inkml:trace contextRef="#ctx0" brushRef="#br0" timeOffset="158">19942 13186 7847,'15'0'0,"1"0"342,-1 0 1,-5 7 0,-1 3 0,-2 4 54,-4 2 1,4 6 0,-1 6 0,-3 4-71,-1 5 1,-2 6-1,0-2 1,0 4-206,0 1 0,-5-4 0,-1-4 0,1-4-215,-2-5 0,4-1 0,-6 1-447,2-3 0,0-5 0,4-9-263,-2-2 0,0-8 0,5-2 31,0-9 1,0-6 771,0-6 0,0-3 0,0-7 0</inkml:trace>
  <inkml:trace contextRef="#ctx0" brushRef="#br0" timeOffset="159">20205 12860 9648,'11'0'1161,"-1"0"1,0 2-1106,6 3 0,-8-1 1,-1 4-1,-2 1-309,1-1 0,-1-2 1,-3 2-1,1 1-252,2 0 0,0 1 0,-5 5 0,0 1-1517,0-1 2022,-7 1 0,-1-1 0,-8 1 0</inkml:trace>
  <inkml:trace contextRef="#ctx0" brushRef="#br0" timeOffset="160">20143 13109 8479,'11'0'699,"-1"0"0,-5 0 1,4-2-482,-2-3 0,5 3 0,-2-3-108,4 3 1,1-3 0,1 0-725,-1 1 481,-6 2 0,5 2 0,-4-1-1147,4-4 779,1 3 0,-4-5-937,-1 7 770,0 0 668,-1 0 0,5 0 0,-6 0 0</inkml:trace>
  <inkml:trace contextRef="#ctx0" brushRef="#br0" timeOffset="161">20190 13295 7656,'-9'0'735,"2"0"0,9-2 0,3-2-547,5-1 1,-1-2-1,1 4 1,2-4-244,2-2 1,-3 6 0,-1-2-1,2 1-266,2-1 1,-4 4 0,0-5-682,3 5 1,-5 1 1001,2 0 0,-6 0 0,3 0 0</inkml:trace>
  <inkml:trace contextRef="#ctx0" brushRef="#br0" timeOffset="162">20174 13465 7955,'-8'0'459,"1"7"1,8-5 0,3 1-1,3-4-525,1-5 0,8-4 0,5 3 1,-2-1-178,-2-4 0,-2 3 0,1 0 0,-1 2-543,1 4 1,-6-4 785,0 2 0,1 0 0,4 5 0</inkml:trace>
  <inkml:trace contextRef="#ctx0" brushRef="#br0" timeOffset="163">20205 13543 7656,'-15'15'164,"6"1"0,4-1 373,3 1 0,2-1 1,0 1-452,0-1 1,0 1 0,0-1-365,0 1 210,0-7 1,2 3-193,3-7 0,-1 0 18,6-5 0,-5-7 0,4-3 0,-2-4 101,-4-2 1,6 1 0,-1-1 0,3 1 277,-1-1 1,-5 3 0,4 1 0,-1 3 414,1 2 0,-4-3-54,5 5 0,-6 1 1,1 9-134,-3 6 1,-2 2 0,0 3-1,0 1 221,0 4 0,0-4-322,0 4-215,0-4 0,0-1 0,2-3-261,3-2 0,3-4 0,10-9 1,0-2-465,3-1 0,5-9 0,-4 1 1,3-6-588,2 0 1,1 0 1262,-2-2 0,3 4 0,-5-6 0</inkml:trace>
  <inkml:trace contextRef="#ctx0" brushRef="#br0" timeOffset="164">20795 12969 7780,'-16'0'83,"7"0"1,-4 0 0,4 2 189,0 3 1,1-2 0,4 8-1,-1 1-141,2 1 0,-4 3 0,2-1 0,1 1-53,2-1 1,2 1-167,0 0 1,0-1-325,0 1 0,0-1 170,0 1 1,0-1 168,0 1-20,0-1 0,0-5 235,0 1 30,7-8 339,-5 11-339,5-5 0,-7 1 1,0 0-1,0 2 109,0 2 0,0 2 1,0-1-1,0 2-30,0 4 1,0-2 0,0 7-1,0 0-112,0-2 0,0 4 1,0-8-1,0 1-33,0 1 0,2-4 0,1 4 59,2 0 0,0-10 1,-5 4-1,0-2-26,0-1 0,0 3 0,0 0 0,0-1-327,0 1 0,0-6 1,0 0-406,0 2 0,0-7-244,0-5 0,0-8 0,0-13 0,2-6-1166,3-8 2002,4 2 0,6-11 0,1 4 0</inkml:trace>
  <inkml:trace contextRef="#ctx0" brushRef="#br0" timeOffset="165">20934 13233 7652,'14'-11'0,"-2"1"0,-2 0 592,2 1 1,2 4-1,0 10-30,-4 5 1,-3 6 0,-7 3 0,0 3-309,0 2 1,0 2-1,0 5 1,0 2-176,0 3 0,-2-8 0,-1 3 0,-4-4-188,-2-3 0,6-1 1,-2-8-1,1-1-1992,-1-3 1173,3-5 1,-4-7 0,6-4 927,0-6 0,0-10 0,0-3 0</inkml:trace>
  <inkml:trace contextRef="#ctx0" brushRef="#br0" timeOffset="166">21089 13124 9258,'7'-9'572,"-4"3"1,8 4 0,1-2-529,2-1 1,1-2-1,1 4 1,-1-2-48,1 1 1,-1 1-1,1-1 1,-1-1 4,1 2 1,-1 1 0,1 2 0,-1 0-2,1 0 1,-8 2 0,-1 1 0,-2 4 47,1 2 1,0 1 0,-2 6 102,1-1 1,0 1 123,-5-1-237,0 1 1,0-1 0,0 2 215,0 4-181,0-4 0,0 13 0,0-5 0,0 5 17,0 1 0,0 1 0,0 3 0,0 1-84,0-1 1,-5-4-1,0-4 1,1-3-385,3-1 1,-4-3 0,-2-6-625,-2-3 0,4-5-28,-5-6 1,1-1 1028,-1-4 0,-11-4 0,4-7 0</inkml:trace>
  <inkml:trace contextRef="#ctx0" brushRef="#br0" timeOffset="167">21089 13419 8574,'-5'-11'0,"0"1"532,1-2 1,3 3 0,1-1-422,0-2 1,7 3 0,3 1-51,4 1 0,1-3 0,2 3-214,4-2 0,-4 4 1,4-4-946,-4 2 642,-1 2 1,-6 5-757,0 0 497,-6 0 715,3 0 0,-7-7 0,0-1 0</inkml:trace>
  <inkml:trace contextRef="#ctx0" brushRef="#br0" timeOffset="168">21213 13109 8437,'0'15'61,"0"2"0,0 2 0,0 4 224,0 1 0,-2 9 0,-3 6 0,-5 3-353,-4-1 1,-1-1-1,-1 1 1,1-7-329,-1-6 0,6-6 180,-1-6 1,8-9 288,-2-7 0,3-2 0,4-8 345,3-2 1,4 5 0,6 2-57,1 3 0,-1 0 0,1-1-522,-1-2 0,1-1 1,-1 6-698,1 0 1,-1-1 856,1-5 0,-1 5 0,1-6 0</inkml:trace>
  <inkml:trace contextRef="#ctx0" brushRef="#br0" timeOffset="169">21616 12876 8628,'-15'0'707,"-1"0"-937,1 0 1,6 7-241,4 3 474,3 4 0,2 1 0,0 1 0,0-1 178,0 1 0,2-1 1,2 1-403,1-1 1,2-1 0,-4-2-1191,2-1 1410,0-8 0,2 4 0,2-7 0</inkml:trace>
  <inkml:trace contextRef="#ctx0" brushRef="#br0" timeOffset="170">21725 12783 8968,'9'15'642,"-4"1"1,-4-1-308,-1 1 0,0 1 0,0 2 0,-1 3-496,-4 3 1,-4-1-1,-8 3 1,-2-3-8,-2-1 0,-1 3 0,3-6 0,-4-1-97,-1-1 0,0-5 1,-4-1-1,4-3-27,2-2 0,1-2 0,6-7 182,-1-3 96,8-3 1,-4-3-1,6 1 1,3-2 77,1-2 0,7-2 0,4 1 0,3 1 22,5 4 0,4-4 1,-2 4-1,2-2-9,-2 1 1,3-1 0,0 5-1,3-1 69,2-4 0,-3 5 0,0 0 0,0 2-55,1 0 1,-5-1 0,4 6 0,-1 0-91,-4 0 0,-7 0 1,-4 2-1,1 3-35,0 6 0,-6 2 1,2 3-1,-5-1-187,-5 1 0,-5 6 0,-9 4-430,-2 3 491,-6 3 0,1-1 1,-9 0 236,-1 0 72,0 7 0,5-6 1,0 3-1,2-6 234,3-3 1,3-7 0,8 2 575,-1-4-827,8-9 1,8-1 0,10-8 0,6-5-338,4-4 1,-1-5 0,5-4 0,0-2-5,1 2 1,-5 0 0,4 0 0,0-2 221,1 2 0,-1 7 0,2 2 0,-4 0 45,0 1 0,-4 0 1,2 6-1,-3-2 151,-1 1 0,-6 3 0,-1 2 405,-2 4-461,-2-3 0,-5 12 0,0-4 60,0 4-177,0 9 0,-2-5 1,-1 7-1,-4-1-69,-2 0 0,-1-5 1,-6 3-1,-1-1-90,-3 0 0,2-1 0,-2-6 1,2-2-285,3-1 0,5-8 0,-1 2 0,-1-3-81,-2-2 1,4 0-1,1-2 1,3-3 49,2-5 1,-3-6 0,2-3 0,2-3 437,1-2 0,2 5 0,0-2 0,2 4 0,3 1 0,-4 1-113,5-1 111,2 8 730,-6-6 281,5 12-482,-7-5 1,0 9-1,0 3 258,0 5 1,0 4-398,0 2 1,0-1-1,0 1-68,0-1 1,0 1-1,0-1-81,0 1 0,0-1 0,0 1 0,0-1-47,0 1 0,0-1 0,0 1 0,0 1 14,0 4 1,0 3 0,0 7-113,0 0-82,0 7 1,-5 3-1,-2 9-587,-2 2 171,6 7 0,-4-4 0,5 5 404,-3-3 0,3-4 0,-5-6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7T07:19:53.558"/>
    </inkml:context>
    <inkml:brush xml:id="br0">
      <inkml:brushProperty name="width" value="0.05292" units="cm"/>
      <inkml:brushProperty name="height" value="0.05292" units="cm"/>
      <inkml:brushProperty name="color" value="#FF0000"/>
    </inkml:brush>
  </inkml:definitions>
  <inkml:trace contextRef="#ctx0" brushRef="#br0">5148 12147 7721,'-8'-16'-164,"-1"6"720,4 0 1,1 1 670,-6-1-848,7-4 1,-6 12 0,6-5 330,-3 0 34,1 6-560,5-6-95,7 7 0,-3 0-78,6 0-26,0 0 0,6 0-107,-1 0 43,1 0 1,-6 0 0,0 0-1,1 1-68,-3 5 0,4-3 0,-5 7 0,0 2 58,0 2 1,-2 3-1,-5 2 41,0 2 0,0 0 1,-1-6-1,-5 1 34,-4-1 0,1 6 1,-1 0-1,-2-2 33,-2-2 1,-1-7 0,-1 1-1,1-1-82,-1-2 1,1 5 0,-1-8-45,1-2-79,-1-1 128,8-2-141,1 0 189,7 0 0,1 0 0,3-2 1,3-1 23,1-2 0,3-1 0,4 6 138,1 0 0,-1 0 1,1 2-58,-1 3 0,-1-1 0,-2 4 0,-2 1 32,2 0 0,-3-4 0,0 5 0,-1 0 2,1-1 0,-6 5 0,4-4 0,-2 4 49,1 1 0,-1 1 0,-7 0 0,-1-1-40,-3 1 0,-6 1 1,2 2-1,-4 0-94,-1-6 0,-1 3 1,-1-6-64,-4 4 82,4-5 0,-5 3 0,6-7-355,1-2 45,-1-1 1,1-2 0,-1 0-364,1 0 0,4 0 1,3-2-69,1-3 1,2 2-1,5-8 56,0-1 1,0-1-1,1-3-371,5 1 993,2-1 0,15-6 0,1-2 0</inkml:trace>
  <inkml:trace contextRef="#ctx0" brushRef="#br0" timeOffset="1.01">5567 12193 7915,'0'-15'829,"0"6"1,-2-3 309,-3 7-707,3 0 0,-5 3 367,7-3-498,0 3 0,2-5 15,3 7-191,4-7 1,1 6-1,1-5 1,1 5 5,1 1 1,3 0 0,-1 0 0,1 0-36,-1 0 0,1 5 0,-1 2-165,1 1 0,-1 3 0,1 4 0,-2 1-119,-4-1 1,-1 1-1,-6-1 1,2 3 35,-1 2 0,-2-3 0,-4 6 0,-3-2 48,-6-1 1,-3 3 0,-1-4 189,-1 1-125,1 1 0,-6-6 0,-1 1 475,-2-1-243,5 1 0,-5 0 437,3-1-393,4 1 0,-6-8 0,10-1 323,2 0-498,-3-5 0,14 5 1,0-9-24,9-3 1,10 1 0,2-4 0,-2-1-38,-2 0 0,4 4 0,1-3 0,0 1-31,1 3 0,3-3 0,-4 2 0,0 0-26,1-2 1,3 5 0,-6-3 0,1 3-44,1 2 0,-4 0 1,2 0-349,-2 0 290,4 0 1,-10 0-1,4 0-591,-3 0 123,1 0 0,-4-5-671,1 0 0,-6 0 110,5 5 0,-6-2 1185,1-3 0,-3-4 0,-2-6 0</inkml:trace>
  <inkml:trace contextRef="#ctx0" brushRef="#br0" timeOffset="2">6466 11883 7855,'0'-10'4301,"0"-1"-3028,-7 1 0,4 1-378,-7 4-682,-1 3 1,1 2 0,0 0-275,-2 0 0,-7 7 0,-2 5 1,0 6-93,-1 2 1,-2 6 0,-7-3 0,0 1-330,0 3 1,5 1 0,2-1 0,1-2-697,4-3 1,-1-1 0,2-6-1558,5 1 2735,8-1 0,11-20 0,12-5 0</inkml:trace>
  <inkml:trace contextRef="#ctx0" brushRef="#br0" timeOffset="3.01">6249 12069 7512,'0'16'-419,"2"-6"1,1 0 2302,3 2-1525,-1-5 0,-4 7 0,3-4 0,1 4 119,-2 2 1,-1 1 0,-2 2 0,2 3-222,3 2 0,-3-3 0,3 5 0,-3 2-156,-2 1 1,0 4 0,0 1-1,0 2-373,0-1 1,0 3 0,0-4-1200,0-5 976,-7 3 1,5-10-1195,-3 4 620,3-11 1069,2-1 0,0-19 0,0 3 0</inkml:trace>
  <inkml:trace contextRef="#ctx0" brushRef="#br0" timeOffset="4.01">6590 11930 7809,'0'-16'366,"0"7"0,0 1 1688,0 3-58,0 3-1313,0-5 1,2 7-498,3 0-173,4 0 1,1 0 0,-1 2 0,-1 1-505,1 2 1,-4 6 0,4-4 0,-1-1-511,1 1 0,-5 5 1,1-1 130,-4 3 0,5 1 0,-1 1 618,-2-1 1,-8 1-1,-4-1 298,1 1 0,-6-3 0,5-1 659,1-1-566,-6-8 1,7 11 0,-5-5 958,2-1-145,6-1 77,-10 0 109,13-5-871,-6 12 1,9-13-1,3 4-163,5-3 1,-1-2 0,1-2-1,2-1-33,2-2 1,-4 0 0,1 5-100,1 0 0,1 0 0,3 0 13,-1 0 1,-4 1 0,-1 3 97,2 1 1,-5 7-155,-2-2 101,-3 4 1,-2-3-1,0-1-167,0 2 51,0 2 1,-2 1-724,-3 1 431,3-1 1,-10-4 0,5-3 0,0 1-871,1 0 1,-6-6 1246,1 2 0,-3-3 0,-1-2 0</inkml:trace>
  <inkml:trace contextRef="#ctx0" brushRef="#br0" timeOffset="5.01">6652 12193 8578,'-7'9'0,"-1"-2"0,-2 0 280,-1 3 0,8-1 0,-2 1 708,3 2-704,2-5 1,-5 7 0,0-4 131,1 4-402,2 1 1,2 1-1,0-1 1,0 1-420,0-1 1,-5 1-1,0-1 1,2 1-289,1-1 0,2-4 1,0-1 143,0 2 0,-5-3 1,-2-1 385,-2-1 0,4-1 466,-5-6 815,-1 6-703,-4-4 1,4 10 720,1-7-660,7 7 0,-4-8 608,7 6-762,0-6 1,0 4 0,2-4 0,3 1 1,3 0 0,8-5 0,-1 0-131,1 0 0,1 0 0,2 0 0,3 0-209,3 0 0,-7 0 1,5 0-1,-2 0-242,-1 0 1,6 0 0,-5 0 0,-1-2-161,3-3 0,-6 3 0,4-3 1,-4 2-2203,-2-2 2620,8 3 0,-6-12 0,6 6 0</inkml:trace>
  <inkml:trace contextRef="#ctx0" brushRef="#br0" timeOffset="6.01">7381 11821 7922,'-8'0'2380,"1"2"-1217,7 3-946,0-3 0,0 6 0,0-3-265,0 6 0,0 2 0,0 3 0,0-1-164,0 1 0,5 0 0,0-1 1,-2 1-1289,-1-1 1500,-2 1 0,7 6 0,2 2 0</inkml:trace>
  <inkml:trace contextRef="#ctx0" brushRef="#br0" timeOffset="7.01">7583 11774 10738,'-5'11'0,"-1"-1"510,3 2 0,1-3 1,2 1-1,-1 4-450,-5 5 0,5-2 0,-6 5 0,2-1-224,-1 0 1,-6 1 0,4-3-966,-1 2 861,-5 0 1,6-6 0,-8 1-657,1-1 689,-1 1 1,1-6-1,-1-1 1,1-2-75,-1-4 0,1-1 0,-1-2 265,1 0 1,1-2 0,2-1 0,3-4 172,2-2 0,2-1 0,7-6-3,3 1 1,-2-1 0,8 2 0,1 2 37,2 2 0,1 0 1,1-4-1,-1 2 3,1 1 1,1 3-1,2-4 1,2 3-71,-2 2 0,-2-5 0,-2 3 0,1-1-110,-1 0 1,1 6 0,-2-3-1,-2 2-229,-2 0 0,0 0-131,6 5 29,-8 0 219,-1 0 96,-7 7 1,0 1 0,-1 8 0,-3 1 70,-1 4 0,-7-4 1,2 6-1,-2-3 51,1 1 1,-3 6-1,4-2 1,-4 0-42,-1 1 0,1-2 0,2 4 1,2-2 63,-2 1 0,-2-2 0,-2-1 0,2-2-38,4-3 0,-2 4 0,5-3-212,-1-1 178,4-2 0,-5-1-164,4-1-20,4-6-309,-6-2 241,7-7 1,0-2 0,0-3 0,1-5-177,5-4 1,-3-7-1,7-1 1,2-1 130,2 1 0,2-4 0,-1 5 0,1 3 234,-1 0 1,6-2 0,0-1 0,-2 4 148,-2 5 1,0-2 0,2 5 0,2 1 376,-2 2 0,-2 5 0,-2 1 0,1 0 29,-1 0 0,-1 1 0,-2 3 99,-1 1-467,-8 7 0,4-8 1,-7 6-49,0 2 1,0 2 0,-2 1-352,-3 1 1,-2-6 0,-5-1 0,2-1-128,-2 1 0,-2-4 0,-2 4 0,1-1 206,-1 1 0,6-4 0,0 5 213,-2 3 1,0 0 0,-1 1 0,5-2 308,1-1 0,2-1 1,5 7-1,0 2 227,0 2 1,1-1-1,5-4 1,2-1-287,1 1 1,5 3-1,-4-2-286,4-3 10,8-9 1,-5 7 0,4-7-627,-4-1 433,6-2 0,-6-9 1,5-4-1,-1-2-222,0-3 1,5 1 0,-6-1-1411,-1 0 802,-2-6 988,6 5 0,-6-6 0,5 8 0</inkml:trace>
  <inkml:trace contextRef="#ctx0" brushRef="#br0" timeOffset="8.01">8110 12038 7747,'-9'-9'2208,"3"1"-965,6 3-691,0 3 0,0-3-215,0 10 1,0 4 0,0 6 0,0 2-184,0 4 1,0 3-1,0 7 1,0 0-154,0 0 1,0 0 0,0 0 0,0 2-253,0 3 1,0-3-1,0 3 1,0-3-667,0-2 1,0-5 0,0-2 191,0-2 1,1-4 0,3-13 724,1-10 0,7-14 0,-3-5 0</inkml:trace>
  <inkml:trace contextRef="#ctx0" brushRef="#br0" timeOffset="9.01">8265 11992 7747,'10'-11'1168,"1"3"-547,1 1 0,7-4 0,1 4-167,-1-1-334,6 4 1,-7-8-1,8 7 1,2 0 47,1-2 1,2 4 0,0-6-127,0 2-11,0 2 0,-5 3 0,0-1-258,1-2 145,-4-1 0,-1 6 0,-6 0 0,-1 0-46,1 0 1,-2 2 0,-2 2 162,-2 1 0,-7 7 1,3-2-15,-5 4 1,-1-4 0,0 1 0,-1-1-12,-5-1 0,5 4 1,-6-2-1,2 3-1,-1 1 1,1 1-1,5-1 1,-1 2 108,-5 4 0,5 1 0,-4 6 211,3-2-229,2 0 1,0 6 0,0 3-53,0 1 6,0 7 1,0-3 0,0 6-56,0 1-82,0 0 1,0-1-1,0 1-650,0-1 525,0-6 1,0-2 0,0-9 0,0-3-1048,0-5 1,0-4-111,0-2 1365,0-6 0,-7-16 0,-2-10 0</inkml:trace>
  <inkml:trace contextRef="#ctx0" brushRef="#br0" timeOffset="10.01">8374 12224 7743,'-16'0'2900,"9"0"-2483,7 0 0,7 0 0,9 0-185,-1 0-172,1-7 1,-1 6 0,1-5-333,-1 5 248,1 1 0,-1-5 1,1-1-1194,-1 3 648,1-6 0,-1 8 1,1-6-1733,-1 0 2301,1 5 0,-1-5 0,1 7 0</inkml:trace>
  <inkml:trace contextRef="#ctx0" brushRef="#br0" timeOffset="11.01">8436 12286 8656,'10'-8'533,"0"3"1,1 3-1,2 0-766,-2-3 0,3 3 0,-4-3 1,4 3-546,1 2 0,-4-5 1,-1 0 777,2 2 0,2 1 0,1 2 0</inkml:trace>
  <inkml:trace contextRef="#ctx0" brushRef="#br0" timeOffset="12.01">8420 12426 7850,'-14'2'951,"4"3"-605,-4-3 0,19 4 0,1-6-202,6 0 1,3-5-1,2-2 1,2 0-63,2 1 0,0-5 0,-6 4 0,1 0-99,-1 1 1,6 0 0,-2 5-1,-4-3-166,-3-1 1,-1 0 0,4 5-273,1 0 276,-8 0 1,4 2-125,-6 3 154,6 3 1,-11 8-455,5-1 376,-12 1 0,3-1 0,-7-1 0,-2-2 227,-2-1 0,-2-1 0,1 6 0</inkml:trace>
  <inkml:trace contextRef="#ctx0" brushRef="#br0" timeOffset="13.01">8529 12038 7743,'-9'0'419,"-3"7"1155,7 3-1161,0 4 1,0 3 0,-1 4 0,3 3-173,1 0 0,2 11 0,0-2 0,0 3-306,0 2 1,0 5-1,0-2 1,0 4-512,0 1 1,0-1 0,0-3 0,2-8 575,3-6 0,4 1 0,6-5 0</inkml:trace>
  <inkml:trace contextRef="#ctx0" brushRef="#br0" timeOffset="14.01">8327 12798 7743,'-10'0'3303,"-1"0"-2723,8 0 0,-2 0 1,10 0-1,7 0-427,7 0 1,-2 0 0,6 0-1,-1 0-59,4 0 1,-4 0-1,1 0-640,-1 0 431,-5 0 0,11 0 0,-6 0-1639,2 0 1112,-5 0 1,5 0 641,-3 0 0,3-7 0,7-1 0</inkml:trace>
  <inkml:trace contextRef="#ctx0" brushRef="#br0" timeOffset="15.01">9211 12085 7974,'-21'0'0,"1"0"0,1-2 2577,1-3-1966,10 3 1,3-5-358,10 7 1,3 0 0,8 0 0,-1 0-165,1 0 1,-1 0-1,1 0 1,-1 0-296,1 0 0,5 0 1,-1 0-1,-1 0-239,-1 0 226,-3 0-69,1 0 0,-1 0 0,1 0 1,-1 0-147,1 0 1,-8 2 503,-3 3 170,-3-3-117,-2 12 0,-7-11 1,-1 7 98,-1 2 1,-5-3-1,6 1 1,-3 2 80,1 2-3,6 2-1,-9-1-130,11 1 7,-12 6-223,12-5 1,-4 13 188,6-13-318,0 12 156,0-5-42,-7 7 148,5 0-234,-5-6 0,7 4 1,0-5-1,0 2-32,0 0 1,-2-7 0,-1 1-207,-2-2 174,0-3 1,3-5-230,-3 1 120,3-8 218,-12 4-72,6-7 270,-1 0-237,-5 0 23,5-7 525,-6 6-247,6-6-105,-4 7 653,4 0-336,-7 0-192,8 0 175,-6 0 1,5 0 351,-6 0-10,6 0-180,2 7-167,7-6 84,7 6 50,-5 0-284,12-5-1,1 5-358,3-7 179,11 0 0,-12 0-372,12 7 287,-4-6 98,6 6-93,-7-7-572,5 0 309,-5 0 230,0 0 0,4 0-484,-8 0 230,8 0 1,-11 0-1,4-2 1,-4-1-1577,-1-2 1544,-1 0-1086,1 5 1465,-8-7 0,6-2 0,-5-6 0</inkml:trace>
  <inkml:trace contextRef="#ctx0" brushRef="#br0" timeOffset="16.01">9599 12178 12536,'0'8'1293,"0"6"-1043,0-5-295,0 13 1,0-5 85,0 13 0,0-6-175,0 7 167,0 0 167,0 7-1529,0-5 631,0 4 399,0-5-1745,0-1 934,0-7 300,7-2 810,-6-6 0,6-8 0,-7-1 0</inkml:trace>
  <inkml:trace contextRef="#ctx0" brushRef="#br0" timeOffset="17.01">9676 12054 7729,'2'-9'1209,"3"4"0,-1 3 0,6 2-109,2 0-831,2 7 0,1 2 0,1 6 424,-1 1-499,8-1 0,-6 6 0,5 1 49,1 2-198,-6 2 0,5 5 1,-6-1-1,-2-3-25,-4-1 0,2-2 1,-7 4-1,-3-2-171,-6 1 1,-4 1 0,-9-1 0,-6-1-417,-8 2-302,0 1-123,-14-5 701,13 5-1144,-13-4 633,5-1 183,-6-2 235,-1 1-735,8-6 460,1-2 659,7-1 0,5-12 0,0 3 0,0-3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7T07:19:53.576"/>
    </inkml:context>
    <inkml:brush xml:id="br0">
      <inkml:brushProperty name="height" value="0.053" units="cm"/>
      <inkml:brushProperty name="color" value="#FF0000"/>
    </inkml:brush>
  </inkml:definitions>
  <inkml:trace contextRef="#ctx0" brushRef="#br0">10886 14319 7637,'-11'0'474,"1"0"1,7-2 661,-3-3 48,-2 3-208,6-12-717,-5 12 187,7-4-164,0 6-116,0 0 0,2-6 69,3 1-171,4 0 1,6-2-1,1-2 44,-1 1 1,1 1-1,-1 7-170,1 0 0,-1 0 1,1 0-1,-1 0 3,1 0 0,-6 2 0,-1 3 0,-1 5-117,1 4 0,-6 3 0,3 4 1,-5 5 40,-1 3 1,-1 2 0,-5 0-1,-4 0 72,-4 0 0,-1 5 0,-1 1 116,1-3-31,-8-1 0,6-4 0,-5-1 198,-1-2-146,6-8 0,-10 5 0,6-8 399,2 1-246,2-1 1,1 1 0,1-2 535,-1-4-360,8 4-309,1-12 1,8 4 0,5-6-1,4 0 0,4 0 0,1 0 0,1-1 1,-1-3 24,1-1 0,1-2 0,2 4 1,2-4 60,-3-2 0,1 4 0,0-4-119,2 3 17,0 0 0,-1 1 0,1 0-194,-2 2 82,-2 1 1,4-3 0,0 0-600,-2 1 361,-2 2 1,-7 2 0,0 0-1,3 0-831,0 0 0,-2 0-399,-1 0 1,-5 0-723,6 0 2224,-8 0 0,11 0 0,-6 0 0</inkml:trace>
  <inkml:trace contextRef="#ctx0" brushRef="#br0" timeOffset="1">11490 14256 7963,'0'-15'9,"0"-1"0,0 1 1740,0-1-962,0 1 0,0 5-415,0-1-149,0 8 0,0-2 146,0 10-202,-6-3 0,4 6 0,-3-3 37,3 6-90,2-4 0,0 6 0,0-2 0,0 2-4,0 3 0,0-1 1,0 1-1,0 0-41,0-1 1,0 6 0,0-1 0,0 1 53,0 1 1,0-3-1,0 7 1,0 0-48,0-2 0,5 6 0,0-5 0,0 3-33,2-2 1,0 3 0,5-3 0,-1 2-78,1-3 1,-4 3-1,1-6-17,-2 3 10,-2-6 1,0 3-1,0-7-60,-1 1 55,-2-1 0,-4 1 0,-3-2-118,-6-4 84,4 4 1,-6-12-1,2 3 1,-3-3-17,-1-2 0,-1 0 1,1 0-1,-1 0-51,1 0 1,1-2-1,2-2 1,3-3-117,3-1 0,-6 3 184,1-6 1,4 1-1,2-6 58,3 1 0,2 5 0,0-1 1,0-1 41,0-2 1,6-1-1,0-1 1,3 1-8,3-1 0,7-4 0,2-3 125,-2-1-80,5-2 1,-5 0 0,7 1 386,1-3-248,-4 6 0,6-8 1,-2 4-1,6-1 135,3 1 0,-5 2 1,-5 5-1,0-2 13,-2 2 1,4 2-1,-8 2 1,-1-1-129,-1 1 1,-3-1-1,-1 0 1,-2 1-29,-2-1 1,-6 6-1,1 0-191,-3-2 0,-2-2 0,-2-2-65,-3 1 1,1 1 0,-6 2-1,-2 3-38,-2 3 0,-1 0 1,-3 6-206,-2 0 197,3 0 0,-13 0 1,6 2-419,0 3 357,-5-3 1,6 10 0,-4-5 0,3 2-165,1 3 0,-3-4 0,6 3-332,1 1 1,2 0 0,1 0-844,0-2 0,8-5 1512,3 6 0,10-1 0,3 5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7T07:19:53.578"/>
    </inkml:context>
    <inkml:brush xml:id="br0">
      <inkml:brushProperty name="height" value="0.053" units="cm"/>
      <inkml:brushProperty name="color" value="#FF0000"/>
    </inkml:brush>
  </inkml:definitions>
  <inkml:trace contextRef="#ctx0" brushRef="#br0">10172 15063 7902,'-15'-7'499,"5"6"-8,-1-5 0,8 3 364,-2-2-476,3 3 109,2-5-162,0 7 423,0 0-702,7 0 1,-4 0-1,8 0 41,1 0 0,1 0 0,3 2-113,-1 3 1,-4-2 0,-1 8 0,2-1-51,2-1 0,-4 5 1,-1-4-1,0 5-18,-1 6 1,-4-2 0,2 5-1,0-1-54,-1-4 0,0 5 1,-5 0-1,0 0 26,0-3 0,-2-4 0,-1-2 91,-2 1-19,-7-1 0,3-1 0,-7-2 106,1-1-94,-1-8 1,1 4-1,-1-7 186,1 0 18,-1 0 0,1 5 242,-1 0-307,1 0 0,-1-5 0,3 2 0,1 2 87,1 1 0,6 2-34,-5-2-42,6-3 1,-1 10 74,10-7 0,4 0 0,6-5-94,1 0 0,-1 0 0,1 0-7,-1 0 0,1 0 0,-1 0 10,1 0-67,-1 7 0,1-5 0,-1 3 1,1-3-25,-1-2 0,1 0 0,-1 0 0,1 0-44,-1 0 1,1 0 0,-1 0 0,1 0-280,-1 0 1,1 0 0,0 0-306,-1 0 1,1 0-378,-1 0 1,-1-2-368,-4-3 1,-1 3 1365,-4-3 0,-3-4 0,5 0 0</inkml:trace>
  <inkml:trace contextRef="#ctx0" brushRef="#br0" timeOffset="1">10762 14970 7874,'0'-15'588,"0"6"1,-2-3 82,-3 7 0,3-2-185,-3 2 1,-2 5-230,2 0 1,0 1 0,5 10-48,0 1 0,0 2 0,0 1-93,0 1 1,0-1 0,0 1 0,0-1-69,0 1 1,1-1 0,3 1-1,1-1 1,-2 1 1,4 1 0,0 2-1,0 3 36,0 2 0,0-3 1,-4 3-157,3-1 35,6 4 0,-9-8 0,6 5 0,-2 0-91,-4 1 0,4-5 1,-2 4-1,-2-1-30,-1-4 0,-2 3 0,-2-1 76,-3-2 0,-3-2 0,-8-3 1,1-4-36,-1-5 0,1-3 0,-1-2-13,1 0 1,-1 0 0,1-2-1,1-3-36,4-5 0,-3-4 1,7-1-1,-1-1 128,0 1 1,2-6 0,5 0 0,0 2 50,0 2 1,0-4-1,1 1 1,3 1-21,1 1 1,7 1-1,-2-2 155,4-1-58,2-1 0,-1 4 0,2-2 1,2-4 51,2-1 0,1 5 0,-3-2 0,4 2 101,1-1 1,0 3 0,4-4 0,-4 4 27,-2 1 1,-1 6 0,-4 1-1,0 1 193,-1-1 0,3 4-135,-9-6 1,2 6-267,-2-5 1,-4 6 0,-12-2-350,-4-1 211,-4 5 0,4-5 1,-2 5-1,-4-1-153,-3-2 1,-1 0 0,3 5-287,-4 0 279,4 0 0,-8 0 0,7 0 0,-5 1-205,-1 4 0,5-3 1,-2 5-1,2-2-85,-1 0 0,3 6 0,-4-4 0,5 1-266,6 4 1,-4-3 788,4 1 0,-4 1 0,-1 4 0</inkml:trace>
  <inkml:trace contextRef="#ctx0" brushRef="#br0" timeOffset="2">7304 12752 7919,'0'-9'-873,"1"2"1609,5 7-94,-5 0-149,6 0 30,-7 0 64,0 0-33,0-7-173,7 6-279,-5-6 152,12 7-277,-13 0 136,13 0 0,-10 0-90,6 0 15,-7 0 1,11 0-4,-4 0 0,4 0 1,2 0-8,-1 0 0,1 0 0,-1 0 0,1 0-26,-1 0 1,1 0 0,-1 0 0,1 0 1,-1 0 0,1 0 0,-1 0 1,1 0-5,-1 0 1,3 0 0,0 0-1,3 0-10,-2 0 0,0 0 0,0 0 45,2 0-32,-1 0 1,1-5-1,0-1-10,-2 3 13,-2 1 0,-2 2 0,1 0-37,-1 0 20,1 0 0,-1-2 0,1-1-27,-1-2 1,1 0 0,-1 5-19,1 0 1,-1 0-1,1 0 36,-1 0 0,1 0 1,0 0-1,-1 0 17,1 0 0,-6 0 0,0 0 0,2 0 10,2 0 1,2 0 0,-1 0-3,1 0 1,-1-6 0,2 1 0,2 2 60,2 1 1,0 2 0,-6 0-56,1 0-3,6 0 0,-3 0 1,5 0 44,-2 0-44,6 0 1,-6 0 0,6 0 212,-2 0-175,0 0 0,0-2 0,-1-1 0,3-2 24,1 1 0,2-3 0,-1 2 0,-3 0-40,-1-2 1,-2 6 0,4-6 0,-2 1-28,1 1 0,-3 0 0,2 3 1,0-1-33,-2-2 0,5 0 0,-3 3 0,2-2 63,-2-1 1,3-2 0,-5 4 0,2-2-5,0 1 0,-6 3 0,4 1 43,-1 0-58,4 0 1,-8 0 0,5 0-54,-1 0 54,-2 0 0,-4 0 0,2 0-169,1 0 161,8 0 0,-9 0 0,5 0-94,-2 0 91,-1 0 1,2 0 0,1 0 0,2 0 5,-1 0 0,-4 1 0,5 3 1,1 1 2,3-2 0,-4-1 1,-2-2-1,0 0-7,0 0 0,-3 5 0,3 0 0,0-1-11,0-2 1,-3-2 0,3 0-1,0 0 30,0 0 0,-5 0 0,3 0 1,-1 0 12,0 0 1,1 0 0,-3 0 0,2 0-10,-2 0 0,0 0 1,0 0-59,1 0 33,1 0 1,0 0 0,-1 0-30,-1 0 40,-2 0 1,1 0-1,1 0 1,1 0 14,-1 0 0,0 1 1,0 3-1,2 1-2,-2-2 1,-2-1 0,0-2 0,2 0 2,2 0 1,0 0-1,-6 0 1,1 0 6,-1 0 1,1 0 0,1 0 11,4 0 1,1 0-1,4 0 1,-6 0-9,-2 0 0,-8 0 1,2 0-115,5 0 76,-8 0 1,12 0 0,-11 0 0,4 0-24,1 0 1,1 0-1,-1 0-97,1 0 71,-1 0 1,1 0-1,-1 0 1,1 0 39,-1 0 0,1 0 0,-1 0 1,1 0 33,-1 0 1,6 0 0,0 0-1,-2 2-19,-2 3 0,-2-3 0,1 3 1,1-2-18,4 3 1,-4-5 0,4 6 0,-4-2 8,-2 0 1,3 1 0,1-6-1,1 1 49,-1 5 1,-2-5-1,1 4-78,2-3 33,-2-2 0,4 0 0,-7 0-42,1 0 38,6 0 0,-4 0 0,2 0 0,-1 0 3,2 0 1,-4 0-1,4 0 1,-4 0 10,-1 0 1,-1 0-1,1 0 1,-1 0-8,1 0 1,-1 0 0,1 0 0,-1 0-35,1 0 1,-1 0 0,1 0 23,-1 0 1,1 0 0,-1 0 38,1 0 0,-1 0 1,1 0-9,-1 0 0,1 0-44,-1 0 27,1 0 1,-1 0-54,1 0 33,-8 0 1,6 0 0,-4 0-24,4 0 0,-3 0 0,-1 0-15,2 0 0,-3 5 36,1 0 1,0 2 17,6-1 1,-6-5 12,0 4 1,-4-3 7,4-2 41,-7 0 55,11 0-114,-12 0 0,7 0 154,-4 0-144,-4 0 1,8 0 10,-4 0-59,-3 0 1,7 0-95,-4 0 1,-2 0-188,7 0 1,-4 0-911,4 0-1651,-7 0 2866,4 0 0,-7 7 0,0 2 0</inkml:trace>
  <inkml:trace contextRef="#ctx0" brushRef="#br0" timeOffset="3">8699 12907 8036,'0'-16'377,"0"1"0,0 4 1,2 3 303,3 1-515,-3-5 0,6 10 0,-4-5 0,3 2 66,1 0 1,-2 0 0,4 5-1,2 0-182,2 0 1,-4 0 0,0 0 0,3 0 4,0 0 0,3 7 1,-2 3-202,-4 4 0,-1 1 0,-6 1 0,2-1-101,-1 1 0,-3-1 0,-2 1 0,-3-1-36,-1 1 1,-5-1 0,3 1 237,-2-1-13,-1-6 0,-6 3 1,1-5 160,-1 2-163,8-6 1,-6 9 108,4-7 0,-4 0 104,-2-5 1,9 0-55,7 0 1,7-5-1,9 0-42,-1 2 0,1-1 0,-1 1 0,1-2 34,-1 1 0,1 2 0,-1 2 0,1 0 33,-1 0 0,1 2 0,-2 3 0,-2 4 45,-2 0 1,-1 10 0,1-4 0,-5 2 76,-3 1 0,-2-1 0,-2 3 275,-3 6-427,-4-3 1,-8 1 0,-2-5-4,-1 1-6,-8 1 0,9-5 0,-7-1 0,0 1-39,2-1 0,-5-6 1,3-2-1,-2-2-196,3 0 1,-3 0-1,7-5 1,2 0-250,2 0 1,-2-1-1,2-5-467,3-4 0,4-4 138,0-1 0,4-1 0,12 2 252,4 4 1,4-4 0,1 6 475,1-1 0,-1-12 0,1 4 0</inkml:trace>
  <inkml:trace contextRef="#ctx0" brushRef="#br0" timeOffset="4">9258 12907 7974,'0'-16'835,"0"1"0,0 4 310,0 1 1,0 5-644,0-5 1,1 6-1,4-1-251,6 3 0,-3 2 0,3 0-179,1 0 0,2 0 0,-1 2 0,-1 1-129,-1 3 0,-1 6 0,4-2-95,-4 4 1,4-4-1,-5 0 1,-1 3-1,-3 0-69,-3 3 1,-2 5 0,0-1-205,0-1 330,0-2 0,-2 4 1,-3 0-1,-5-1 83,-4 3 0,-7-6 0,1 4 0,-1-4 150,-1-1 1,4-1 0,-2 1 0,3-1 62,1 1 0,-3-6 0,2-1 0,3-1 223,0 1 0,6-6-284,-3 2 0,10 2-63,1-2 1,1 1-1,10-6-53,1 0 25,1 0 0,3 0 0,-1 0-86,1 0 21,6 0 1,-4 0-1,2 0 1,-1 0-7,2 0 0,-4 0 1,6-2-1,-3-2-179,1-1 0,5 0 0,-6 5 1,1-2-271,2-3 1,-1 2-1,5-6 1,-2 2-587,-3 4 0,4-4 1057,-5 2 0,13-7 0,-1 3 0</inkml:trace>
  <inkml:trace contextRef="#ctx0" brushRef="#br0" timeOffset="5">10203 12721 8317,'-10'-16'677,"0"1"0,6 4 0,-3 3 53,1 1 1,2 2 0,-6 5-421,-2 0 0,-2 1 0,-2 5 0,1 4-233,-1 4 1,-4 3 0,-3 2-1,1 2-202,-1-2 0,-4-1 1,3 1-1,0 2-358,3-2 0,4-7 0,1-2 0,1 1-333,-1-3 0,6 1-566,0-4 821,6-3 1,-3 3-295,7-10 632,7 3 0,2-12 1,6 6 194,1-1 1,-1-3 0,1 5 214,-1-1 1,1 2 0,-1-2 337,1 1 0,-1 2 2,1 5 1,-6 1-1,-1 5 1,-2 4 56,-4 4 1,4 6 0,-2 3 0,-1 3-418,-3 6 1,-1 1-1,0 10-243,0 6 71,0-3 0,0 13 0,0-8 1,0-1-76,0-1 1,-5-4-1,0-6-1264,2-8 365,1 0 979,2-14 0,0-1 0,0-9 0</inkml:trace>
  <inkml:trace contextRef="#ctx0" brushRef="#br0" timeOffset="6">10389 12705 7857,'-8'-7'1776,"-6"6"-729,12-6-444,-5 7 529,7 0-483,0 0 1,7 1-1,4 3-1470,2 1 1,3 7 0,0-3 820,-1-1 0,1 6 0,-1-5 0</inkml:trace>
  <inkml:trace contextRef="#ctx0" brushRef="#br0" timeOffset="7">10343 12891 7857,'-16'0'505,"6"0"1394,0 0-1343,6-7 1,-1 4 0,10-6-242,6 2 0,2 2 1,3 5-1,-1 0-201,1 0 0,-1 0 1,1 0-1,-2 2 24,-4 3 0,4-1 0,-5 6-161,-1 2-27,6-5 1,-11 7-1,6-4-253,-2 4 210,-2 1 0,-5 1 0,0-1-220,0 1 165,0-1 1,0 1 0,-2-1 0,-1 3-394,-2 2 1,-7-2 0,1 2 0,-2-4-387,-3-6 0,-1 4 0,-2-5-165,-2-1 1092,0-1 0,-1-7 0,-2 0 0</inkml:trace>
  <inkml:trace contextRef="#ctx0" brushRef="#br0" timeOffset="8">10343 13046 7975,'-5'11'416,"0"-1"0,-6-5 1,6 6 318,2 1-569,1-5 0,-3 6 0,0-2 0,1 4-177,2 6 1,1-4 0,-3 4 0,-1-4-362,2-1 1,1 1-1,0 0 1,-1 0-290,-2-3 0,-2-4 661,2 1 0,-4 3 0,-7-6 0</inkml:trace>
  <inkml:trace contextRef="#ctx0" brushRef="#br0" timeOffset="9">10126 13372 7857,'-16'0'1636,"8"0"-676,1 0-617,7 0 0,2 0 0,3 0 0,5 0 231,4 0 0,1 0 0,3-1 0,1-3-361,1-1 0,8 0 0,-2 5 0,3-2-309,2-3 1,0 3 0,0-3 0,0 3-498,0 2 0,0 0 1,0 0-1,0 0 593,0 0 0,0 0 0,0 0 0</inkml:trace>
  <inkml:trace contextRef="#ctx0" brushRef="#br0" timeOffset="10">10963 12705 7851,'0'-15'166,"0"-1"0,0 1 451,0-1 1,-1 2 753,-5 4-1097,5 3 1,-5 9 0,10 3 0,1 5-160,-1 4 0,-3 2 0,1-1 0,1 2-219,3 4 0,-1-4 1,-5 4-803,0-4 558,7-1 1,-6-1-1073,5 1 920,-5-1 1,-1-4-1,2-3-1025,3-1 1525,-3-2 0,12-12 0,-6-1 0</inkml:trace>
  <inkml:trace contextRef="#ctx0" brushRef="#br0" timeOffset="11">11087 12643 7850,'0'-8'3227,"0"1"-3086,0 7 0,0 1 0,0 5 129,0 4-118,0 4 1,0-4 0,0 0-215,0 2-5,0 2 1,0 2 0,0-1 0,-1 1-203,-5-1 0,3 1 1,-7-1-1,-2 1-435,-2-1 0,-2 1 0,-1-1 1,-2-1 242,-2-4 1,-1 4 0,3-5 0,-3 1 406,-2 1 0,5-8 0,-2 2 0,4-3 88,1-2 1,1 0-1,-1 0 228,1 0 0,6-2 467,4-3-550,3-4 1,4-1 0,3 0 421,5-2-440,4 5 0,2-7 0,-1 5 163,1 1-273,-1-6 0,2 10 0,2-4 0,2-1-14,-2 1 0,-2 2 0,0-2 0,2-1-52,2 1 1,0 2-1,-6-2 1,1-1-6,-1 1 1,1 4 0,-1-3 98,1 0 0,-2 7-160,-4 0 0,-3 2-130,-7 8 120,0 1 1,0-1-292,0 0 242,0 1 0,-5-1 1,-2-1-88,-2-2 101,6 5 0,-6-9 382,4 7-113,-4 1 1,1-1 0,1-1 217,0-2-309,5 5 1,-5-9-101,7 7 75,0-6 1,2 3-1,3-9 162,6-3 0,-3 3 1,2-3-61,3 3 1,-5 2 208,2 0-155,1 0 1,-1 0-44,0 0 1,-1 2-49,1 3-52,-3 4 0,-7 8 0,0 2 1,0 2 0,-1-1 1,-5-4-1,-2-1-33,-1 1 0,-5-1 0,4 1 0,-4-1-143,-1 1 1,-1-2-1,1-2 1,-1-2-168,1 2 1,-1-5 0,1-2 0,-1-3-269,1-2 0,-1 0 1,1 0-145,-1 0 1,8-7 156,2-3 557,-2 3 0,6-7 0,-3 4 0,3-4 0,2 4 48,0-1 0,0 6 277,0-5 1,2 6 636,3-1 144,-3 3-670,5 2 0,-7 7 0,0 4-112,0 2 1,0 3-1,0 0 1,0-1-118,0 1 1,0-1-1,0 2 73,0 4-139,0 3 0,0 5 0,0-1 101,0-2-169,0 7 1,-2-1 0,-1 5-84,-3-5-117,1-1 0,5-5 0,0-2 0,0-1-488,0-4 1,0-2-1130,0-2 1744,7-6 0,9-9 0,8-9 0</inkml:trace>
  <inkml:trace contextRef="#ctx0" brushRef="#br0" timeOffset="12">10917 13124 9118,'0'10'266,"0"1"1,0-1 0,0 6-186,0-1 1,0 6-1,0-1 1,0 1-44,0 2 0,0-5 0,0 8 0,-2 0-24,-3-2 0,3 4 0,-3-6 0,3 1-33,2-1 0,0-1 1,0-6 130,0 1-87,7-1 1,-5-4 0,5-3 77,0-1-75,-6 5 1,13-10-1,-4 3 28,4-3 0,2 3 1,-1 0 25,1-1 1,-1-3 0,1-1-1,-2-1 41,-4-4 1,4 3-1,-4-3 1,4 1 11,1-1 1,1 3-1,-1-5 1,1 2-24,-1 0 0,1-2 1,-1 4-40,1-2 0,-1-2 0,1 3 0,-1-1-51,1 2 1,-6-4 0,1 2-69,1 1 12,-5-5 0,6 8-245,-2-4 139,-4-4 1,1 7-460,-3-3-240,-3-4 30,5 8 1,-14-8 808,-3 4 0,-4 3 0,-2-5 0</inkml:trace>
  <inkml:trace contextRef="#ctx0" brushRef="#br0" timeOffset="13">10793 13000 8497,'-9'0'2967,"2"0"-2949,7 0 1,0 2-288,0 3 1,0-2 14,0 8 183,0-1 0,5 5 0,1 1 197,-3-1-60,-1 1 0,-2 1 0,0 2 0,0 4 70,0 1 0,0 7 0,0 5 35,0-2-214,0-1 1,0 3 0,0 1 0,0-3-261,0-1 0,0-4 0,-2-1 0,-1-4-1677,-3-2 1980,1-1 0,5 1 0,0 2 0</inkml:trace>
  <inkml:trace contextRef="#ctx0" brushRef="#br0" timeOffset="14">11537 12891 8334,'-9'0'2178,"2"0"-1818,7 0 1,0 2 175,0 3-435,0-3 1,0 12 0,0-2-1,-1 7-5,-4 7 0,3 5 1,-3 5-1,3 7-196,2 7 0,-2 3 0,-1 6 0,-2-4-194,1-1 0,2-4 1,2-9-1,0-5-710,0-3 0,0-9-1010,0-3 2014,0-11 0,0-10 0,0-9 0</inkml:trace>
  <inkml:trace contextRef="#ctx0" brushRef="#br0" timeOffset="15">11615 12891 7602,'6'-8'592,"-4"-1"1,5 6 34,0-3 1,-4 1 0,8 5-511,1 0 1,2 0 0,1 0 0,1 0-97,-1 0 1,6 0-1,-1 0-94,-1 0 60,-1 7 0,2-5 0,1 3 0,-2-3-64,-2-2 0,-1 0 0,-1 0-167,1 0 0,-1 0 108,1 0 1,-6 0 84,0 0 11,-6 0 68,3 7 1,-7-4-1,0 7 90,0 3 0,0 0 0,0 3 224,0-1-234,0 1 0,0 1 1,0 4 121,0 5-183,0 3 0,0 4 1,0 3-78,0 5-15,0 4 1,-2 2 0,-1-1-1,-3 1-118,3-1 0,-1-4 0,1-3 1,-2-3-321,1-6 0,3-1 0,-1-10 0,-1-3-325,-3-4 1,-1-7 807,2 5 0,4-6 0,-6 2 0</inkml:trace>
  <inkml:trace contextRef="#ctx0" brushRef="#br0" timeOffset="16">11630 13124 7784,'0'-15'812,"0"-1"1,7 2 0,3 2-512,4 2 0,-4 6 1,1-1-500,1 3 162,2 2 1,1-1 0,1-3-1130,-1-1 806,-6 0 1,4 5 358,-2 0 0,3 0 0,1 0 0</inkml:trace>
  <inkml:trace contextRef="#ctx0" brushRef="#br0" timeOffset="17">11677 13171 9387,'8'-2'1355,"-3"-3"-1199,4 3 1,-6-5 0,8 5-348,1-3 0,2 3 0,1-3-701,1 4 0,-6-1 1,0-2 891,2-1 0,2 0 0,2 5 0</inkml:trace>
  <inkml:trace contextRef="#ctx0" brushRef="#br0" timeOffset="18">11630 13326 7839,'-7'8'606,"-3"-3"47,-4 4-448,5-7 0,4 5 479,10-7-507,4 0 0,8 0 0,2 0 0,4 0-24,1 0 1,0-2 0,3-1 0,-2-3-188,-3 3 0,4 1 0,-4 2 0,1 0-175,-1 0 1,4 0-1,-6 0 1,-1 0-247,-1 0 0,-8 0 1,0 0-850,2 0 945,-5 0 0,-7 2 1,-10 1-1,-4 3 359,-1-3 0,-8-1 0,-1-2 0</inkml:trace>
  <inkml:trace contextRef="#ctx0" brushRef="#br0" timeOffset="19">11847 12953 7784,'-15'0'256,"-1"7"0,2 4 375,4 2 0,3 5 0,7 2 0,0 8-228,0 6 0,0 1 0,0 8-645,0 5 227,0-1 0,0 6 0,-2-6-1157,-3-1 911,3-6 0,-4-4 0,6-10-991,0-5 739,0 3 1,-6-12-1,0 2 513,-3-6 0,4-3 0,-6-5 0,-1 0 0,4 0 0,-3 0-147,-1 0 1,4-5 1957,-3 0-196,8-7 1,-4 9-1263,7-8 0,7 8 1,3-2-913,4 3 461,2 2 1,1-5 0,2 0-1,1 1-102,-1 2 1,4 1 0,-1-3-1651,2-1 1850,-5 0 0,11-9 0,-6-3 0</inkml:trace>
  <inkml:trace contextRef="#ctx0" brushRef="#br0" timeOffset="20">12157 13046 7784,'2'-13'209,"3"2"0,-1-1 0,4 5 259,-1-1 0,5 4 0,-1-3 0,2 2-242,3 0 0,-1 0 0,1 5 1,-1-2-215,1-3 1,-1 3 0,1-3-195,-1 3 0,1 1 1,-1-3-455,1-1 316,-8 0 54,-1 5 294,-7 0-12,-7 0 1,4 2 252,-7 3-172,6 3 0,-8 3 0,5-1 307,-1 2-297,4 2 1,-4 1 0,4 1 0,-1 1-34,2 4 1,-4-2 0,2 7 0,1 1-162,2 3 1,1-5 0,-3 1 0,-1 2-111,2 1 1,1 2 0,2-2-1,-2-3-180,-3-5 0,3-2 0,-3 0-5,3 2 1,-3-6 0,-2-6 68,-1-2 1,2-2 335,-4-5-31,0 0 1,-6-5 728,1-1-454,6 1 0,1 0 815,2 0 222,5 0-918,-6 5 1,14 0 0,3 0 0,4 0-296,1 0 0,6-5 1,1-1-1,2 1-259,4-2 0,1 4 0,1-6 0,-3 2-292,-1 4 0,-2-6 0,4 1 0,-4-3-942,-2 1 0,-1 5 1402,-6-5 0,8-1 0,1-4 0</inkml:trace>
  <inkml:trace contextRef="#ctx0" brushRef="#br0" timeOffset="21">12638 13000 8679,'0'-9'4060,"0"14"-3649,0 11-293,0 10 1,0-2-1,-2 10 1,-1 6-7,-2 7 0,-1 3 0,5-4-1083,-4 1 307,3-1 1,-5-6 0,7-4 663,0-3 0,-7-9 0,-2-2 0</inkml:trace>
  <inkml:trace contextRef="#ctx0" brushRef="#br0" timeOffset="22">12622 12922 7784,'9'-8'2232,"0"1"-1526,-4 7 0,3 0 1,8 0-253,-1 0 1,-1 7 0,-2 3-1,-1 4-179,1 1 1,2 6 0,1 1 0,1 1-38,-1-1 0,1 6 0,-3-2 1,-1 3-88,-1 2 1,-6 0 0,4 0-1,-3 0-149,-2 0 0,-4 0 1,-5-2-629,-6-3 497,-2-3 1,-5-3 0,-2 1-910,-6-2 793,3-2 1,-6-1-1,3-2-1581,-3-4 1237,-9 4 1,5-7 0,-3 3 0,3-5 588,2-3 0,0-2 0,0 0 0</inkml:trace>
</inkml:ink>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7"/>
          <p:cNvSpPr>
            <a:spLocks noChangeArrowheads="1"/>
          </p:cNvSpPr>
          <p:nvPr/>
        </p:nvSpPr>
        <p:spPr bwMode="auto">
          <a:xfrm>
            <a:off x="609600" y="1219200"/>
            <a:ext cx="79248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 name="Line 8"/>
          <p:cNvSpPr>
            <a:spLocks noChangeShapeType="1"/>
          </p:cNvSpPr>
          <p:nvPr/>
        </p:nvSpPr>
        <p:spPr bwMode="auto">
          <a:xfrm>
            <a:off x="1981200" y="3962400"/>
            <a:ext cx="6511925"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22" name="Rectangle 2"/>
          <p:cNvSpPr>
            <a:spLocks noGrp="1" noChangeArrowheads="1"/>
          </p:cNvSpPr>
          <p:nvPr>
            <p:ph type="ctrTitle"/>
          </p:nvPr>
        </p:nvSpPr>
        <p:spPr>
          <a:xfrm>
            <a:off x="2747963" y="1524000"/>
            <a:ext cx="5789613" cy="1752600"/>
          </a:xfrm>
        </p:spPr>
        <p:txBody>
          <a:bodyPr/>
          <a:lstStyle>
            <a:lvl1pPr>
              <a:defRPr sz="5000" b="0"/>
            </a:lvl1pPr>
          </a:lstStyle>
          <a:p>
            <a:pPr lvl="0"/>
            <a:r>
              <a:rPr lang="zh-CN" altLang="en-US" noProof="0" dirty="0"/>
              <a:t>单击此处编辑母版标题样式</a:t>
            </a:r>
          </a:p>
        </p:txBody>
      </p:sp>
      <p:sp>
        <p:nvSpPr>
          <p:cNvPr id="5123" name="Rectangle 3"/>
          <p:cNvSpPr>
            <a:spLocks noGrp="1" noChangeArrowheads="1"/>
          </p:cNvSpPr>
          <p:nvPr>
            <p:ph type="subTitle" idx="1"/>
          </p:nvPr>
        </p:nvSpPr>
        <p:spPr>
          <a:xfrm>
            <a:off x="2747962" y="3962400"/>
            <a:ext cx="5786437" cy="1752600"/>
          </a:xfrm>
        </p:spPr>
        <p:txBody>
          <a:bodyPr/>
          <a:lstStyle>
            <a:lvl1pPr marL="0" indent="0">
              <a:buFont typeface="Wingdings" pitchFamily="2" charset="2"/>
              <a:buNone/>
              <a:defRPr sz="2800" b="0"/>
            </a:lvl1pPr>
          </a:lstStyle>
          <a:p>
            <a:pPr lvl="0"/>
            <a:r>
              <a:rPr lang="zh-CN" altLang="en-US" noProof="0"/>
              <a:t>单击此处编辑母版副标题样式</a:t>
            </a:r>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xfrm>
            <a:off x="3124200" y="6243638"/>
            <a:ext cx="2895600" cy="457200"/>
          </a:xfrm>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B8359F50-ECB4-4496-9B6D-B5052306D41F}" type="slidenum">
              <a:rPr lang="en-US" altLang="zh-CN"/>
              <a:pPr>
                <a:defRPr/>
              </a:pPr>
              <a:t>‹#›</a:t>
            </a:fld>
            <a:endParaRPr lang="en-US" altLang="zh-CN"/>
          </a:p>
        </p:txBody>
      </p:sp>
      <p:pic>
        <p:nvPicPr>
          <p:cNvPr id="2" name="图片 1"/>
          <p:cNvPicPr>
            <a:picLocks noChangeAspect="1"/>
          </p:cNvPicPr>
          <p:nvPr userDrawn="1"/>
        </p:nvPicPr>
        <p:blipFill>
          <a:blip r:embed="rId2"/>
          <a:stretch>
            <a:fillRect/>
          </a:stretch>
        </p:blipFill>
        <p:spPr>
          <a:xfrm>
            <a:off x="678045" y="1523087"/>
            <a:ext cx="1877731" cy="1761897"/>
          </a:xfrm>
          <a:prstGeom prst="rect">
            <a:avLst/>
          </a:prstGeom>
        </p:spPr>
      </p:pic>
    </p:spTree>
    <p:extLst>
      <p:ext uri="{BB962C8B-B14F-4D97-AF65-F5344CB8AC3E}">
        <p14:creationId xmlns:p14="http://schemas.microsoft.com/office/powerpoint/2010/main" val="38396501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0EDBACE5-CA00-4295-AE36-DAF3434E7201}" type="slidenum">
              <a:rPr lang="en-US" altLang="zh-CN"/>
              <a:pPr>
                <a:defRPr/>
              </a:pPr>
              <a:t>‹#›</a:t>
            </a:fld>
            <a:endParaRPr lang="en-US" altLang="zh-CN"/>
          </a:p>
        </p:txBody>
      </p:sp>
    </p:spTree>
    <p:extLst>
      <p:ext uri="{BB962C8B-B14F-4D97-AF65-F5344CB8AC3E}">
        <p14:creationId xmlns:p14="http://schemas.microsoft.com/office/powerpoint/2010/main" val="36476422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84D19254-6F86-40F3-AC62-3DC1C1FBB88C}" type="slidenum">
              <a:rPr lang="en-US" altLang="zh-CN"/>
              <a:pPr>
                <a:defRPr/>
              </a:pPr>
              <a:t>‹#›</a:t>
            </a:fld>
            <a:endParaRPr lang="en-US" altLang="zh-CN"/>
          </a:p>
        </p:txBody>
      </p:sp>
    </p:spTree>
    <p:extLst>
      <p:ext uri="{BB962C8B-B14F-4D97-AF65-F5344CB8AC3E}">
        <p14:creationId xmlns:p14="http://schemas.microsoft.com/office/powerpoint/2010/main" val="41620784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C615634F-7A97-4776-8D03-ED0A663E5EE8}" type="slidenum">
              <a:rPr lang="en-US" altLang="zh-CN"/>
              <a:pPr>
                <a:defRPr/>
              </a:pPr>
              <a:t>‹#›</a:t>
            </a:fld>
            <a:endParaRPr lang="en-US" altLang="zh-CN"/>
          </a:p>
        </p:txBody>
      </p:sp>
    </p:spTree>
    <p:extLst>
      <p:ext uri="{BB962C8B-B14F-4D97-AF65-F5344CB8AC3E}">
        <p14:creationId xmlns:p14="http://schemas.microsoft.com/office/powerpoint/2010/main" val="26219439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D03CEB5A-B8A8-4D91-A730-00BDEB5F9C3B}" type="slidenum">
              <a:rPr lang="en-US" altLang="zh-CN"/>
              <a:pPr>
                <a:defRPr/>
              </a:pPr>
              <a:t>‹#›</a:t>
            </a:fld>
            <a:endParaRPr lang="en-US" altLang="zh-CN"/>
          </a:p>
        </p:txBody>
      </p:sp>
    </p:spTree>
    <p:extLst>
      <p:ext uri="{BB962C8B-B14F-4D97-AF65-F5344CB8AC3E}">
        <p14:creationId xmlns:p14="http://schemas.microsoft.com/office/powerpoint/2010/main" val="37726172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ADB630BB-FB74-4D10-BAEA-35C9566BF049}" type="slidenum">
              <a:rPr lang="en-US" altLang="zh-CN"/>
              <a:pPr>
                <a:defRPr/>
              </a:pPr>
              <a:t>‹#›</a:t>
            </a:fld>
            <a:endParaRPr lang="en-US" altLang="zh-CN"/>
          </a:p>
        </p:txBody>
      </p:sp>
    </p:spTree>
    <p:extLst>
      <p:ext uri="{BB962C8B-B14F-4D97-AF65-F5344CB8AC3E}">
        <p14:creationId xmlns:p14="http://schemas.microsoft.com/office/powerpoint/2010/main" val="12133219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347157A2-94BC-434C-AED9-FE32EEA96BDD}" type="slidenum">
              <a:rPr lang="en-US" altLang="zh-CN"/>
              <a:pPr>
                <a:defRPr/>
              </a:pPr>
              <a:t>‹#›</a:t>
            </a:fld>
            <a:endParaRPr lang="en-US" altLang="zh-CN"/>
          </a:p>
        </p:txBody>
      </p:sp>
    </p:spTree>
    <p:extLst>
      <p:ext uri="{BB962C8B-B14F-4D97-AF65-F5344CB8AC3E}">
        <p14:creationId xmlns:p14="http://schemas.microsoft.com/office/powerpoint/2010/main" val="34067768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7DB81ABD-B817-400E-90F9-D1A4D6776C15}" type="slidenum">
              <a:rPr lang="en-US" altLang="zh-CN"/>
              <a:pPr>
                <a:defRPr/>
              </a:pPr>
              <a:t>‹#›</a:t>
            </a:fld>
            <a:endParaRPr lang="en-US" altLang="zh-CN"/>
          </a:p>
        </p:txBody>
      </p:sp>
    </p:spTree>
    <p:extLst>
      <p:ext uri="{BB962C8B-B14F-4D97-AF65-F5344CB8AC3E}">
        <p14:creationId xmlns:p14="http://schemas.microsoft.com/office/powerpoint/2010/main" val="36269112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C3B5280A-81D6-4B21-9911-05BA99BC3ED1}" type="slidenum">
              <a:rPr lang="en-US" altLang="zh-CN"/>
              <a:pPr>
                <a:defRPr/>
              </a:pPr>
              <a:t>‹#›</a:t>
            </a:fld>
            <a:endParaRPr lang="en-US" altLang="zh-CN"/>
          </a:p>
        </p:txBody>
      </p:sp>
    </p:spTree>
    <p:extLst>
      <p:ext uri="{BB962C8B-B14F-4D97-AF65-F5344CB8AC3E}">
        <p14:creationId xmlns:p14="http://schemas.microsoft.com/office/powerpoint/2010/main" val="3810681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34583626-505F-414B-9D71-23BE164E076E}" type="slidenum">
              <a:rPr lang="en-US" altLang="zh-CN"/>
              <a:pPr>
                <a:defRPr/>
              </a:pPr>
              <a:t>‹#›</a:t>
            </a:fld>
            <a:endParaRPr lang="en-US" altLang="zh-CN"/>
          </a:p>
        </p:txBody>
      </p:sp>
    </p:spTree>
    <p:extLst>
      <p:ext uri="{BB962C8B-B14F-4D97-AF65-F5344CB8AC3E}">
        <p14:creationId xmlns:p14="http://schemas.microsoft.com/office/powerpoint/2010/main" val="10869066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CF91965D-9A27-4606-A0D3-1EAF8C19294E}" type="slidenum">
              <a:rPr lang="en-US" altLang="zh-CN"/>
              <a:pPr>
                <a:defRPr/>
              </a:pPr>
              <a:t>‹#›</a:t>
            </a:fld>
            <a:endParaRPr lang="en-US" altLang="zh-CN"/>
          </a:p>
        </p:txBody>
      </p:sp>
    </p:spTree>
    <p:extLst>
      <p:ext uri="{BB962C8B-B14F-4D97-AF65-F5344CB8AC3E}">
        <p14:creationId xmlns:p14="http://schemas.microsoft.com/office/powerpoint/2010/main" val="3515600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7813"/>
            <a:ext cx="7570788"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100" name="Rectangle 4"/>
          <p:cNvSpPr>
            <a:spLocks noGrp="1" noChangeArrowheads="1"/>
          </p:cNvSpPr>
          <p:nvPr>
            <p:ph type="dt" sz="half" idx="2"/>
          </p:nvPr>
        </p:nvSpPr>
        <p:spPr bwMode="auto">
          <a:xfrm>
            <a:off x="457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mj-lt"/>
                <a:ea typeface="宋体" pitchFamily="2" charset="-122"/>
              </a:defRPr>
            </a:lvl1pPr>
          </a:lstStyle>
          <a:p>
            <a:pPr>
              <a:defRPr/>
            </a:pPr>
            <a:endParaRPr lang="en-US" altLang="zh-CN"/>
          </a:p>
        </p:txBody>
      </p:sp>
      <p:sp>
        <p:nvSpPr>
          <p:cNvPr id="4101"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200">
                <a:latin typeface="+mj-lt"/>
                <a:ea typeface="宋体" pitchFamily="2" charset="-122"/>
              </a:defRPr>
            </a:lvl1pPr>
          </a:lstStyle>
          <a:p>
            <a:pPr>
              <a:defRPr/>
            </a:pPr>
            <a:endParaRPr lang="en-US" altLang="zh-CN"/>
          </a:p>
        </p:txBody>
      </p:sp>
      <p:sp>
        <p:nvSpPr>
          <p:cNvPr id="4102" name="Rectangle 6"/>
          <p:cNvSpPr>
            <a:spLocks noGrp="1" noChangeArrowheads="1"/>
          </p:cNvSpPr>
          <p:nvPr>
            <p:ph type="sldNum" sz="quarter" idx="4"/>
          </p:nvPr>
        </p:nvSpPr>
        <p:spPr bwMode="auto">
          <a:xfrm>
            <a:off x="6553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Garamond" panose="02020404030301010803" pitchFamily="18" charset="0"/>
              </a:defRPr>
            </a:lvl1pPr>
          </a:lstStyle>
          <a:p>
            <a:pPr>
              <a:defRPr/>
            </a:pPr>
            <a:fld id="{1E46500C-CF92-41EF-A13E-44DB640D1B15}" type="slidenum">
              <a:rPr lang="en-US" altLang="zh-CN"/>
              <a:pPr>
                <a:defRPr/>
              </a:pPr>
              <a:t>‹#›</a:t>
            </a:fld>
            <a:endParaRPr lang="en-US" altLang="zh-CN"/>
          </a:p>
        </p:txBody>
      </p:sp>
      <p:sp>
        <p:nvSpPr>
          <p:cNvPr id="1031" name="Freeform 7"/>
          <p:cNvSpPr>
            <a:spLocks noChangeArrowheads="1"/>
          </p:cNvSpPr>
          <p:nvPr/>
        </p:nvSpPr>
        <p:spPr bwMode="auto">
          <a:xfrm>
            <a:off x="381000" y="228600"/>
            <a:ext cx="8229600" cy="6096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2" name="Line 8"/>
          <p:cNvSpPr>
            <a:spLocks noChangeShapeType="1"/>
          </p:cNvSpPr>
          <p:nvPr/>
        </p:nvSpPr>
        <p:spPr bwMode="auto">
          <a:xfrm>
            <a:off x="457200" y="6172200"/>
            <a:ext cx="8229600"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2" name="图片 1"/>
          <p:cNvPicPr>
            <a:picLocks noChangeAspect="1"/>
          </p:cNvPicPr>
          <p:nvPr userDrawn="1"/>
        </p:nvPicPr>
        <p:blipFill>
          <a:blip r:embed="rId13"/>
          <a:stretch>
            <a:fillRect/>
          </a:stretch>
        </p:blipFill>
        <p:spPr>
          <a:xfrm>
            <a:off x="8162295" y="9687"/>
            <a:ext cx="969348" cy="920576"/>
          </a:xfrm>
          <a:prstGeom prst="rect">
            <a:avLst/>
          </a:prstGeom>
        </p:spPr>
      </p:pic>
    </p:spTree>
  </p:cSld>
  <p:clrMap bg1="lt1" tx1="dk1" bg2="lt2" tx2="dk2" accent1="accent1" accent2="accent2" accent3="accent3" accent4="accent4" accent5="accent5" accent6="accent6" hlink="hlink" folHlink="folHlink"/>
  <p:sldLayoutIdLst>
    <p:sldLayoutId id="2147483852"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txStyles>
    <p:titleStyle>
      <a:lvl1pPr algn="l" rtl="0" eaLnBrk="0" fontAlgn="base" hangingPunct="0">
        <a:spcBef>
          <a:spcPct val="0"/>
        </a:spcBef>
        <a:spcAft>
          <a:spcPct val="0"/>
        </a:spcAft>
        <a:defRPr sz="4200" b="1">
          <a:solidFill>
            <a:schemeClr val="tx2"/>
          </a:solidFill>
          <a:latin typeface="+mj-lt"/>
          <a:ea typeface="+mj-ea"/>
          <a:cs typeface="+mj-cs"/>
        </a:defRPr>
      </a:lvl1pPr>
      <a:lvl2pPr algn="l" rtl="0" eaLnBrk="0" fontAlgn="base" hangingPunct="0">
        <a:spcBef>
          <a:spcPct val="0"/>
        </a:spcBef>
        <a:spcAft>
          <a:spcPct val="0"/>
        </a:spcAft>
        <a:defRPr sz="4200" b="1">
          <a:solidFill>
            <a:schemeClr val="tx2"/>
          </a:solidFill>
          <a:latin typeface="Garamond" pitchFamily="18" charset="0"/>
          <a:ea typeface="宋体" pitchFamily="2" charset="-122"/>
        </a:defRPr>
      </a:lvl2pPr>
      <a:lvl3pPr algn="l" rtl="0" eaLnBrk="0" fontAlgn="base" hangingPunct="0">
        <a:spcBef>
          <a:spcPct val="0"/>
        </a:spcBef>
        <a:spcAft>
          <a:spcPct val="0"/>
        </a:spcAft>
        <a:defRPr sz="4200" b="1">
          <a:solidFill>
            <a:schemeClr val="tx2"/>
          </a:solidFill>
          <a:latin typeface="Garamond" pitchFamily="18" charset="0"/>
          <a:ea typeface="宋体" pitchFamily="2" charset="-122"/>
        </a:defRPr>
      </a:lvl3pPr>
      <a:lvl4pPr algn="l" rtl="0" eaLnBrk="0" fontAlgn="base" hangingPunct="0">
        <a:spcBef>
          <a:spcPct val="0"/>
        </a:spcBef>
        <a:spcAft>
          <a:spcPct val="0"/>
        </a:spcAft>
        <a:defRPr sz="4200" b="1">
          <a:solidFill>
            <a:schemeClr val="tx2"/>
          </a:solidFill>
          <a:latin typeface="Garamond" pitchFamily="18" charset="0"/>
          <a:ea typeface="宋体" pitchFamily="2" charset="-122"/>
        </a:defRPr>
      </a:lvl4pPr>
      <a:lvl5pPr algn="l" rtl="0" eaLnBrk="0" fontAlgn="base" hangingPunct="0">
        <a:spcBef>
          <a:spcPct val="0"/>
        </a:spcBef>
        <a:spcAft>
          <a:spcPct val="0"/>
        </a:spcAft>
        <a:defRPr sz="4200" b="1">
          <a:solidFill>
            <a:schemeClr val="tx2"/>
          </a:solidFill>
          <a:latin typeface="Garamond" pitchFamily="18" charset="0"/>
          <a:ea typeface="宋体" pitchFamily="2" charset="-122"/>
        </a:defRPr>
      </a:lvl5pPr>
      <a:lvl6pPr marL="457200" algn="l" rtl="0" eaLnBrk="1" fontAlgn="base" hangingPunct="1">
        <a:spcBef>
          <a:spcPct val="0"/>
        </a:spcBef>
        <a:spcAft>
          <a:spcPct val="0"/>
        </a:spcAft>
        <a:defRPr sz="4200" b="1">
          <a:solidFill>
            <a:schemeClr val="tx2"/>
          </a:solidFill>
          <a:latin typeface="Garamond" pitchFamily="18" charset="0"/>
          <a:ea typeface="宋体" pitchFamily="2" charset="-122"/>
        </a:defRPr>
      </a:lvl6pPr>
      <a:lvl7pPr marL="914400" algn="l" rtl="0" eaLnBrk="1" fontAlgn="base" hangingPunct="1">
        <a:spcBef>
          <a:spcPct val="0"/>
        </a:spcBef>
        <a:spcAft>
          <a:spcPct val="0"/>
        </a:spcAft>
        <a:defRPr sz="4200" b="1">
          <a:solidFill>
            <a:schemeClr val="tx2"/>
          </a:solidFill>
          <a:latin typeface="Garamond" pitchFamily="18" charset="0"/>
          <a:ea typeface="宋体" pitchFamily="2" charset="-122"/>
        </a:defRPr>
      </a:lvl7pPr>
      <a:lvl8pPr marL="1371600" algn="l" rtl="0" eaLnBrk="1" fontAlgn="base" hangingPunct="1">
        <a:spcBef>
          <a:spcPct val="0"/>
        </a:spcBef>
        <a:spcAft>
          <a:spcPct val="0"/>
        </a:spcAft>
        <a:defRPr sz="4200" b="1">
          <a:solidFill>
            <a:schemeClr val="tx2"/>
          </a:solidFill>
          <a:latin typeface="Garamond" pitchFamily="18" charset="0"/>
          <a:ea typeface="宋体" pitchFamily="2" charset="-122"/>
        </a:defRPr>
      </a:lvl8pPr>
      <a:lvl9pPr marL="1828800" algn="l" rtl="0" eaLnBrk="1" fontAlgn="base" hangingPunct="1">
        <a:spcBef>
          <a:spcPct val="0"/>
        </a:spcBef>
        <a:spcAft>
          <a:spcPct val="0"/>
        </a:spcAft>
        <a:defRPr sz="4200" b="1">
          <a:solidFill>
            <a:schemeClr val="tx2"/>
          </a:solidFill>
          <a:latin typeface="Garamond" pitchFamily="18" charset="0"/>
          <a:ea typeface="宋体" pitchFamily="2" charset="-122"/>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b="1">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b="1">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b="1">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mn-lt"/>
          <a:ea typeface="+mn-ea"/>
        </a:defRPr>
      </a:lvl5pPr>
      <a:lvl6pPr marL="21383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6pPr>
      <a:lvl7pPr marL="25955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7pPr>
      <a:lvl8pPr marL="30527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8pPr>
      <a:lvl9pPr marL="35099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customXml" Target="../ink/ink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customXml" Target="../ink/ink3.xml"/></Relationships>
</file>

<file path=ppt/slides/_rels/slide7.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2747963" y="1524000"/>
            <a:ext cx="5789612" cy="1752600"/>
          </a:xfrm>
        </p:spPr>
        <p:txBody>
          <a:bodyPr anchor="ctr"/>
          <a:lstStyle/>
          <a:p>
            <a:pPr eaLnBrk="1" hangingPunct="1"/>
            <a:r>
              <a:rPr lang="zh-CN" altLang="en-US" b="1"/>
              <a:t>网络编程技术</a:t>
            </a:r>
          </a:p>
        </p:txBody>
      </p:sp>
      <p:sp>
        <p:nvSpPr>
          <p:cNvPr id="3075" name="Rectangle 3"/>
          <p:cNvSpPr>
            <a:spLocks noGrp="1" noChangeArrowheads="1"/>
          </p:cNvSpPr>
          <p:nvPr>
            <p:ph type="subTitle" idx="1"/>
          </p:nvPr>
        </p:nvSpPr>
        <p:spPr>
          <a:xfrm>
            <a:off x="1763713" y="3962400"/>
            <a:ext cx="6770687" cy="1752600"/>
          </a:xfrm>
        </p:spPr>
        <p:txBody>
          <a:bodyPr/>
          <a:lstStyle/>
          <a:p>
            <a:pPr eaLnBrk="1" hangingPunct="1"/>
            <a:r>
              <a:rPr lang="zh-CN" altLang="en-US" b="1" dirty="0"/>
              <a:t>第三讲  套接口编程简介</a:t>
            </a:r>
            <a:endParaRPr lang="en-US" altLang="zh-CN" b="1" dirty="0"/>
          </a:p>
          <a:p>
            <a:pPr eaLnBrk="1" hangingPunct="1"/>
            <a:r>
              <a:rPr lang="zh-CN" altLang="en-US" b="1" dirty="0"/>
              <a:t>王伟</a:t>
            </a:r>
          </a:p>
          <a:p>
            <a:pPr eaLnBrk="1" hangingPunct="1"/>
            <a:r>
              <a:rPr lang="en-US" altLang="zh-CN" b="1" dirty="0"/>
              <a:t>wellwang@126</a:t>
            </a:r>
            <a:r>
              <a:rPr lang="en-US" altLang="zh-CN" b="1"/>
              <a:t>.com</a:t>
            </a:r>
            <a:endParaRPr lang="en-US" altLang="zh-CN"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zh-CN" altLang="en-US"/>
              <a:t>主要内容</a:t>
            </a:r>
          </a:p>
        </p:txBody>
      </p:sp>
      <p:sp>
        <p:nvSpPr>
          <p:cNvPr id="4099" name="Rectangle 3"/>
          <p:cNvSpPr>
            <a:spLocks noGrp="1" noChangeArrowheads="1"/>
          </p:cNvSpPr>
          <p:nvPr>
            <p:ph type="body" idx="1"/>
          </p:nvPr>
        </p:nvSpPr>
        <p:spPr>
          <a:xfrm>
            <a:off x="468313" y="1196975"/>
            <a:ext cx="8229600" cy="4968875"/>
          </a:xfrm>
        </p:spPr>
        <p:txBody>
          <a:bodyPr/>
          <a:lstStyle/>
          <a:p>
            <a:pPr eaLnBrk="1" hangingPunct="1"/>
            <a:r>
              <a:rPr lang="zh-CN" altLang="en-US" dirty="0"/>
              <a:t>概述</a:t>
            </a:r>
            <a:endParaRPr lang="en-US" altLang="zh-CN" dirty="0"/>
          </a:p>
          <a:p>
            <a:pPr eaLnBrk="1" hangingPunct="1"/>
            <a:r>
              <a:rPr lang="zh-CN" altLang="en-US" dirty="0">
                <a:solidFill>
                  <a:srgbClr val="FF0000"/>
                </a:solidFill>
              </a:rPr>
              <a:t>套接口地址结构</a:t>
            </a:r>
          </a:p>
          <a:p>
            <a:pPr eaLnBrk="1" hangingPunct="1"/>
            <a:r>
              <a:rPr lang="zh-CN" altLang="en-US" dirty="0">
                <a:solidFill>
                  <a:srgbClr val="FF0000"/>
                </a:solidFill>
              </a:rPr>
              <a:t>值</a:t>
            </a:r>
            <a:r>
              <a:rPr lang="en-US" altLang="zh-CN" dirty="0">
                <a:solidFill>
                  <a:srgbClr val="FF0000"/>
                </a:solidFill>
              </a:rPr>
              <a:t>-</a:t>
            </a:r>
            <a:r>
              <a:rPr lang="zh-CN" altLang="en-US" dirty="0">
                <a:solidFill>
                  <a:srgbClr val="FF0000"/>
                </a:solidFill>
              </a:rPr>
              <a:t>结果参数</a:t>
            </a:r>
            <a:endParaRPr lang="en-US" altLang="zh-CN" dirty="0">
              <a:solidFill>
                <a:srgbClr val="FF0000"/>
              </a:solidFill>
            </a:endParaRPr>
          </a:p>
          <a:p>
            <a:pPr eaLnBrk="1" hangingPunct="1"/>
            <a:r>
              <a:rPr lang="zh-CN" altLang="en-US" dirty="0"/>
              <a:t>字节排序函数</a:t>
            </a:r>
            <a:endParaRPr lang="en-US" altLang="zh-CN" dirty="0"/>
          </a:p>
          <a:p>
            <a:pPr eaLnBrk="1" hangingPunct="1"/>
            <a:r>
              <a:rPr lang="zh-CN" altLang="en-US" dirty="0"/>
              <a:t>字节操纵函数</a:t>
            </a:r>
            <a:endParaRPr lang="en-US" altLang="zh-CN" dirty="0"/>
          </a:p>
          <a:p>
            <a:pPr eaLnBrk="1" hangingPunct="1"/>
            <a:r>
              <a:rPr lang="zh-CN" altLang="en-US" dirty="0"/>
              <a:t>地址转换函数</a:t>
            </a:r>
            <a:endParaRPr lang="en-US" altLang="zh-CN" dirty="0"/>
          </a:p>
          <a:p>
            <a:pPr eaLnBrk="1" hangingPunct="1"/>
            <a:r>
              <a:rPr lang="en-US" altLang="zh-CN" dirty="0" err="1">
                <a:solidFill>
                  <a:srgbClr val="FF0000"/>
                </a:solidFill>
              </a:rPr>
              <a:t>readn</a:t>
            </a:r>
            <a:r>
              <a:rPr lang="zh-CN" altLang="en-US" dirty="0">
                <a:solidFill>
                  <a:srgbClr val="FF0000"/>
                </a:solidFill>
              </a:rPr>
              <a:t>、</a:t>
            </a:r>
            <a:r>
              <a:rPr lang="en-US" altLang="zh-CN" dirty="0" err="1">
                <a:solidFill>
                  <a:srgbClr val="FF0000"/>
                </a:solidFill>
              </a:rPr>
              <a:t>writen</a:t>
            </a:r>
            <a:r>
              <a:rPr lang="zh-CN" altLang="en-US" dirty="0">
                <a:solidFill>
                  <a:srgbClr val="FF0000"/>
                </a:solidFill>
              </a:rPr>
              <a:t>和</a:t>
            </a:r>
            <a:r>
              <a:rPr lang="en-US" altLang="zh-CN" dirty="0" err="1">
                <a:solidFill>
                  <a:srgbClr val="FF0000"/>
                </a:solidFill>
              </a:rPr>
              <a:t>readline</a:t>
            </a:r>
            <a:r>
              <a:rPr lang="zh-CN" altLang="en-US" dirty="0">
                <a:solidFill>
                  <a:srgbClr val="FF0000"/>
                </a:solidFill>
              </a:rPr>
              <a:t>函数</a:t>
            </a:r>
            <a:endParaRPr lang="en-US" altLang="zh-CN" dirty="0">
              <a:solidFill>
                <a:srgbClr val="FF0000"/>
              </a:solidFill>
            </a:endParaRPr>
          </a:p>
          <a:p>
            <a:pPr eaLnBrk="1" hangingPunct="1"/>
            <a:r>
              <a:rPr lang="en-US" altLang="zh-CN" dirty="0" err="1"/>
              <a:t>isfdtype</a:t>
            </a:r>
            <a:r>
              <a:rPr lang="zh-CN" altLang="en-US" dirty="0"/>
              <a:t>函数</a:t>
            </a:r>
            <a:endParaRPr lang="en-US" altLang="zh-CN" dirty="0"/>
          </a:p>
          <a:p>
            <a:pPr eaLnBrk="1" hangingPunct="1"/>
            <a:r>
              <a:rPr lang="zh-CN" altLang="en-US" dirty="0"/>
              <a:t>小结</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4200">
                <a:solidFill>
                  <a:schemeClr val="tx2"/>
                </a:solidFill>
                <a:latin typeface="Garamond" panose="02020404030301010803" pitchFamily="18" charset="0"/>
              </a:rPr>
              <a:t>一、概述</a:t>
            </a:r>
          </a:p>
        </p:txBody>
      </p:sp>
      <p:sp>
        <p:nvSpPr>
          <p:cNvPr id="17" name="TextBox 16"/>
          <p:cNvSpPr txBox="1"/>
          <p:nvPr/>
        </p:nvSpPr>
        <p:spPr>
          <a:xfrm>
            <a:off x="971550" y="5559325"/>
            <a:ext cx="7561263" cy="461963"/>
          </a:xfrm>
          <a:prstGeom prst="rect">
            <a:avLst/>
          </a:prstGeom>
        </p:spPr>
        <p:style>
          <a:lnRef idx="1">
            <a:schemeClr val="accent3"/>
          </a:lnRef>
          <a:fillRef idx="2">
            <a:schemeClr val="accent3"/>
          </a:fillRef>
          <a:effectRef idx="1">
            <a:schemeClr val="accent3"/>
          </a:effectRef>
          <a:fontRef idx="minor">
            <a:schemeClr val="dk1"/>
          </a:fontRef>
        </p:style>
        <p:txBody>
          <a:bodyPr>
            <a:spAutoFit/>
          </a:bodyPr>
          <a:lstStyle/>
          <a:p>
            <a:pPr eaLnBrk="1" hangingPunct="1">
              <a:defRPr/>
            </a:pPr>
            <a:r>
              <a:rPr lang="zh-CN" altLang="en-US" sz="2400" b="1" dirty="0">
                <a:solidFill>
                  <a:srgbClr val="FF0000"/>
                </a:solidFill>
              </a:rPr>
              <a:t>主要讲解套接口地址结构和一些基础函数。</a:t>
            </a:r>
          </a:p>
        </p:txBody>
      </p:sp>
      <p:pic>
        <p:nvPicPr>
          <p:cNvPr id="2" name="图片 1" descr="手机屏幕截图&#10;&#10;描述已自动生成">
            <a:extLst>
              <a:ext uri="{FF2B5EF4-FFF2-40B4-BE49-F238E27FC236}">
                <a16:creationId xmlns:a16="http://schemas.microsoft.com/office/drawing/2014/main" id="{0744C306-3072-C0FE-0A1D-3159DADDC0D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83901" y="1556792"/>
            <a:ext cx="5776198" cy="3888432"/>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墨迹 2">
                <a:extLst>
                  <a:ext uri="{FF2B5EF4-FFF2-40B4-BE49-F238E27FC236}">
                    <a16:creationId xmlns:a16="http://schemas.microsoft.com/office/drawing/2014/main" id="{20295204-DDC1-FE5B-F29F-794D087C015C}"/>
                  </a:ext>
                </a:extLst>
              </p14:cNvPr>
              <p14:cNvContentPartPr/>
              <p14:nvPr/>
            </p14:nvContentPartPr>
            <p14:xfrm>
              <a:off x="697680" y="1168544"/>
              <a:ext cx="7531200" cy="3781080"/>
            </p14:xfrm>
          </p:contentPart>
        </mc:Choice>
        <mc:Fallback xmlns="">
          <p:pic>
            <p:nvPicPr>
              <p:cNvPr id="3" name="墨迹 2">
                <a:extLst>
                  <a:ext uri="{FF2B5EF4-FFF2-40B4-BE49-F238E27FC236}">
                    <a16:creationId xmlns:a16="http://schemas.microsoft.com/office/drawing/2014/main" id="{20295204-DDC1-FE5B-F29F-794D087C015C}"/>
                  </a:ext>
                </a:extLst>
              </p:cNvPr>
              <p:cNvPicPr/>
              <p:nvPr/>
            </p:nvPicPr>
            <p:blipFill>
              <a:blip r:embed="rId4"/>
              <a:stretch>
                <a:fillRect/>
              </a:stretch>
            </p:blipFill>
            <p:spPr>
              <a:xfrm>
                <a:off x="688320" y="1159184"/>
                <a:ext cx="7549920" cy="379980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zh-CN" altLang="en-US"/>
              <a:t>二、套接口地址结构</a:t>
            </a:r>
          </a:p>
        </p:txBody>
      </p:sp>
      <p:sp>
        <p:nvSpPr>
          <p:cNvPr id="6147" name="Rectangle 3"/>
          <p:cNvSpPr>
            <a:spLocks noGrp="1" noChangeArrowheads="1"/>
          </p:cNvSpPr>
          <p:nvPr>
            <p:ph type="body" idx="1"/>
          </p:nvPr>
        </p:nvSpPr>
        <p:spPr>
          <a:xfrm>
            <a:off x="533400" y="1436688"/>
            <a:ext cx="8229600" cy="4530725"/>
          </a:xfrm>
        </p:spPr>
        <p:txBody>
          <a:bodyPr/>
          <a:lstStyle/>
          <a:p>
            <a:pPr eaLnBrk="1" hangingPunct="1">
              <a:buFont typeface="Wingdings" panose="05000000000000000000" pitchFamily="2" charset="2"/>
              <a:buNone/>
            </a:pPr>
            <a:r>
              <a:rPr lang="en-US" altLang="zh-CN" sz="4200" dirty="0">
                <a:solidFill>
                  <a:schemeClr val="tx2"/>
                </a:solidFill>
                <a:latin typeface="Garamond" panose="02020404030301010803" pitchFamily="18" charset="0"/>
              </a:rPr>
              <a:t>⒈ IPv4</a:t>
            </a:r>
            <a:r>
              <a:rPr lang="zh-CN" altLang="en-US" sz="4200" dirty="0">
                <a:solidFill>
                  <a:schemeClr val="tx2"/>
                </a:solidFill>
                <a:latin typeface="Garamond" panose="02020404030301010803" pitchFamily="18" charset="0"/>
              </a:rPr>
              <a:t>套接口地址结构</a:t>
            </a:r>
            <a:endParaRPr lang="zh-CN" altLang="en-US" sz="3600" dirty="0">
              <a:solidFill>
                <a:schemeClr val="tx2"/>
              </a:solidFill>
              <a:latin typeface="Garamond" panose="02020404030301010803" pitchFamily="18" charset="0"/>
            </a:endParaRPr>
          </a:p>
        </p:txBody>
      </p:sp>
      <p:sp>
        <p:nvSpPr>
          <p:cNvPr id="6148" name="TextBox 2"/>
          <p:cNvSpPr txBox="1">
            <a:spLocks noChangeArrowheads="1"/>
          </p:cNvSpPr>
          <p:nvPr/>
        </p:nvSpPr>
        <p:spPr bwMode="auto">
          <a:xfrm>
            <a:off x="827088" y="2349500"/>
            <a:ext cx="7561262" cy="3170238"/>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r>
              <a:rPr lang="en-US" altLang="zh-CN" sz="2000" b="1" dirty="0" err="1"/>
              <a:t>struct</a:t>
            </a:r>
            <a:r>
              <a:rPr lang="en-US" altLang="zh-CN" sz="2000" b="1" dirty="0"/>
              <a:t>  </a:t>
            </a:r>
            <a:r>
              <a:rPr lang="en-US" altLang="zh-CN" sz="2000" b="1" dirty="0" err="1"/>
              <a:t>in_addr</a:t>
            </a:r>
            <a:r>
              <a:rPr lang="en-US" altLang="zh-CN" sz="2000" b="1" dirty="0"/>
              <a:t>{</a:t>
            </a:r>
          </a:p>
          <a:p>
            <a:pPr eaLnBrk="1" hangingPunct="1">
              <a:defRPr/>
            </a:pPr>
            <a:r>
              <a:rPr lang="en-US" altLang="zh-CN" sz="2000" b="1" dirty="0"/>
              <a:t>	</a:t>
            </a:r>
            <a:r>
              <a:rPr lang="en-US" altLang="zh-CN" sz="2000" b="1" dirty="0" err="1"/>
              <a:t>in_addr_t</a:t>
            </a:r>
            <a:r>
              <a:rPr lang="en-US" altLang="zh-CN" sz="2000" b="1" dirty="0"/>
              <a:t>  </a:t>
            </a:r>
            <a:r>
              <a:rPr lang="en-US" altLang="zh-CN" sz="2000" b="1" dirty="0" err="1"/>
              <a:t>s_addr</a:t>
            </a:r>
            <a:r>
              <a:rPr lang="en-US" altLang="zh-CN" sz="2000" b="1" dirty="0"/>
              <a:t>;  /* 32</a:t>
            </a:r>
            <a:r>
              <a:rPr lang="zh-CN" altLang="en-US" sz="2000" b="1" dirty="0"/>
              <a:t>位</a:t>
            </a:r>
            <a:r>
              <a:rPr lang="en-US" altLang="zh-CN" sz="2000" b="1" dirty="0"/>
              <a:t>IPv4</a:t>
            </a:r>
            <a:r>
              <a:rPr lang="zh-CN" altLang="en-US" sz="2000" b="1" dirty="0"/>
              <a:t>地址，网络字节序</a:t>
            </a:r>
            <a:r>
              <a:rPr lang="en-US" altLang="zh-CN" sz="2000" b="1" dirty="0"/>
              <a:t>*/</a:t>
            </a:r>
          </a:p>
          <a:p>
            <a:pPr eaLnBrk="1" hangingPunct="1">
              <a:defRPr/>
            </a:pPr>
            <a:r>
              <a:rPr lang="en-US" altLang="zh-CN" sz="2000" b="1" dirty="0"/>
              <a:t>};</a:t>
            </a:r>
          </a:p>
          <a:p>
            <a:pPr eaLnBrk="1" hangingPunct="1">
              <a:defRPr/>
            </a:pPr>
            <a:r>
              <a:rPr lang="en-US" altLang="zh-CN" sz="2000" b="1" dirty="0"/>
              <a:t>struct  </a:t>
            </a:r>
            <a:r>
              <a:rPr lang="en-US" altLang="zh-CN" sz="2000" b="1" dirty="0" err="1">
                <a:solidFill>
                  <a:srgbClr val="FF0000"/>
                </a:solidFill>
              </a:rPr>
              <a:t>sockaddr_in</a:t>
            </a:r>
            <a:r>
              <a:rPr lang="en-US" altLang="zh-CN" sz="2000" b="1" dirty="0"/>
              <a:t>{</a:t>
            </a:r>
          </a:p>
          <a:p>
            <a:pPr eaLnBrk="1" hangingPunct="1">
              <a:defRPr/>
            </a:pPr>
            <a:r>
              <a:rPr lang="en-US" altLang="zh-CN" sz="2000" b="1" dirty="0"/>
              <a:t>	uint8_t  		</a:t>
            </a:r>
            <a:r>
              <a:rPr lang="en-US" altLang="zh-CN" sz="2000" b="1" dirty="0" err="1"/>
              <a:t>sin_len</a:t>
            </a:r>
            <a:r>
              <a:rPr lang="en-US" altLang="zh-CN" sz="2000" b="1" dirty="0"/>
              <a:t>;  /*</a:t>
            </a:r>
            <a:r>
              <a:rPr lang="zh-CN" altLang="en-US" sz="2000" b="1" dirty="0"/>
              <a:t>结构体变量长度</a:t>
            </a:r>
            <a:r>
              <a:rPr lang="en-US" altLang="zh-CN" sz="2000" b="1" dirty="0"/>
              <a:t>*/</a:t>
            </a:r>
          </a:p>
          <a:p>
            <a:pPr eaLnBrk="1" hangingPunct="1">
              <a:defRPr/>
            </a:pPr>
            <a:r>
              <a:rPr lang="en-US" altLang="zh-CN" sz="2000" b="1" dirty="0"/>
              <a:t>	</a:t>
            </a:r>
            <a:r>
              <a:rPr lang="en-US" altLang="zh-CN" sz="2000" b="1" dirty="0" err="1"/>
              <a:t>sa_family_t</a:t>
            </a:r>
            <a:r>
              <a:rPr lang="en-US" altLang="zh-CN" sz="2000" b="1" dirty="0"/>
              <a:t>		</a:t>
            </a:r>
            <a:r>
              <a:rPr lang="en-US" altLang="zh-CN" sz="2000" b="1" dirty="0" err="1"/>
              <a:t>sin_family</a:t>
            </a:r>
            <a:r>
              <a:rPr lang="en-US" altLang="zh-CN" sz="2000" b="1" dirty="0"/>
              <a:t>;  /*AF_INET</a:t>
            </a:r>
            <a:r>
              <a:rPr lang="zh-CN" altLang="en-US" sz="2000" b="1" dirty="0"/>
              <a:t>*</a:t>
            </a:r>
            <a:r>
              <a:rPr lang="en-US" altLang="zh-CN" sz="2000" b="1" dirty="0"/>
              <a:t>/</a:t>
            </a:r>
          </a:p>
          <a:p>
            <a:pPr eaLnBrk="1" hangingPunct="1">
              <a:defRPr/>
            </a:pPr>
            <a:r>
              <a:rPr lang="en-US" altLang="zh-CN" sz="2000" b="1" dirty="0"/>
              <a:t>	</a:t>
            </a:r>
            <a:r>
              <a:rPr lang="en-US" altLang="zh-CN" sz="2000" b="1" dirty="0" err="1"/>
              <a:t>in_port</a:t>
            </a:r>
            <a:r>
              <a:rPr lang="en-US" altLang="zh-CN" sz="2000" b="1" dirty="0"/>
              <a:t>	_t		</a:t>
            </a:r>
            <a:r>
              <a:rPr lang="en-US" altLang="zh-CN" sz="2000" b="1" dirty="0" err="1"/>
              <a:t>sin_port</a:t>
            </a:r>
            <a:r>
              <a:rPr lang="en-US" altLang="zh-CN" sz="2000" b="1" dirty="0"/>
              <a:t>;  /</a:t>
            </a:r>
            <a:r>
              <a:rPr lang="zh-CN" altLang="en-US" sz="2000" b="1" dirty="0"/>
              <a:t>* </a:t>
            </a:r>
            <a:r>
              <a:rPr lang="en-US" altLang="zh-CN" sz="2000" b="1" dirty="0"/>
              <a:t>16</a:t>
            </a:r>
            <a:r>
              <a:rPr lang="zh-CN" altLang="en-US" sz="2000" b="1" dirty="0"/>
              <a:t>位端口号</a:t>
            </a:r>
            <a:r>
              <a:rPr lang="en-US" altLang="zh-CN" sz="2000" b="1" dirty="0"/>
              <a:t>*/</a:t>
            </a:r>
          </a:p>
          <a:p>
            <a:pPr eaLnBrk="1" hangingPunct="1">
              <a:defRPr/>
            </a:pPr>
            <a:r>
              <a:rPr lang="en-US" altLang="zh-CN" sz="2000" b="1" dirty="0"/>
              <a:t>	</a:t>
            </a:r>
            <a:r>
              <a:rPr lang="en-US" altLang="zh-CN" sz="2000" b="1" dirty="0" err="1"/>
              <a:t>struct</a:t>
            </a:r>
            <a:r>
              <a:rPr lang="en-US" altLang="zh-CN" sz="2000" b="1" dirty="0"/>
              <a:t>  </a:t>
            </a:r>
            <a:r>
              <a:rPr lang="en-US" altLang="zh-CN" sz="2000" b="1" dirty="0" err="1"/>
              <a:t>in_addr</a:t>
            </a:r>
            <a:r>
              <a:rPr lang="en-US" altLang="zh-CN" sz="2000" b="1" dirty="0"/>
              <a:t>	 	</a:t>
            </a:r>
            <a:r>
              <a:rPr lang="en-US" altLang="zh-CN" sz="2000" b="1" dirty="0" err="1"/>
              <a:t>sin_addr</a:t>
            </a:r>
            <a:r>
              <a:rPr lang="en-US" altLang="zh-CN" sz="2000" b="1" dirty="0"/>
              <a:t>;  </a:t>
            </a:r>
          </a:p>
          <a:p>
            <a:pPr eaLnBrk="1" hangingPunct="1">
              <a:defRPr/>
            </a:pPr>
            <a:r>
              <a:rPr lang="en-US" altLang="zh-CN" sz="2000" b="1" dirty="0"/>
              <a:t>	char			</a:t>
            </a:r>
            <a:r>
              <a:rPr lang="en-US" altLang="zh-CN" sz="2000" b="1" dirty="0" err="1"/>
              <a:t>sin_zero</a:t>
            </a:r>
            <a:r>
              <a:rPr lang="en-US" altLang="zh-CN" sz="2000" b="1" dirty="0"/>
              <a:t>[8];  /*</a:t>
            </a:r>
            <a:r>
              <a:rPr lang="zh-CN" altLang="en-US" sz="2000" b="1" dirty="0"/>
              <a:t>保留</a:t>
            </a:r>
            <a:r>
              <a:rPr lang="en-US" altLang="zh-CN" sz="2000" b="1" dirty="0"/>
              <a:t>*/</a:t>
            </a:r>
          </a:p>
          <a:p>
            <a:pPr eaLnBrk="1" hangingPunct="1">
              <a:defRPr/>
            </a:pPr>
            <a:r>
              <a:rPr lang="en-US" altLang="zh-CN" sz="2000" b="1" dirty="0"/>
              <a:t>};</a:t>
            </a:r>
            <a:endParaRPr lang="zh-CN" altLang="en-US" sz="2000" b="1" dirty="0"/>
          </a:p>
        </p:txBody>
      </p:sp>
      <p:sp>
        <p:nvSpPr>
          <p:cNvPr id="4" name="TextBox 3"/>
          <p:cNvSpPr txBox="1">
            <a:spLocks noChangeArrowheads="1"/>
          </p:cNvSpPr>
          <p:nvPr/>
        </p:nvSpPr>
        <p:spPr bwMode="auto">
          <a:xfrm>
            <a:off x="827088" y="5661025"/>
            <a:ext cx="7561262" cy="400050"/>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r>
              <a:rPr lang="zh-CN" altLang="en-US" sz="2000" b="1" dirty="0"/>
              <a:t>这个结构体类型的变量占用</a:t>
            </a:r>
            <a:r>
              <a:rPr lang="en-US" altLang="zh-CN" sz="2000" b="1" dirty="0"/>
              <a:t>16</a:t>
            </a:r>
            <a:r>
              <a:rPr lang="zh-CN" altLang="en-US" sz="2000" b="1" dirty="0"/>
              <a:t>字节内存。</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altLang="zh-CN" dirty="0"/>
              <a:t>2. </a:t>
            </a:r>
            <a:r>
              <a:rPr lang="zh-CN" altLang="en-US" dirty="0"/>
              <a:t>通用套接口地址结构</a:t>
            </a:r>
          </a:p>
        </p:txBody>
      </p:sp>
      <p:sp>
        <p:nvSpPr>
          <p:cNvPr id="3" name="TextBox 2"/>
          <p:cNvSpPr txBox="1">
            <a:spLocks noChangeArrowheads="1"/>
          </p:cNvSpPr>
          <p:nvPr/>
        </p:nvSpPr>
        <p:spPr bwMode="auto">
          <a:xfrm>
            <a:off x="684213" y="5962650"/>
            <a:ext cx="7848600" cy="706438"/>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r>
              <a:rPr lang="zh-CN" altLang="zh-CN" sz="2000" b="1" dirty="0">
                <a:solidFill>
                  <a:srgbClr val="FF0000"/>
                </a:solidFill>
              </a:rPr>
              <a:t>从应用程序开发人员的观点看，通用的套接口地址结构的唯一用途是给指向特定于协议的地址结构的指针转换类型。</a:t>
            </a:r>
            <a:endParaRPr lang="zh-CN" altLang="en-US" sz="2000" b="1" dirty="0">
              <a:solidFill>
                <a:srgbClr val="FF0000"/>
              </a:solidFill>
            </a:endParaRPr>
          </a:p>
        </p:txBody>
      </p:sp>
      <p:sp>
        <p:nvSpPr>
          <p:cNvPr id="5" name="Rectangle 3"/>
          <p:cNvSpPr txBox="1">
            <a:spLocks noChangeArrowheads="1"/>
          </p:cNvSpPr>
          <p:nvPr/>
        </p:nvSpPr>
        <p:spPr bwMode="auto">
          <a:xfrm>
            <a:off x="684213" y="2565400"/>
            <a:ext cx="7848600" cy="3311525"/>
          </a:xfrm>
          <a:prstGeom prst="rect">
            <a:avLst/>
          </a:prstGeom>
          <a:ln/>
        </p:spPr>
        <p:style>
          <a:lnRef idx="1">
            <a:schemeClr val="accent3"/>
          </a:lnRef>
          <a:fillRef idx="2">
            <a:schemeClr val="accent3"/>
          </a:fillRef>
          <a:effectRef idx="1">
            <a:schemeClr val="accent3"/>
          </a:effectRef>
          <a:fontRef idx="minor">
            <a:schemeClr val="dk1"/>
          </a:fontRef>
        </p:style>
        <p:txBody>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b="1">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b="1">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b="1">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5pPr>
            <a:lvl6pPr marL="21383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6pPr>
            <a:lvl7pPr marL="25955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7pPr>
            <a:lvl8pPr marL="30527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8pPr>
            <a:lvl9pPr marL="35099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9pPr>
          </a:lstStyle>
          <a:p>
            <a:pPr marL="0" indent="0" eaLnBrk="1" hangingPunct="1">
              <a:buFont typeface="Wingdings" pitchFamily="2" charset="2"/>
              <a:buNone/>
              <a:defRPr/>
            </a:pPr>
            <a:r>
              <a:rPr lang="en-US" altLang="zh-CN" sz="2000" kern="0" dirty="0" err="1"/>
              <a:t>int</a:t>
            </a:r>
            <a:r>
              <a:rPr lang="en-US" altLang="zh-CN" sz="2000" kern="0" dirty="0"/>
              <a:t> bind(</a:t>
            </a:r>
            <a:r>
              <a:rPr lang="en-US" altLang="zh-CN" sz="2000" kern="0" dirty="0" err="1"/>
              <a:t>int</a:t>
            </a:r>
            <a:r>
              <a:rPr lang="en-US" altLang="zh-CN" sz="2000" kern="0" dirty="0"/>
              <a:t> , </a:t>
            </a:r>
            <a:r>
              <a:rPr lang="en-US" altLang="zh-CN" sz="2000" kern="0" dirty="0" err="1"/>
              <a:t>struct</a:t>
            </a:r>
            <a:r>
              <a:rPr lang="en-US" altLang="zh-CN" sz="2000" kern="0" dirty="0"/>
              <a:t> </a:t>
            </a:r>
            <a:r>
              <a:rPr lang="en-US" altLang="zh-CN" sz="2000" kern="0" dirty="0" err="1"/>
              <a:t>sockaddr</a:t>
            </a:r>
            <a:r>
              <a:rPr lang="en-US" altLang="zh-CN" sz="2000" kern="0" dirty="0"/>
              <a:t>* , </a:t>
            </a:r>
            <a:r>
              <a:rPr lang="en-US" altLang="zh-CN" sz="2000" kern="0" dirty="0" err="1"/>
              <a:t>socklen_t</a:t>
            </a:r>
            <a:r>
              <a:rPr lang="en-US" altLang="zh-CN" sz="2000" kern="0" dirty="0"/>
              <a:t>);</a:t>
            </a:r>
          </a:p>
          <a:p>
            <a:pPr marL="0" indent="0" eaLnBrk="1" hangingPunct="1">
              <a:buFont typeface="Wingdings" pitchFamily="2" charset="2"/>
              <a:buNone/>
              <a:defRPr/>
            </a:pPr>
            <a:r>
              <a:rPr lang="fr-FR" altLang="zh-CN" sz="2000" kern="0" dirty="0"/>
              <a:t>struct </a:t>
            </a:r>
            <a:r>
              <a:rPr lang="fr-FR" altLang="zh-CN" sz="2000" kern="0" dirty="0">
                <a:solidFill>
                  <a:srgbClr val="FF0000"/>
                </a:solidFill>
              </a:rPr>
              <a:t>sockaddr</a:t>
            </a:r>
            <a:r>
              <a:rPr lang="fr-FR" altLang="zh-CN" sz="2000" kern="0" dirty="0"/>
              <a:t>{</a:t>
            </a:r>
          </a:p>
          <a:p>
            <a:pPr marL="0" indent="0" eaLnBrk="1" hangingPunct="1">
              <a:buFont typeface="Wingdings" pitchFamily="2" charset="2"/>
              <a:buNone/>
              <a:defRPr/>
            </a:pPr>
            <a:r>
              <a:rPr lang="fr-FR" altLang="zh-CN" sz="2000" kern="0" dirty="0"/>
              <a:t>	uint8_t		             sa_len;</a:t>
            </a:r>
          </a:p>
          <a:p>
            <a:pPr marL="0" indent="0" eaLnBrk="1" hangingPunct="1">
              <a:buFont typeface="Wingdings" pitchFamily="2" charset="2"/>
              <a:buNone/>
              <a:defRPr/>
            </a:pPr>
            <a:r>
              <a:rPr lang="fr-FR" altLang="zh-CN" sz="2000" kern="0" dirty="0"/>
              <a:t>	sa_family_t		sa_family; </a:t>
            </a:r>
            <a:r>
              <a:rPr lang="en-US" altLang="zh-CN" sz="2000" kern="0" dirty="0"/>
              <a:t>/</a:t>
            </a:r>
            <a:r>
              <a:rPr lang="zh-CN" altLang="en-US" sz="2000" kern="0" dirty="0"/>
              <a:t>*地址族，</a:t>
            </a:r>
            <a:r>
              <a:rPr lang="en-US" altLang="zh-CN" sz="2000" kern="0" dirty="0"/>
              <a:t>AF_XXX*/</a:t>
            </a:r>
            <a:endParaRPr lang="fr-FR" altLang="zh-CN" sz="2000" kern="0" dirty="0"/>
          </a:p>
          <a:p>
            <a:pPr marL="0" indent="0" eaLnBrk="1" hangingPunct="1">
              <a:buFont typeface="Wingdings" pitchFamily="2" charset="2"/>
              <a:buNone/>
              <a:defRPr/>
            </a:pPr>
            <a:r>
              <a:rPr lang="fr-FR" altLang="zh-CN" sz="2000" kern="0" dirty="0"/>
              <a:t>	char			sa_data[14]; /*</a:t>
            </a:r>
            <a:r>
              <a:rPr lang="zh-CN" altLang="en-US" sz="2000" kern="0" dirty="0"/>
              <a:t>协议地址</a:t>
            </a:r>
            <a:r>
              <a:rPr lang="en-US" altLang="zh-CN" sz="2000" kern="0" dirty="0"/>
              <a:t>*/</a:t>
            </a:r>
            <a:endParaRPr lang="fr-FR" altLang="zh-CN" sz="2000" kern="0" dirty="0"/>
          </a:p>
          <a:p>
            <a:pPr marL="0" indent="0" eaLnBrk="1" hangingPunct="1">
              <a:buFont typeface="Wingdings" pitchFamily="2" charset="2"/>
              <a:buNone/>
              <a:defRPr/>
            </a:pPr>
            <a:r>
              <a:rPr lang="fr-FR" altLang="zh-CN" sz="2000" kern="0" dirty="0"/>
              <a:t>};</a:t>
            </a:r>
          </a:p>
          <a:p>
            <a:pPr marL="0" indent="0" eaLnBrk="1" hangingPunct="1">
              <a:buFont typeface="Wingdings" pitchFamily="2" charset="2"/>
              <a:buNone/>
              <a:defRPr/>
            </a:pPr>
            <a:r>
              <a:rPr lang="en-US" altLang="zh-CN" sz="2000" kern="0" dirty="0"/>
              <a:t>#define</a:t>
            </a:r>
            <a:r>
              <a:rPr lang="zh-CN" altLang="en-US" sz="2000" kern="0" dirty="0"/>
              <a:t> </a:t>
            </a:r>
            <a:r>
              <a:rPr lang="en-US" altLang="zh-CN" sz="2000" kern="0" dirty="0"/>
              <a:t>SA </a:t>
            </a:r>
            <a:r>
              <a:rPr lang="en-US" altLang="zh-CN" sz="2000" kern="0" dirty="0" err="1"/>
              <a:t>struct</a:t>
            </a:r>
            <a:r>
              <a:rPr lang="en-US" altLang="zh-CN" sz="2000" kern="0" dirty="0"/>
              <a:t> </a:t>
            </a:r>
            <a:r>
              <a:rPr lang="en-US" altLang="zh-CN" sz="2000" kern="0" dirty="0" err="1"/>
              <a:t>sockaddr</a:t>
            </a:r>
            <a:endParaRPr lang="en-US" altLang="zh-CN" sz="2000" kern="0" dirty="0"/>
          </a:p>
          <a:p>
            <a:pPr marL="0" indent="0" eaLnBrk="1" hangingPunct="1">
              <a:buFont typeface="Wingdings" pitchFamily="2" charset="2"/>
              <a:buNone/>
              <a:defRPr/>
            </a:pPr>
            <a:r>
              <a:rPr lang="en-US" altLang="zh-CN" sz="2000" kern="0" dirty="0" err="1"/>
              <a:t>struct</a:t>
            </a:r>
            <a:r>
              <a:rPr lang="en-US" altLang="zh-CN" sz="2000" kern="0" dirty="0"/>
              <a:t> </a:t>
            </a:r>
            <a:r>
              <a:rPr lang="en-US" altLang="zh-CN" sz="2000" kern="0" dirty="0" err="1"/>
              <a:t>sockaddr_in</a:t>
            </a:r>
            <a:r>
              <a:rPr lang="en-US" altLang="zh-CN" sz="2000" kern="0" dirty="0"/>
              <a:t> </a:t>
            </a:r>
            <a:r>
              <a:rPr lang="en-US" altLang="zh-CN" sz="2000" kern="0" dirty="0" err="1"/>
              <a:t>serv</a:t>
            </a:r>
            <a:r>
              <a:rPr lang="en-US" altLang="zh-CN" sz="2000" kern="0" dirty="0"/>
              <a:t>;</a:t>
            </a:r>
          </a:p>
          <a:p>
            <a:pPr marL="0" indent="0" eaLnBrk="1" hangingPunct="1">
              <a:buFont typeface="Wingdings" pitchFamily="2" charset="2"/>
              <a:buNone/>
              <a:defRPr/>
            </a:pPr>
            <a:r>
              <a:rPr lang="en-US" altLang="zh-CN" sz="2000" kern="0" dirty="0"/>
              <a:t>bind(</a:t>
            </a:r>
            <a:r>
              <a:rPr lang="en-US" altLang="zh-CN" sz="2000" kern="0" dirty="0" err="1"/>
              <a:t>sockfd</a:t>
            </a:r>
            <a:r>
              <a:rPr lang="en-US" altLang="zh-CN" sz="2000" kern="0" dirty="0"/>
              <a:t>, (SA*) &amp;</a:t>
            </a:r>
            <a:r>
              <a:rPr lang="en-US" altLang="zh-CN" sz="2000" kern="0" dirty="0" err="1"/>
              <a:t>serv</a:t>
            </a:r>
            <a:r>
              <a:rPr lang="en-US" altLang="zh-CN" sz="2000" kern="0" dirty="0"/>
              <a:t>, </a:t>
            </a:r>
            <a:r>
              <a:rPr lang="en-US" altLang="zh-CN" sz="2000" kern="0" dirty="0" err="1"/>
              <a:t>sizeof</a:t>
            </a:r>
            <a:r>
              <a:rPr lang="en-US" altLang="zh-CN" sz="2000" kern="0" dirty="0"/>
              <a:t>(</a:t>
            </a:r>
            <a:r>
              <a:rPr lang="en-US" altLang="zh-CN" sz="2000" kern="0" dirty="0" err="1"/>
              <a:t>serv</a:t>
            </a:r>
            <a:r>
              <a:rPr lang="en-US" altLang="zh-CN" sz="2000" kern="0" dirty="0"/>
              <a:t>));</a:t>
            </a:r>
          </a:p>
          <a:p>
            <a:pPr marL="0" indent="0" eaLnBrk="1" hangingPunct="1">
              <a:buFont typeface="Wingdings" pitchFamily="2" charset="2"/>
              <a:buNone/>
              <a:defRPr/>
            </a:pPr>
            <a:endParaRPr lang="fr-FR" altLang="zh-CN" sz="2000" kern="0" dirty="0"/>
          </a:p>
          <a:p>
            <a:pPr marL="0" indent="0" eaLnBrk="1" hangingPunct="1">
              <a:buFont typeface="Wingdings" pitchFamily="2" charset="2"/>
              <a:buNone/>
              <a:defRPr/>
            </a:pPr>
            <a:endParaRPr lang="en-US" altLang="zh-CN" sz="2000" kern="0" dirty="0"/>
          </a:p>
        </p:txBody>
      </p:sp>
      <p:sp>
        <p:nvSpPr>
          <p:cNvPr id="6" name="TextBox 2"/>
          <p:cNvSpPr txBox="1">
            <a:spLocks noChangeArrowheads="1"/>
          </p:cNvSpPr>
          <p:nvPr/>
        </p:nvSpPr>
        <p:spPr bwMode="auto">
          <a:xfrm>
            <a:off x="684213" y="1125538"/>
            <a:ext cx="7848600" cy="129222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zh-CN" altLang="en-US" sz="2000" b="1" dirty="0"/>
              <a:t>当作为参数传递给任一个套接口函数时，套接口地址结构总是通过指针来传递，但通过指针来取得此参数的套接口函数必须处理来自所支持的任何协议族的套接口地址结构。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altLang="zh-CN"/>
              <a:t>3. IPv6</a:t>
            </a:r>
            <a:r>
              <a:rPr lang="zh-CN" altLang="en-US"/>
              <a:t>套接口地址结构</a:t>
            </a:r>
          </a:p>
        </p:txBody>
      </p:sp>
      <p:sp>
        <p:nvSpPr>
          <p:cNvPr id="5" name="TextBox 4"/>
          <p:cNvSpPr txBox="1">
            <a:spLocks noChangeArrowheads="1"/>
          </p:cNvSpPr>
          <p:nvPr/>
        </p:nvSpPr>
        <p:spPr bwMode="auto">
          <a:xfrm>
            <a:off x="757238" y="4684713"/>
            <a:ext cx="7559675" cy="400050"/>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r>
              <a:rPr lang="zh-CN" altLang="en-US" sz="2000" b="1" dirty="0"/>
              <a:t>这个结构体类型的变量占用</a:t>
            </a:r>
            <a:r>
              <a:rPr lang="en-US" altLang="zh-CN" sz="2000" b="1" dirty="0"/>
              <a:t>24</a:t>
            </a:r>
            <a:r>
              <a:rPr lang="zh-CN" altLang="en-US" sz="2000" b="1" dirty="0"/>
              <a:t>字节内存。</a:t>
            </a:r>
          </a:p>
        </p:txBody>
      </p:sp>
      <p:sp>
        <p:nvSpPr>
          <p:cNvPr id="11" name="TextBox 10"/>
          <p:cNvSpPr txBox="1">
            <a:spLocks noChangeArrowheads="1"/>
          </p:cNvSpPr>
          <p:nvPr/>
        </p:nvSpPr>
        <p:spPr bwMode="auto">
          <a:xfrm>
            <a:off x="792162" y="1417638"/>
            <a:ext cx="7559675" cy="3168650"/>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r>
              <a:rPr lang="en-US" altLang="zh-CN" sz="2000" b="1" dirty="0" err="1"/>
              <a:t>struct</a:t>
            </a:r>
            <a:r>
              <a:rPr lang="en-US" altLang="zh-CN" sz="2000" b="1" dirty="0"/>
              <a:t>  in6_addr{</a:t>
            </a:r>
          </a:p>
          <a:p>
            <a:pPr eaLnBrk="1" hangingPunct="1">
              <a:defRPr/>
            </a:pPr>
            <a:r>
              <a:rPr lang="en-US" altLang="zh-CN" sz="2000" b="1" dirty="0"/>
              <a:t>	uint8_t			s6_addr[16];  /*128</a:t>
            </a:r>
            <a:r>
              <a:rPr lang="zh-CN" altLang="en-US" sz="2000" b="1" dirty="0"/>
              <a:t>位</a:t>
            </a:r>
            <a:r>
              <a:rPr lang="en-US" altLang="zh-CN" sz="2000" b="1" dirty="0"/>
              <a:t>IPv6</a:t>
            </a:r>
            <a:r>
              <a:rPr lang="zh-CN" altLang="en-US" sz="2000" b="1" dirty="0"/>
              <a:t>地址*</a:t>
            </a:r>
            <a:r>
              <a:rPr lang="en-US" altLang="zh-CN" sz="2000" b="1" dirty="0"/>
              <a:t>/</a:t>
            </a:r>
          </a:p>
          <a:p>
            <a:pPr eaLnBrk="1" hangingPunct="1">
              <a:defRPr/>
            </a:pPr>
            <a:r>
              <a:rPr lang="en-US" altLang="zh-CN" sz="2000" b="1" dirty="0"/>
              <a:t>};</a:t>
            </a:r>
          </a:p>
          <a:p>
            <a:pPr eaLnBrk="1" hangingPunct="1">
              <a:defRPr/>
            </a:pPr>
            <a:r>
              <a:rPr lang="en-US" altLang="zh-CN" sz="2000" b="1" dirty="0" err="1"/>
              <a:t>struct</a:t>
            </a:r>
            <a:r>
              <a:rPr lang="en-US" altLang="zh-CN" sz="2000" b="1" dirty="0"/>
              <a:t>  </a:t>
            </a:r>
            <a:r>
              <a:rPr lang="en-US" altLang="zh-CN" sz="2000" b="1" dirty="0">
                <a:solidFill>
                  <a:srgbClr val="FF0000"/>
                </a:solidFill>
              </a:rPr>
              <a:t>sockaddr_in6</a:t>
            </a:r>
            <a:r>
              <a:rPr lang="en-US" altLang="zh-CN" sz="2000" b="1" dirty="0"/>
              <a:t>{</a:t>
            </a:r>
          </a:p>
          <a:p>
            <a:pPr eaLnBrk="1" hangingPunct="1">
              <a:defRPr/>
            </a:pPr>
            <a:r>
              <a:rPr lang="en-US" altLang="zh-CN" sz="2000" b="1" dirty="0"/>
              <a:t>	uint8_t			sin6_len;  /*</a:t>
            </a:r>
            <a:r>
              <a:rPr lang="zh-CN" altLang="en-US" sz="2000" b="1" dirty="0"/>
              <a:t>结构体变量长度*</a:t>
            </a:r>
            <a:r>
              <a:rPr lang="en-US" altLang="zh-CN" sz="2000" b="1" dirty="0"/>
              <a:t>/</a:t>
            </a:r>
          </a:p>
          <a:p>
            <a:pPr eaLnBrk="1" hangingPunct="1">
              <a:defRPr/>
            </a:pPr>
            <a:r>
              <a:rPr lang="en-US" altLang="zh-CN" sz="2000" b="1" dirty="0"/>
              <a:t>	</a:t>
            </a:r>
            <a:r>
              <a:rPr lang="en-US" altLang="zh-CN" sz="2000" b="1" dirty="0" err="1"/>
              <a:t>sa_family_t</a:t>
            </a:r>
            <a:r>
              <a:rPr lang="en-US" altLang="zh-CN" sz="2000" b="1" dirty="0"/>
              <a:t>		sin6_family;  /*AF_INET6*/</a:t>
            </a:r>
          </a:p>
          <a:p>
            <a:pPr eaLnBrk="1" hangingPunct="1">
              <a:defRPr/>
            </a:pPr>
            <a:r>
              <a:rPr lang="en-US" altLang="zh-CN" sz="2000" b="1" dirty="0"/>
              <a:t>	</a:t>
            </a:r>
            <a:r>
              <a:rPr lang="en-US" altLang="zh-CN" sz="2000" b="1" dirty="0" err="1"/>
              <a:t>in_port_t</a:t>
            </a:r>
            <a:r>
              <a:rPr lang="en-US" altLang="zh-CN" sz="2000" b="1" dirty="0"/>
              <a:t>		sin6_port;  /*16</a:t>
            </a:r>
            <a:r>
              <a:rPr lang="zh-CN" altLang="en-US" sz="2000" b="1" dirty="0"/>
              <a:t>位端口号*</a:t>
            </a:r>
            <a:r>
              <a:rPr lang="en-US" altLang="zh-CN" sz="2000" b="1" dirty="0"/>
              <a:t>/</a:t>
            </a:r>
          </a:p>
          <a:p>
            <a:pPr eaLnBrk="1" hangingPunct="1">
              <a:defRPr/>
            </a:pPr>
            <a:r>
              <a:rPr lang="en-US" altLang="zh-CN" sz="2000" b="1" dirty="0"/>
              <a:t>	uint32_t		sin6_flowinfo;  /*</a:t>
            </a:r>
            <a:r>
              <a:rPr lang="zh-CN" altLang="en-US" sz="2000" b="1" dirty="0"/>
              <a:t>流标签*</a:t>
            </a:r>
            <a:r>
              <a:rPr lang="en-US" altLang="zh-CN" sz="2000" b="1" dirty="0"/>
              <a:t>/</a:t>
            </a:r>
          </a:p>
          <a:p>
            <a:pPr eaLnBrk="1" hangingPunct="1">
              <a:defRPr/>
            </a:pPr>
            <a:r>
              <a:rPr lang="en-US" altLang="zh-CN" sz="2000" b="1" dirty="0"/>
              <a:t>	</a:t>
            </a:r>
            <a:r>
              <a:rPr lang="en-US" altLang="zh-CN" sz="2000" b="1" dirty="0" err="1"/>
              <a:t>struct</a:t>
            </a:r>
            <a:r>
              <a:rPr lang="en-US" altLang="zh-CN" sz="2000" b="1" dirty="0"/>
              <a:t>  in6_addr	sin6_addr;</a:t>
            </a:r>
          </a:p>
          <a:p>
            <a:pPr eaLnBrk="1" hangingPunct="1">
              <a:defRPr/>
            </a:pPr>
            <a:r>
              <a:rPr lang="en-US" altLang="zh-CN" sz="2000" b="1" dirty="0"/>
              <a:t>};</a:t>
            </a:r>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37C29797-DDAF-164B-B81C-EC1E8CD6B0A7}"/>
                  </a:ext>
                </a:extLst>
              </p14:cNvPr>
              <p14:cNvContentPartPr/>
              <p14:nvPr/>
            </p14:nvContentPartPr>
            <p14:xfrm>
              <a:off x="1792080" y="4238640"/>
              <a:ext cx="1791000" cy="383400"/>
            </p14:xfrm>
          </p:contentPart>
        </mc:Choice>
        <mc:Fallback xmlns="">
          <p:pic>
            <p:nvPicPr>
              <p:cNvPr id="2" name="墨迹 1">
                <a:extLst>
                  <a:ext uri="{FF2B5EF4-FFF2-40B4-BE49-F238E27FC236}">
                    <a16:creationId xmlns:a16="http://schemas.microsoft.com/office/drawing/2014/main" id="{37C29797-DDAF-164B-B81C-EC1E8CD6B0A7}"/>
                  </a:ext>
                </a:extLst>
              </p:cNvPr>
              <p:cNvPicPr/>
              <p:nvPr/>
            </p:nvPicPr>
            <p:blipFill>
              <a:blip r:embed="rId3"/>
              <a:stretch>
                <a:fillRect/>
              </a:stretch>
            </p:blipFill>
            <p:spPr>
              <a:xfrm>
                <a:off x="1782720" y="4229280"/>
                <a:ext cx="1809720" cy="4021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6C05CDFB-CB18-824B-A887-A72766ED0428}"/>
                  </a:ext>
                </a:extLst>
              </p14:cNvPr>
              <p14:cNvContentPartPr/>
              <p14:nvPr/>
            </p14:nvContentPartPr>
            <p14:xfrm>
              <a:off x="3863160" y="5076360"/>
              <a:ext cx="441360" cy="296640"/>
            </p14:xfrm>
          </p:contentPart>
        </mc:Choice>
        <mc:Fallback xmlns="">
          <p:pic>
            <p:nvPicPr>
              <p:cNvPr id="3" name="墨迹 2">
                <a:extLst>
                  <a:ext uri="{FF2B5EF4-FFF2-40B4-BE49-F238E27FC236}">
                    <a16:creationId xmlns:a16="http://schemas.microsoft.com/office/drawing/2014/main" id="{6C05CDFB-CB18-824B-A887-A72766ED0428}"/>
                  </a:ext>
                </a:extLst>
              </p:cNvPr>
              <p:cNvPicPr/>
              <p:nvPr/>
            </p:nvPicPr>
            <p:blipFill>
              <a:blip r:embed="rId5"/>
              <a:stretch>
                <a:fillRect/>
              </a:stretch>
            </p:blipFill>
            <p:spPr>
              <a:xfrm>
                <a:off x="3853800" y="5067000"/>
                <a:ext cx="460080" cy="31536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ltLang="zh-CN"/>
              <a:t>4. </a:t>
            </a:r>
            <a:r>
              <a:rPr lang="zh-CN" altLang="en-US"/>
              <a:t>套接口地址结构比较</a:t>
            </a:r>
          </a:p>
        </p:txBody>
      </p:sp>
      <p:pic>
        <p:nvPicPr>
          <p:cNvPr id="9219" name="Picture 5" descr="D:\理工大学\教学工作\网络编程2013\第三讲\套接口地址结构比较.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9750" y="1311804"/>
            <a:ext cx="8064500" cy="471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714F7A89-A371-BA45-AB0C-C618DF303626}"/>
                  </a:ext>
                </a:extLst>
              </p14:cNvPr>
              <p14:cNvContentPartPr/>
              <p14:nvPr/>
            </p14:nvContentPartPr>
            <p14:xfrm>
              <a:off x="2629440" y="4523760"/>
              <a:ext cx="2003760" cy="1083600"/>
            </p14:xfrm>
          </p:contentPart>
        </mc:Choice>
        <mc:Fallback xmlns="">
          <p:pic>
            <p:nvPicPr>
              <p:cNvPr id="2" name="墨迹 1">
                <a:extLst>
                  <a:ext uri="{FF2B5EF4-FFF2-40B4-BE49-F238E27FC236}">
                    <a16:creationId xmlns:a16="http://schemas.microsoft.com/office/drawing/2014/main" id="{714F7A89-A371-BA45-AB0C-C618DF303626}"/>
                  </a:ext>
                </a:extLst>
              </p:cNvPr>
              <p:cNvPicPr/>
              <p:nvPr/>
            </p:nvPicPr>
            <p:blipFill>
              <a:blip r:embed="rId4"/>
              <a:stretch>
                <a:fillRect/>
              </a:stretch>
            </p:blipFill>
            <p:spPr>
              <a:xfrm>
                <a:off x="2620080" y="4514400"/>
                <a:ext cx="2022480" cy="1102320"/>
              </a:xfrm>
              <a:prstGeom prst="rect">
                <a:avLst/>
              </a:prstGeom>
            </p:spPr>
          </p:pic>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Box 2"/>
          <p:cNvSpPr txBox="1">
            <a:spLocks noChangeArrowheads="1"/>
          </p:cNvSpPr>
          <p:nvPr/>
        </p:nvSpPr>
        <p:spPr bwMode="auto">
          <a:xfrm>
            <a:off x="611188" y="1341438"/>
            <a:ext cx="7921625" cy="89217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zh-CN" altLang="en-US" sz="2000" b="1" dirty="0">
                <a:solidFill>
                  <a:srgbClr val="000000"/>
                </a:solidFill>
              </a:rPr>
              <a:t>当把套接口地址结构传递给套接口函数时，总是通过指针来传递的，即传递的是一个指向结构的指针。结构的长度也作为参数来传递。</a:t>
            </a:r>
          </a:p>
        </p:txBody>
      </p:sp>
      <p:sp>
        <p:nvSpPr>
          <p:cNvPr id="10243" name="Rectangle 2"/>
          <p:cNvSpPr>
            <a:spLocks noGrp="1" noChangeArrowheads="1"/>
          </p:cNvSpPr>
          <p:nvPr>
            <p:ph type="title"/>
          </p:nvPr>
        </p:nvSpPr>
        <p:spPr/>
        <p:txBody>
          <a:bodyPr/>
          <a:lstStyle/>
          <a:p>
            <a:pPr eaLnBrk="1" hangingPunct="1"/>
            <a:r>
              <a:rPr lang="zh-CN" altLang="en-US"/>
              <a:t>三、值</a:t>
            </a:r>
            <a:r>
              <a:rPr lang="en-US" altLang="zh-CN"/>
              <a:t>-</a:t>
            </a:r>
            <a:r>
              <a:rPr lang="zh-CN" altLang="en-US"/>
              <a:t>结果参数</a:t>
            </a:r>
          </a:p>
        </p:txBody>
      </p:sp>
      <p:sp>
        <p:nvSpPr>
          <p:cNvPr id="4" name="TextBox 2"/>
          <p:cNvSpPr txBox="1">
            <a:spLocks noChangeArrowheads="1"/>
          </p:cNvSpPr>
          <p:nvPr/>
        </p:nvSpPr>
        <p:spPr bwMode="auto">
          <a:xfrm>
            <a:off x="611188" y="2392363"/>
            <a:ext cx="7921625" cy="3249612"/>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a:solidFill>
                  <a:srgbClr val="000000"/>
                </a:solidFill>
              </a:rPr>
              <a:t>1</a:t>
            </a:r>
            <a:r>
              <a:rPr lang="zh-CN" altLang="en-US" sz="2000" b="1" dirty="0">
                <a:solidFill>
                  <a:srgbClr val="000000"/>
                </a:solidFill>
              </a:rPr>
              <a:t>）从进程到内核传递套接口地址结构有</a:t>
            </a:r>
            <a:r>
              <a:rPr lang="en-US" altLang="zh-CN" sz="2000" b="1" dirty="0">
                <a:solidFill>
                  <a:srgbClr val="000000"/>
                </a:solidFill>
              </a:rPr>
              <a:t>3</a:t>
            </a:r>
            <a:r>
              <a:rPr lang="zh-CN" altLang="en-US" sz="2000" b="1" dirty="0">
                <a:solidFill>
                  <a:srgbClr val="000000"/>
                </a:solidFill>
              </a:rPr>
              <a:t>个函数：</a:t>
            </a:r>
          </a:p>
          <a:p>
            <a:pPr eaLnBrk="1" hangingPunct="1">
              <a:lnSpc>
                <a:spcPct val="130000"/>
              </a:lnSpc>
              <a:defRPr/>
            </a:pPr>
            <a:r>
              <a:rPr lang="en-US" altLang="zh-CN" sz="2000" b="1" dirty="0">
                <a:solidFill>
                  <a:srgbClr val="000000"/>
                </a:solidFill>
              </a:rPr>
              <a:t>bind</a:t>
            </a:r>
            <a:r>
              <a:rPr lang="zh-CN" altLang="en-US" sz="2000" b="1" dirty="0">
                <a:solidFill>
                  <a:srgbClr val="000000"/>
                </a:solidFill>
              </a:rPr>
              <a:t>、</a:t>
            </a:r>
            <a:r>
              <a:rPr lang="en-US" altLang="zh-CN" sz="2000" b="1" dirty="0">
                <a:solidFill>
                  <a:srgbClr val="000000"/>
                </a:solidFill>
              </a:rPr>
              <a:t>connect</a:t>
            </a:r>
            <a:r>
              <a:rPr lang="zh-CN" altLang="en-US" sz="2000" b="1" dirty="0">
                <a:solidFill>
                  <a:srgbClr val="000000"/>
                </a:solidFill>
              </a:rPr>
              <a:t>和</a:t>
            </a:r>
            <a:r>
              <a:rPr lang="en-US" altLang="zh-CN" sz="2000" b="1" dirty="0" err="1">
                <a:solidFill>
                  <a:srgbClr val="000000"/>
                </a:solidFill>
              </a:rPr>
              <a:t>sendto</a:t>
            </a:r>
            <a:endParaRPr lang="en-US" altLang="zh-CN" sz="2000" b="1" dirty="0">
              <a:solidFill>
                <a:srgbClr val="000000"/>
              </a:solidFill>
            </a:endParaRPr>
          </a:p>
          <a:p>
            <a:pPr eaLnBrk="1" hangingPunct="1">
              <a:lnSpc>
                <a:spcPct val="130000"/>
              </a:lnSpc>
              <a:defRPr/>
            </a:pPr>
            <a:r>
              <a:rPr lang="zh-CN" altLang="en-US" sz="2000" b="1" dirty="0">
                <a:solidFill>
                  <a:srgbClr val="000000"/>
                </a:solidFill>
              </a:rPr>
              <a:t>其中一个参数是指向套接口地址结构的指针，另一个参数是结构的大小，如： </a:t>
            </a:r>
          </a:p>
          <a:p>
            <a:pPr eaLnBrk="1" hangingPunct="1">
              <a:lnSpc>
                <a:spcPct val="130000"/>
              </a:lnSpc>
              <a:defRPr/>
            </a:pPr>
            <a:r>
              <a:rPr lang="en-US" altLang="zh-CN" sz="2000" b="1" dirty="0" err="1">
                <a:solidFill>
                  <a:srgbClr val="000000"/>
                </a:solidFill>
              </a:rPr>
              <a:t>struct</a:t>
            </a:r>
            <a:r>
              <a:rPr lang="en-US" altLang="zh-CN" sz="2000" b="1" dirty="0">
                <a:solidFill>
                  <a:srgbClr val="000000"/>
                </a:solidFill>
              </a:rPr>
              <a:t>  </a:t>
            </a:r>
            <a:r>
              <a:rPr lang="en-US" altLang="zh-CN" sz="2000" b="1" dirty="0" err="1">
                <a:solidFill>
                  <a:srgbClr val="000000"/>
                </a:solidFill>
              </a:rPr>
              <a:t>sockaddr_in</a:t>
            </a:r>
            <a:r>
              <a:rPr lang="en-US" altLang="zh-CN" sz="2000" b="1" dirty="0">
                <a:solidFill>
                  <a:srgbClr val="000000"/>
                </a:solidFill>
              </a:rPr>
              <a:t>  </a:t>
            </a:r>
            <a:r>
              <a:rPr lang="en-US" altLang="zh-CN" sz="2000" b="1" dirty="0" err="1">
                <a:solidFill>
                  <a:srgbClr val="000000"/>
                </a:solidFill>
              </a:rPr>
              <a:t>serv</a:t>
            </a:r>
            <a:r>
              <a:rPr lang="en-US" altLang="zh-CN" sz="2000" b="1" dirty="0">
                <a:solidFill>
                  <a:srgbClr val="000000"/>
                </a:solidFill>
              </a:rPr>
              <a:t>;</a:t>
            </a:r>
          </a:p>
          <a:p>
            <a:pPr eaLnBrk="1" hangingPunct="1">
              <a:lnSpc>
                <a:spcPct val="130000"/>
              </a:lnSpc>
              <a:defRPr/>
            </a:pPr>
            <a:r>
              <a:rPr lang="en-US" altLang="zh-CN" sz="2000" b="1" dirty="0">
                <a:solidFill>
                  <a:srgbClr val="000000"/>
                </a:solidFill>
              </a:rPr>
              <a:t>connect(</a:t>
            </a:r>
            <a:r>
              <a:rPr lang="en-US" altLang="zh-CN" sz="2000" b="1" dirty="0" err="1">
                <a:solidFill>
                  <a:srgbClr val="000000"/>
                </a:solidFill>
              </a:rPr>
              <a:t>sockfd</a:t>
            </a:r>
            <a:r>
              <a:rPr lang="en-US" altLang="zh-CN" sz="2000" b="1" dirty="0">
                <a:solidFill>
                  <a:srgbClr val="000000"/>
                </a:solidFill>
              </a:rPr>
              <a:t>,(SA*)&amp;</a:t>
            </a:r>
            <a:r>
              <a:rPr lang="en-US" altLang="zh-CN" sz="2000" b="1" dirty="0" err="1">
                <a:solidFill>
                  <a:srgbClr val="000000"/>
                </a:solidFill>
              </a:rPr>
              <a:t>serv,sizeof</a:t>
            </a:r>
            <a:r>
              <a:rPr lang="en-US" altLang="zh-CN" sz="2000" b="1" dirty="0">
                <a:solidFill>
                  <a:srgbClr val="000000"/>
                </a:solidFill>
              </a:rPr>
              <a:t>(</a:t>
            </a:r>
            <a:r>
              <a:rPr lang="en-US" altLang="zh-CN" sz="2000" b="1" dirty="0" err="1">
                <a:solidFill>
                  <a:srgbClr val="000000"/>
                </a:solidFill>
              </a:rPr>
              <a:t>serv</a:t>
            </a:r>
            <a:r>
              <a:rPr lang="en-US" altLang="zh-CN" sz="2000" b="1" dirty="0">
                <a:solidFill>
                  <a:srgbClr val="000000"/>
                </a:solidFill>
              </a:rPr>
              <a:t>));</a:t>
            </a:r>
          </a:p>
          <a:p>
            <a:pPr eaLnBrk="1" hangingPunct="1">
              <a:lnSpc>
                <a:spcPct val="130000"/>
              </a:lnSpc>
              <a:defRPr/>
            </a:pPr>
            <a:r>
              <a:rPr lang="zh-CN" altLang="en-US" sz="2000" b="1" dirty="0">
                <a:solidFill>
                  <a:srgbClr val="000000"/>
                </a:solidFill>
              </a:rPr>
              <a:t>由于指针和指针所指结构的大小都传递给内核，所以从进程到内核要确切拷贝多少数据是知道的。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11413" y="1268413"/>
            <a:ext cx="4170362" cy="380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TextBox 3"/>
          <p:cNvSpPr txBox="1">
            <a:spLocks noChangeArrowheads="1"/>
          </p:cNvSpPr>
          <p:nvPr/>
        </p:nvSpPr>
        <p:spPr bwMode="auto">
          <a:xfrm>
            <a:off x="2411413" y="5229225"/>
            <a:ext cx="39608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a:t>从进程到内核传递套接口地址结构</a:t>
            </a:r>
          </a:p>
        </p:txBody>
      </p:sp>
      <p:sp>
        <p:nvSpPr>
          <p:cNvPr id="11268" name="Rectangle 2"/>
          <p:cNvSpPr>
            <a:spLocks noGrp="1" noChangeArrowheads="1"/>
          </p:cNvSpPr>
          <p:nvPr>
            <p:ph type="title"/>
          </p:nvPr>
        </p:nvSpPr>
        <p:spPr/>
        <p:txBody>
          <a:bodyPr/>
          <a:lstStyle/>
          <a:p>
            <a:pPr eaLnBrk="1" hangingPunct="1"/>
            <a:r>
              <a:rPr lang="zh-CN" altLang="en-US"/>
              <a:t>三、值</a:t>
            </a:r>
            <a:r>
              <a:rPr lang="en-US" altLang="zh-CN"/>
              <a:t>-</a:t>
            </a:r>
            <a:r>
              <a:rPr lang="zh-CN" altLang="en-US"/>
              <a:t>结果参数</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2"/>
          <p:cNvSpPr txBox="1">
            <a:spLocks noChangeArrowheads="1"/>
          </p:cNvSpPr>
          <p:nvPr/>
        </p:nvSpPr>
        <p:spPr bwMode="auto">
          <a:xfrm>
            <a:off x="611188" y="1341438"/>
            <a:ext cx="7993062" cy="289242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a:solidFill>
                  <a:srgbClr val="000000"/>
                </a:solidFill>
              </a:rPr>
              <a:t>2</a:t>
            </a:r>
            <a:r>
              <a:rPr lang="zh-CN" altLang="en-US" sz="2000" b="1" dirty="0">
                <a:solidFill>
                  <a:srgbClr val="000000"/>
                </a:solidFill>
              </a:rPr>
              <a:t>）从内核到进程传递套接口地址结构有</a:t>
            </a:r>
            <a:r>
              <a:rPr lang="en-US" altLang="zh-CN" sz="2000" b="1" dirty="0">
                <a:solidFill>
                  <a:srgbClr val="000000"/>
                </a:solidFill>
              </a:rPr>
              <a:t>4</a:t>
            </a:r>
            <a:r>
              <a:rPr lang="zh-CN" altLang="en-US" sz="2000" b="1" dirty="0">
                <a:solidFill>
                  <a:srgbClr val="000000"/>
                </a:solidFill>
              </a:rPr>
              <a:t>个函数：</a:t>
            </a:r>
            <a:endParaRPr lang="en-US" altLang="zh-CN" sz="2000" b="1" dirty="0">
              <a:solidFill>
                <a:srgbClr val="000000"/>
              </a:solidFill>
            </a:endParaRPr>
          </a:p>
          <a:p>
            <a:pPr eaLnBrk="1" hangingPunct="1">
              <a:lnSpc>
                <a:spcPct val="130000"/>
              </a:lnSpc>
              <a:defRPr/>
            </a:pPr>
            <a:r>
              <a:rPr lang="en-US" altLang="zh-CN" sz="2000" b="1" dirty="0">
                <a:solidFill>
                  <a:srgbClr val="000000"/>
                </a:solidFill>
              </a:rPr>
              <a:t>accept</a:t>
            </a:r>
            <a:r>
              <a:rPr lang="zh-CN" altLang="en-US" sz="2000" b="1" dirty="0">
                <a:solidFill>
                  <a:srgbClr val="000000"/>
                </a:solidFill>
              </a:rPr>
              <a:t>、</a:t>
            </a:r>
            <a:r>
              <a:rPr lang="en-US" altLang="zh-CN" sz="2000" b="1" dirty="0" err="1">
                <a:solidFill>
                  <a:srgbClr val="000000"/>
                </a:solidFill>
              </a:rPr>
              <a:t>recvfrom</a:t>
            </a:r>
            <a:r>
              <a:rPr lang="zh-CN" altLang="en-US" sz="2000" b="1" dirty="0">
                <a:solidFill>
                  <a:srgbClr val="000000"/>
                </a:solidFill>
              </a:rPr>
              <a:t>、</a:t>
            </a:r>
            <a:r>
              <a:rPr lang="en-US" altLang="zh-CN" sz="2000" b="1" dirty="0" err="1">
                <a:solidFill>
                  <a:srgbClr val="000000"/>
                </a:solidFill>
              </a:rPr>
              <a:t>getsockname</a:t>
            </a:r>
            <a:r>
              <a:rPr lang="zh-CN" altLang="en-US" sz="2000" b="1" dirty="0">
                <a:solidFill>
                  <a:srgbClr val="000000"/>
                </a:solidFill>
              </a:rPr>
              <a:t>和</a:t>
            </a:r>
            <a:r>
              <a:rPr lang="en-US" altLang="zh-CN" sz="2000" b="1" dirty="0" err="1">
                <a:solidFill>
                  <a:srgbClr val="000000"/>
                </a:solidFill>
              </a:rPr>
              <a:t>getpeername</a:t>
            </a:r>
            <a:endParaRPr lang="en-US" altLang="zh-CN" sz="2000" b="1" dirty="0">
              <a:solidFill>
                <a:srgbClr val="000000"/>
              </a:solidFill>
            </a:endParaRPr>
          </a:p>
          <a:p>
            <a:pPr eaLnBrk="1" hangingPunct="1">
              <a:lnSpc>
                <a:spcPct val="130000"/>
              </a:lnSpc>
              <a:defRPr/>
            </a:pPr>
            <a:r>
              <a:rPr lang="zh-CN" altLang="en-US" sz="2000" b="1" dirty="0">
                <a:solidFill>
                  <a:srgbClr val="000000"/>
                </a:solidFill>
              </a:rPr>
              <a:t>这</a:t>
            </a:r>
            <a:r>
              <a:rPr lang="en-US" altLang="zh-CN" sz="2000" b="1" dirty="0">
                <a:solidFill>
                  <a:srgbClr val="000000"/>
                </a:solidFill>
              </a:rPr>
              <a:t>4 </a:t>
            </a:r>
            <a:r>
              <a:rPr lang="zh-CN" altLang="en-US" sz="2000" b="1" dirty="0">
                <a:solidFill>
                  <a:srgbClr val="000000"/>
                </a:solidFill>
              </a:rPr>
              <a:t>函数的两个参数是：指向套接口地址结构的指针和指向表示结构大小的整数的指针。如：</a:t>
            </a:r>
            <a:endParaRPr lang="en-US" altLang="zh-CN" sz="2000" b="1" dirty="0">
              <a:solidFill>
                <a:srgbClr val="000000"/>
              </a:solidFill>
            </a:endParaRPr>
          </a:p>
          <a:p>
            <a:pPr eaLnBrk="1" hangingPunct="1">
              <a:lnSpc>
                <a:spcPct val="130000"/>
              </a:lnSpc>
              <a:defRPr/>
            </a:pPr>
            <a:r>
              <a:rPr lang="en-US" altLang="zh-CN" sz="2000" b="1" dirty="0" err="1">
                <a:solidFill>
                  <a:srgbClr val="000000"/>
                </a:solidFill>
              </a:rPr>
              <a:t>struct</a:t>
            </a:r>
            <a:r>
              <a:rPr lang="en-US" altLang="zh-CN" sz="2000" b="1" dirty="0">
                <a:solidFill>
                  <a:srgbClr val="000000"/>
                </a:solidFill>
              </a:rPr>
              <a:t>  </a:t>
            </a:r>
            <a:r>
              <a:rPr lang="en-US" altLang="zh-CN" sz="2000" b="1" dirty="0" err="1">
                <a:solidFill>
                  <a:srgbClr val="000000"/>
                </a:solidFill>
              </a:rPr>
              <a:t>sockaddr_in</a:t>
            </a:r>
            <a:r>
              <a:rPr lang="en-US" altLang="zh-CN" sz="2000" b="1" dirty="0">
                <a:solidFill>
                  <a:srgbClr val="000000"/>
                </a:solidFill>
              </a:rPr>
              <a:t>  </a:t>
            </a:r>
            <a:r>
              <a:rPr lang="en-US" altLang="zh-CN" sz="2000" b="1" dirty="0" err="1"/>
              <a:t>cliaddr</a:t>
            </a:r>
            <a:r>
              <a:rPr lang="en-US" altLang="zh-CN" sz="2000" b="1" dirty="0">
                <a:solidFill>
                  <a:srgbClr val="000000"/>
                </a:solidFill>
              </a:rPr>
              <a:t>;</a:t>
            </a:r>
          </a:p>
          <a:p>
            <a:pPr eaLnBrk="1" hangingPunct="1">
              <a:lnSpc>
                <a:spcPct val="130000"/>
              </a:lnSpc>
              <a:defRPr/>
            </a:pPr>
            <a:r>
              <a:rPr lang="en-US" altLang="zh-CN" sz="2000" b="1" dirty="0" err="1">
                <a:solidFill>
                  <a:srgbClr val="000000"/>
                </a:solidFill>
              </a:rPr>
              <a:t>socklen_t</a:t>
            </a:r>
            <a:r>
              <a:rPr lang="en-US" altLang="zh-CN" sz="2000" b="1" dirty="0">
                <a:solidFill>
                  <a:srgbClr val="000000"/>
                </a:solidFill>
              </a:rPr>
              <a:t> </a:t>
            </a:r>
            <a:r>
              <a:rPr lang="en-US" altLang="zh-CN" sz="2000" b="1" dirty="0" err="1">
                <a:solidFill>
                  <a:srgbClr val="000000"/>
                </a:solidFill>
              </a:rPr>
              <a:t>clilen</a:t>
            </a:r>
            <a:r>
              <a:rPr lang="en-US" altLang="zh-CN" sz="2000" b="1" dirty="0">
                <a:solidFill>
                  <a:srgbClr val="000000"/>
                </a:solidFill>
              </a:rPr>
              <a:t>=</a:t>
            </a:r>
            <a:r>
              <a:rPr lang="en-US" altLang="zh-CN" sz="2000" b="1" dirty="0" err="1">
                <a:solidFill>
                  <a:srgbClr val="000000"/>
                </a:solidFill>
              </a:rPr>
              <a:t>sizeof</a:t>
            </a:r>
            <a:r>
              <a:rPr lang="en-US" altLang="zh-CN" sz="2000" b="1" dirty="0">
                <a:solidFill>
                  <a:srgbClr val="000000"/>
                </a:solidFill>
              </a:rPr>
              <a:t>(</a:t>
            </a:r>
            <a:r>
              <a:rPr lang="en-US" altLang="zh-CN" sz="2000" b="1" dirty="0" err="1">
                <a:solidFill>
                  <a:srgbClr val="000000"/>
                </a:solidFill>
              </a:rPr>
              <a:t>cliaddr</a:t>
            </a:r>
            <a:r>
              <a:rPr lang="en-US" altLang="zh-CN" sz="2000" b="1" dirty="0">
                <a:solidFill>
                  <a:srgbClr val="000000"/>
                </a:solidFill>
              </a:rPr>
              <a:t>);</a:t>
            </a:r>
          </a:p>
          <a:p>
            <a:pPr eaLnBrk="1" hangingPunct="1">
              <a:lnSpc>
                <a:spcPct val="130000"/>
              </a:lnSpc>
              <a:defRPr/>
            </a:pPr>
            <a:r>
              <a:rPr lang="en-US" altLang="zh-CN" sz="2000" b="1" dirty="0"/>
              <a:t>accept(</a:t>
            </a:r>
            <a:r>
              <a:rPr lang="en-US" altLang="zh-CN" sz="2000" b="1" dirty="0" err="1"/>
              <a:t>listenfd</a:t>
            </a:r>
            <a:r>
              <a:rPr lang="en-US" altLang="zh-CN" sz="2000" b="1" dirty="0"/>
              <a:t>, (SA *) &amp;</a:t>
            </a:r>
            <a:r>
              <a:rPr lang="en-US" altLang="zh-CN" sz="2000" b="1" dirty="0" err="1"/>
              <a:t>cliaddr</a:t>
            </a:r>
            <a:r>
              <a:rPr lang="en-US" altLang="zh-CN" sz="2000" b="1" dirty="0"/>
              <a:t>, &amp;</a:t>
            </a:r>
            <a:r>
              <a:rPr lang="en-US" altLang="zh-CN" sz="2000" b="1" dirty="0" err="1"/>
              <a:t>clilen</a:t>
            </a:r>
            <a:r>
              <a:rPr lang="en-US" altLang="zh-CN" sz="2000" b="1" dirty="0"/>
              <a:t>);</a:t>
            </a:r>
            <a:endParaRPr lang="en-US" altLang="zh-CN" sz="2000" b="1" dirty="0">
              <a:solidFill>
                <a:srgbClr val="000000"/>
              </a:solidFill>
            </a:endParaRPr>
          </a:p>
        </p:txBody>
      </p:sp>
      <p:sp>
        <p:nvSpPr>
          <p:cNvPr id="3" name="TextBox 2"/>
          <p:cNvSpPr txBox="1">
            <a:spLocks noChangeArrowheads="1"/>
          </p:cNvSpPr>
          <p:nvPr/>
        </p:nvSpPr>
        <p:spPr bwMode="auto">
          <a:xfrm>
            <a:off x="611188" y="4976813"/>
            <a:ext cx="7993062" cy="169227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zh-CN" altLang="en-US" sz="2000" b="1" dirty="0"/>
              <a:t>当函数被调用时，结构大小是一个值（此值告诉内核该结构的大小，使内核在写此结构时不至于越界），当函数返回时，结构大小又是一个结果（它告诉进程，内核在此结构中确切存储了多少信息），这种参数类型叫值</a:t>
            </a:r>
            <a:r>
              <a:rPr lang="en-US" altLang="zh-CN" sz="2000" b="1" dirty="0"/>
              <a:t>—</a:t>
            </a:r>
            <a:r>
              <a:rPr lang="zh-CN" altLang="en-US" sz="2000" b="1" dirty="0"/>
              <a:t>结果参数。</a:t>
            </a:r>
          </a:p>
        </p:txBody>
      </p:sp>
      <p:sp>
        <p:nvSpPr>
          <p:cNvPr id="12292" name="Rectangle 2"/>
          <p:cNvSpPr>
            <a:spLocks noGrp="1" noChangeArrowheads="1"/>
          </p:cNvSpPr>
          <p:nvPr>
            <p:ph type="title"/>
          </p:nvPr>
        </p:nvSpPr>
        <p:spPr/>
        <p:txBody>
          <a:bodyPr/>
          <a:lstStyle/>
          <a:p>
            <a:pPr eaLnBrk="1" hangingPunct="1"/>
            <a:r>
              <a:rPr lang="zh-CN" altLang="en-US"/>
              <a:t>三、值</a:t>
            </a:r>
            <a:r>
              <a:rPr lang="en-US" altLang="zh-CN"/>
              <a:t>-</a:t>
            </a:r>
            <a:r>
              <a:rPr lang="zh-CN" altLang="en-US"/>
              <a:t>结果参数</a:t>
            </a:r>
          </a:p>
        </p:txBody>
      </p:sp>
      <p:sp>
        <p:nvSpPr>
          <p:cNvPr id="5" name="TextBox 4"/>
          <p:cNvSpPr txBox="1">
            <a:spLocks noChangeArrowheads="1"/>
          </p:cNvSpPr>
          <p:nvPr/>
        </p:nvSpPr>
        <p:spPr bwMode="auto">
          <a:xfrm>
            <a:off x="611188" y="4365625"/>
            <a:ext cx="7993062" cy="44767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zh-CN" altLang="en-US" sz="2000" b="1" dirty="0">
                <a:solidFill>
                  <a:srgbClr val="FF0000"/>
                </a:solidFill>
              </a:rPr>
              <a:t>为何将结构大小由整数改为指向整数的指针呢？</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Box 3"/>
          <p:cNvSpPr txBox="1">
            <a:spLocks noChangeArrowheads="1"/>
          </p:cNvSpPr>
          <p:nvPr/>
        </p:nvSpPr>
        <p:spPr bwMode="auto">
          <a:xfrm>
            <a:off x="2411413" y="5229225"/>
            <a:ext cx="39608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a:t>从内核到进程传递套接口地址结构</a:t>
            </a:r>
          </a:p>
        </p:txBody>
      </p:sp>
      <p:sp>
        <p:nvSpPr>
          <p:cNvPr id="13315" name="Rectangle 2"/>
          <p:cNvSpPr>
            <a:spLocks noGrp="1" noChangeArrowheads="1"/>
          </p:cNvSpPr>
          <p:nvPr>
            <p:ph type="title"/>
          </p:nvPr>
        </p:nvSpPr>
        <p:spPr/>
        <p:txBody>
          <a:bodyPr/>
          <a:lstStyle/>
          <a:p>
            <a:pPr eaLnBrk="1" hangingPunct="1"/>
            <a:r>
              <a:rPr lang="zh-CN" altLang="en-US"/>
              <a:t>三、值</a:t>
            </a:r>
            <a:r>
              <a:rPr lang="en-US" altLang="zh-CN"/>
              <a:t>-</a:t>
            </a:r>
            <a:r>
              <a:rPr lang="zh-CN" altLang="en-US"/>
              <a:t>结果参数</a:t>
            </a:r>
          </a:p>
        </p:txBody>
      </p:sp>
      <p:pic>
        <p:nvPicPr>
          <p:cNvPr id="13316"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39975" y="1268413"/>
            <a:ext cx="4175125" cy="380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Box 2"/>
          <p:cNvSpPr txBox="1">
            <a:spLocks noChangeArrowheads="1"/>
          </p:cNvSpPr>
          <p:nvPr/>
        </p:nvSpPr>
        <p:spPr bwMode="auto">
          <a:xfrm>
            <a:off x="684213" y="1196975"/>
            <a:ext cx="7848600" cy="169227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zh-CN" altLang="en-US" sz="2000" b="1" dirty="0">
                <a:solidFill>
                  <a:srgbClr val="000000"/>
                </a:solidFill>
              </a:rPr>
              <a:t>考虑一个</a:t>
            </a:r>
            <a:r>
              <a:rPr lang="en-US" altLang="zh-CN" sz="2000" b="1" dirty="0">
                <a:solidFill>
                  <a:srgbClr val="000000"/>
                </a:solidFill>
              </a:rPr>
              <a:t>16</a:t>
            </a:r>
            <a:r>
              <a:rPr lang="zh-CN" altLang="en-US" sz="2000" b="1" dirty="0">
                <a:solidFill>
                  <a:srgbClr val="000000"/>
                </a:solidFill>
              </a:rPr>
              <a:t>位整数，它由</a:t>
            </a:r>
            <a:r>
              <a:rPr lang="en-US" altLang="zh-CN" sz="2000" b="1" dirty="0">
                <a:solidFill>
                  <a:srgbClr val="000000"/>
                </a:solidFill>
              </a:rPr>
              <a:t>2</a:t>
            </a:r>
            <a:r>
              <a:rPr lang="zh-CN" altLang="en-US" sz="2000" b="1" dirty="0">
                <a:solidFill>
                  <a:srgbClr val="000000"/>
                </a:solidFill>
              </a:rPr>
              <a:t>个字节组成。内存中存储这两个字节有两种方法：一种是将低序字节存储在起始地址，这称为</a:t>
            </a:r>
            <a:r>
              <a:rPr lang="zh-CN" altLang="en-US" sz="2000" b="1" dirty="0">
                <a:solidFill>
                  <a:srgbClr val="FF0000"/>
                </a:solidFill>
              </a:rPr>
              <a:t>小端</a:t>
            </a:r>
            <a:r>
              <a:rPr lang="zh-CN" altLang="en-US" sz="2000" b="1" dirty="0">
                <a:solidFill>
                  <a:srgbClr val="000000"/>
                </a:solidFill>
              </a:rPr>
              <a:t>（</a:t>
            </a:r>
            <a:r>
              <a:rPr lang="en-US" altLang="zh-CN" sz="2000" b="1" dirty="0">
                <a:solidFill>
                  <a:srgbClr val="000000"/>
                </a:solidFill>
              </a:rPr>
              <a:t>little-endian</a:t>
            </a:r>
            <a:r>
              <a:rPr lang="zh-CN" altLang="en-US" sz="2000" b="1" dirty="0">
                <a:solidFill>
                  <a:srgbClr val="000000"/>
                </a:solidFill>
              </a:rPr>
              <a:t>）字节序，另一种方法是将高序宇节存储在起始地址，这称为</a:t>
            </a:r>
            <a:r>
              <a:rPr lang="zh-CN" altLang="en-US" sz="2000" b="1" dirty="0">
                <a:solidFill>
                  <a:srgbClr val="FF0000"/>
                </a:solidFill>
              </a:rPr>
              <a:t>大端</a:t>
            </a:r>
            <a:r>
              <a:rPr lang="zh-CN" altLang="en-US" sz="2000" b="1" dirty="0">
                <a:solidFill>
                  <a:srgbClr val="000000"/>
                </a:solidFill>
              </a:rPr>
              <a:t>（</a:t>
            </a:r>
            <a:r>
              <a:rPr lang="en-US" altLang="zh-CN" sz="2000" b="1" dirty="0">
                <a:solidFill>
                  <a:srgbClr val="000000"/>
                </a:solidFill>
              </a:rPr>
              <a:t>big-endian</a:t>
            </a:r>
            <a:r>
              <a:rPr lang="zh-CN" altLang="en-US" sz="2000" b="1" dirty="0">
                <a:solidFill>
                  <a:srgbClr val="000000"/>
                </a:solidFill>
              </a:rPr>
              <a:t>）字节序。</a:t>
            </a:r>
          </a:p>
        </p:txBody>
      </p:sp>
      <p:sp>
        <p:nvSpPr>
          <p:cNvPr id="14339" name="Rectangle 2"/>
          <p:cNvSpPr>
            <a:spLocks noGrp="1" noChangeArrowheads="1"/>
          </p:cNvSpPr>
          <p:nvPr>
            <p:ph type="title"/>
          </p:nvPr>
        </p:nvSpPr>
        <p:spPr/>
        <p:txBody>
          <a:bodyPr/>
          <a:lstStyle/>
          <a:p>
            <a:pPr eaLnBrk="1" hangingPunct="1"/>
            <a:r>
              <a:rPr lang="zh-CN" altLang="en-US"/>
              <a:t>四、字节排序函数</a:t>
            </a:r>
          </a:p>
        </p:txBody>
      </p:sp>
      <p:pic>
        <p:nvPicPr>
          <p:cNvPr id="14340" name="图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95513" y="2997200"/>
            <a:ext cx="4079875" cy="350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zh-CN" altLang="en-US"/>
              <a:t>四、字节排序函数</a:t>
            </a:r>
          </a:p>
        </p:txBody>
      </p:sp>
      <p:sp>
        <p:nvSpPr>
          <p:cNvPr id="15363" name="TextBox 1"/>
          <p:cNvSpPr txBox="1">
            <a:spLocks noChangeArrowheads="1"/>
          </p:cNvSpPr>
          <p:nvPr/>
        </p:nvSpPr>
        <p:spPr bwMode="auto">
          <a:xfrm>
            <a:off x="611188" y="1341438"/>
            <a:ext cx="7921625" cy="169227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zh-CN" altLang="en-US" sz="2000" b="1" dirty="0"/>
              <a:t>这两种字节序没有标准，都有系统使用。我们把某给定系统所用的字节序称为</a:t>
            </a:r>
            <a:r>
              <a:rPr lang="zh-CN" altLang="en-US" sz="2000" b="1" dirty="0">
                <a:solidFill>
                  <a:srgbClr val="FF0000"/>
                </a:solidFill>
              </a:rPr>
              <a:t>主机字节序</a:t>
            </a:r>
            <a:r>
              <a:rPr lang="zh-CN" altLang="en-US" sz="2000" b="1" dirty="0"/>
              <a:t>（</a:t>
            </a:r>
            <a:r>
              <a:rPr lang="en-US" altLang="zh-CN" sz="2000" b="1" dirty="0"/>
              <a:t>host byte order)</a:t>
            </a:r>
            <a:r>
              <a:rPr lang="zh-CN" altLang="en-US" sz="2000" b="1" dirty="0"/>
              <a:t> 。</a:t>
            </a:r>
          </a:p>
          <a:p>
            <a:pPr eaLnBrk="1" hangingPunct="1">
              <a:lnSpc>
                <a:spcPct val="130000"/>
              </a:lnSpc>
              <a:defRPr/>
            </a:pPr>
            <a:r>
              <a:rPr lang="zh-CN" altLang="en-US" sz="2000" b="1" dirty="0"/>
              <a:t>由于网络协议必须指定一个</a:t>
            </a:r>
            <a:r>
              <a:rPr lang="zh-CN" altLang="en-US" sz="2000" b="1" dirty="0">
                <a:solidFill>
                  <a:srgbClr val="FF0000"/>
                </a:solidFill>
              </a:rPr>
              <a:t>网络字节序</a:t>
            </a:r>
            <a:r>
              <a:rPr lang="zh-CN" altLang="en-US" sz="2000" b="1" dirty="0"/>
              <a:t>（</a:t>
            </a:r>
            <a:r>
              <a:rPr lang="en-US" altLang="zh-CN" sz="2000" b="1" dirty="0"/>
              <a:t>network byte order)</a:t>
            </a:r>
            <a:r>
              <a:rPr lang="zh-CN" altLang="en-US" sz="2000" b="1" dirty="0"/>
              <a:t> 。网际协议在处理这些多字节整数时，使用</a:t>
            </a:r>
            <a:r>
              <a:rPr lang="zh-CN" altLang="en-US" sz="2000" b="1" dirty="0">
                <a:solidFill>
                  <a:srgbClr val="FF0000"/>
                </a:solidFill>
              </a:rPr>
              <a:t>大端字节序</a:t>
            </a:r>
            <a:r>
              <a:rPr lang="zh-CN" altLang="en-US" sz="2000" b="1" dirty="0"/>
              <a:t>。</a:t>
            </a:r>
            <a:endParaRPr lang="en-US" altLang="zh-CN" sz="2000" b="1" dirty="0"/>
          </a:p>
        </p:txBody>
      </p:sp>
      <p:sp>
        <p:nvSpPr>
          <p:cNvPr id="4" name="TextBox 1"/>
          <p:cNvSpPr txBox="1">
            <a:spLocks noChangeArrowheads="1"/>
          </p:cNvSpPr>
          <p:nvPr/>
        </p:nvSpPr>
        <p:spPr bwMode="auto">
          <a:xfrm>
            <a:off x="611188" y="3260725"/>
            <a:ext cx="7921625" cy="124777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a:t>uint16_t  </a:t>
            </a:r>
            <a:r>
              <a:rPr lang="en-US" altLang="zh-CN" sz="2000" b="1" dirty="0" err="1"/>
              <a:t>htons</a:t>
            </a:r>
            <a:r>
              <a:rPr lang="en-US" altLang="zh-CN" sz="2000" b="1" dirty="0"/>
              <a:t>(uint16_t  host16bitvalue);	</a:t>
            </a:r>
          </a:p>
          <a:p>
            <a:pPr eaLnBrk="1" hangingPunct="1">
              <a:lnSpc>
                <a:spcPct val="130000"/>
              </a:lnSpc>
              <a:defRPr/>
            </a:pPr>
            <a:r>
              <a:rPr lang="en-US" altLang="zh-CN" sz="2000" b="1" dirty="0"/>
              <a:t>uint32_t  </a:t>
            </a:r>
            <a:r>
              <a:rPr lang="en-US" altLang="zh-CN" sz="2000" b="1" dirty="0" err="1"/>
              <a:t>htonl</a:t>
            </a:r>
            <a:r>
              <a:rPr lang="en-US" altLang="zh-CN" sz="2000" b="1" dirty="0"/>
              <a:t>(uint32_t  host32bitvalue);</a:t>
            </a:r>
          </a:p>
          <a:p>
            <a:pPr eaLnBrk="1" hangingPunct="1">
              <a:lnSpc>
                <a:spcPct val="130000"/>
              </a:lnSpc>
              <a:defRPr/>
            </a:pPr>
            <a:r>
              <a:rPr lang="zh-CN" altLang="en-US" sz="2000" b="1" dirty="0"/>
              <a:t>以上两个函数均返回：网络字节序值。</a:t>
            </a:r>
            <a:endParaRPr lang="en-US" altLang="zh-CN" sz="2000" b="1" dirty="0"/>
          </a:p>
        </p:txBody>
      </p:sp>
      <p:sp>
        <p:nvSpPr>
          <p:cNvPr id="5" name="TextBox 1"/>
          <p:cNvSpPr txBox="1">
            <a:spLocks noChangeArrowheads="1"/>
          </p:cNvSpPr>
          <p:nvPr/>
        </p:nvSpPr>
        <p:spPr bwMode="auto">
          <a:xfrm>
            <a:off x="611188" y="4724400"/>
            <a:ext cx="7921625" cy="1249363"/>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a:t>uint16_t  </a:t>
            </a:r>
            <a:r>
              <a:rPr lang="en-US" altLang="zh-CN" sz="2000" b="1" dirty="0" err="1"/>
              <a:t>ntohs</a:t>
            </a:r>
            <a:r>
              <a:rPr lang="en-US" altLang="zh-CN" sz="2000" b="1" dirty="0"/>
              <a:t>(uint16_t  net16bitvalue);</a:t>
            </a:r>
          </a:p>
          <a:p>
            <a:pPr eaLnBrk="1" hangingPunct="1">
              <a:lnSpc>
                <a:spcPct val="130000"/>
              </a:lnSpc>
              <a:defRPr/>
            </a:pPr>
            <a:r>
              <a:rPr lang="en-US" altLang="zh-CN" sz="2000" b="1" dirty="0"/>
              <a:t>uint32_t  </a:t>
            </a:r>
            <a:r>
              <a:rPr lang="en-US" altLang="zh-CN" sz="2000" b="1" dirty="0" err="1"/>
              <a:t>ntohl</a:t>
            </a:r>
            <a:r>
              <a:rPr lang="en-US" altLang="zh-CN" sz="2000" b="1" dirty="0"/>
              <a:t>(uint32_t  net32bitvalue);</a:t>
            </a:r>
          </a:p>
          <a:p>
            <a:pPr eaLnBrk="1" hangingPunct="1">
              <a:lnSpc>
                <a:spcPct val="130000"/>
              </a:lnSpc>
              <a:defRPr/>
            </a:pPr>
            <a:r>
              <a:rPr lang="zh-CN" altLang="en-US" sz="2000" b="1" dirty="0"/>
              <a:t>以上两个函数均返回：主机字节序值。</a:t>
            </a:r>
            <a:endParaRPr lang="en-US" altLang="zh-CN" sz="2000" b="1"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zh-CN" altLang="en-US"/>
              <a:t>四、字节排序函数</a:t>
            </a:r>
          </a:p>
        </p:txBody>
      </p:sp>
      <p:sp>
        <p:nvSpPr>
          <p:cNvPr id="16387" name="TextBox 1"/>
          <p:cNvSpPr txBox="1">
            <a:spLocks noChangeArrowheads="1"/>
          </p:cNvSpPr>
          <p:nvPr/>
        </p:nvSpPr>
        <p:spPr bwMode="auto">
          <a:xfrm>
            <a:off x="641350" y="1125538"/>
            <a:ext cx="7920038" cy="5294312"/>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zh-CN" altLang="en-US" sz="2000" b="1" dirty="0">
                <a:solidFill>
                  <a:srgbClr val="000000"/>
                </a:solidFill>
              </a:rPr>
              <a:t>确定主机字节序的程序：</a:t>
            </a:r>
            <a:endParaRPr lang="en-US" altLang="zh-CN" sz="2000" b="1" dirty="0">
              <a:solidFill>
                <a:srgbClr val="000000"/>
              </a:solidFill>
            </a:endParaRPr>
          </a:p>
          <a:p>
            <a:pPr eaLnBrk="1" hangingPunct="1">
              <a:lnSpc>
                <a:spcPct val="130000"/>
              </a:lnSpc>
              <a:defRPr/>
            </a:pPr>
            <a:r>
              <a:rPr lang="en-US" altLang="zh-CN" sz="2000" b="1" dirty="0">
                <a:solidFill>
                  <a:srgbClr val="000000"/>
                </a:solidFill>
              </a:rPr>
              <a:t>union {</a:t>
            </a:r>
          </a:p>
          <a:p>
            <a:pPr eaLnBrk="1" hangingPunct="1">
              <a:lnSpc>
                <a:spcPct val="130000"/>
              </a:lnSpc>
              <a:defRPr/>
            </a:pPr>
            <a:r>
              <a:rPr lang="en-US" altLang="zh-CN" sz="2000" b="1" dirty="0">
                <a:solidFill>
                  <a:srgbClr val="000000"/>
                </a:solidFill>
              </a:rPr>
              <a:t>	short   s;</a:t>
            </a:r>
          </a:p>
          <a:p>
            <a:pPr eaLnBrk="1" hangingPunct="1">
              <a:lnSpc>
                <a:spcPct val="130000"/>
              </a:lnSpc>
              <a:defRPr/>
            </a:pPr>
            <a:r>
              <a:rPr lang="en-US" altLang="zh-CN" sz="2000" b="1" dirty="0">
                <a:solidFill>
                  <a:srgbClr val="000000"/>
                </a:solidFill>
              </a:rPr>
              <a:t>	char    c[</a:t>
            </a:r>
            <a:r>
              <a:rPr lang="en-US" altLang="zh-CN" sz="2000" b="1" dirty="0" err="1">
                <a:solidFill>
                  <a:srgbClr val="000000"/>
                </a:solidFill>
              </a:rPr>
              <a:t>sizeof</a:t>
            </a:r>
            <a:r>
              <a:rPr lang="en-US" altLang="zh-CN" sz="2000" b="1" dirty="0">
                <a:solidFill>
                  <a:srgbClr val="000000"/>
                </a:solidFill>
              </a:rPr>
              <a:t>(short)];</a:t>
            </a:r>
          </a:p>
          <a:p>
            <a:pPr eaLnBrk="1" hangingPunct="1">
              <a:lnSpc>
                <a:spcPct val="130000"/>
              </a:lnSpc>
              <a:defRPr/>
            </a:pPr>
            <a:r>
              <a:rPr lang="en-US" altLang="zh-CN" sz="2000" b="1" dirty="0">
                <a:solidFill>
                  <a:srgbClr val="000000"/>
                </a:solidFill>
              </a:rPr>
              <a:t>} un;</a:t>
            </a:r>
          </a:p>
          <a:p>
            <a:pPr eaLnBrk="1" hangingPunct="1">
              <a:lnSpc>
                <a:spcPct val="130000"/>
              </a:lnSpc>
              <a:defRPr/>
            </a:pPr>
            <a:r>
              <a:rPr lang="en-US" altLang="zh-CN" sz="2000" b="1" dirty="0" err="1">
                <a:solidFill>
                  <a:srgbClr val="000000"/>
                </a:solidFill>
              </a:rPr>
              <a:t>un.s</a:t>
            </a:r>
            <a:r>
              <a:rPr lang="en-US" altLang="zh-CN" sz="2000" b="1" dirty="0">
                <a:solidFill>
                  <a:srgbClr val="000000"/>
                </a:solidFill>
              </a:rPr>
              <a:t> = 0x0102;</a:t>
            </a:r>
          </a:p>
          <a:p>
            <a:pPr eaLnBrk="1" hangingPunct="1">
              <a:lnSpc>
                <a:spcPct val="130000"/>
              </a:lnSpc>
              <a:defRPr/>
            </a:pPr>
            <a:r>
              <a:rPr lang="en-US" altLang="zh-CN" sz="2000" b="1" dirty="0">
                <a:solidFill>
                  <a:srgbClr val="000000"/>
                </a:solidFill>
              </a:rPr>
              <a:t>if (</a:t>
            </a:r>
            <a:r>
              <a:rPr lang="en-US" altLang="zh-CN" sz="2000" b="1" dirty="0" err="1">
                <a:solidFill>
                  <a:srgbClr val="000000"/>
                </a:solidFill>
              </a:rPr>
              <a:t>sizeof</a:t>
            </a:r>
            <a:r>
              <a:rPr lang="en-US" altLang="zh-CN" sz="2000" b="1" dirty="0">
                <a:solidFill>
                  <a:srgbClr val="000000"/>
                </a:solidFill>
              </a:rPr>
              <a:t>(short) == 2) {</a:t>
            </a:r>
          </a:p>
          <a:p>
            <a:pPr eaLnBrk="1" hangingPunct="1">
              <a:lnSpc>
                <a:spcPct val="130000"/>
              </a:lnSpc>
              <a:defRPr/>
            </a:pPr>
            <a:r>
              <a:rPr lang="en-US" altLang="zh-CN" sz="2000" b="1" dirty="0">
                <a:solidFill>
                  <a:srgbClr val="000000"/>
                </a:solidFill>
              </a:rPr>
              <a:t>	if (</a:t>
            </a:r>
            <a:r>
              <a:rPr lang="en-US" altLang="zh-CN" sz="2000" b="1" dirty="0" err="1">
                <a:solidFill>
                  <a:srgbClr val="000000"/>
                </a:solidFill>
              </a:rPr>
              <a:t>un.c</a:t>
            </a:r>
            <a:r>
              <a:rPr lang="en-US" altLang="zh-CN" sz="2000" b="1" dirty="0">
                <a:solidFill>
                  <a:srgbClr val="000000"/>
                </a:solidFill>
              </a:rPr>
              <a:t>[0] == 1 &amp;&amp; </a:t>
            </a:r>
            <a:r>
              <a:rPr lang="en-US" altLang="zh-CN" sz="2000" b="1" dirty="0" err="1">
                <a:solidFill>
                  <a:srgbClr val="000000"/>
                </a:solidFill>
              </a:rPr>
              <a:t>un.c</a:t>
            </a:r>
            <a:r>
              <a:rPr lang="en-US" altLang="zh-CN" sz="2000" b="1" dirty="0">
                <a:solidFill>
                  <a:srgbClr val="000000"/>
                </a:solidFill>
              </a:rPr>
              <a:t>[1] == 2)</a:t>
            </a:r>
          </a:p>
          <a:p>
            <a:pPr eaLnBrk="1" hangingPunct="1">
              <a:lnSpc>
                <a:spcPct val="130000"/>
              </a:lnSpc>
              <a:defRPr/>
            </a:pPr>
            <a:r>
              <a:rPr lang="en-US" altLang="zh-CN" sz="2000" b="1" dirty="0">
                <a:solidFill>
                  <a:srgbClr val="000000"/>
                </a:solidFill>
              </a:rPr>
              <a:t>		</a:t>
            </a:r>
            <a:r>
              <a:rPr lang="en-US" altLang="zh-CN" sz="2000" b="1" dirty="0" err="1">
                <a:solidFill>
                  <a:srgbClr val="000000"/>
                </a:solidFill>
              </a:rPr>
              <a:t>printf</a:t>
            </a:r>
            <a:r>
              <a:rPr lang="en-US" altLang="zh-CN" sz="2000" b="1" dirty="0">
                <a:solidFill>
                  <a:srgbClr val="000000"/>
                </a:solidFill>
              </a:rPr>
              <a:t>("big-endian\n");</a:t>
            </a:r>
          </a:p>
          <a:p>
            <a:pPr eaLnBrk="1" hangingPunct="1">
              <a:lnSpc>
                <a:spcPct val="130000"/>
              </a:lnSpc>
              <a:defRPr/>
            </a:pPr>
            <a:r>
              <a:rPr lang="en-US" altLang="zh-CN" sz="2000" b="1" dirty="0">
                <a:solidFill>
                  <a:srgbClr val="000000"/>
                </a:solidFill>
              </a:rPr>
              <a:t>	else if (</a:t>
            </a:r>
            <a:r>
              <a:rPr lang="en-US" altLang="zh-CN" sz="2000" b="1" dirty="0" err="1">
                <a:solidFill>
                  <a:srgbClr val="000000"/>
                </a:solidFill>
              </a:rPr>
              <a:t>un.c</a:t>
            </a:r>
            <a:r>
              <a:rPr lang="en-US" altLang="zh-CN" sz="2000" b="1" dirty="0">
                <a:solidFill>
                  <a:srgbClr val="000000"/>
                </a:solidFill>
              </a:rPr>
              <a:t>[0] == 2 &amp;&amp; </a:t>
            </a:r>
            <a:r>
              <a:rPr lang="en-US" altLang="zh-CN" sz="2000" b="1" dirty="0" err="1">
                <a:solidFill>
                  <a:srgbClr val="000000"/>
                </a:solidFill>
              </a:rPr>
              <a:t>un.c</a:t>
            </a:r>
            <a:r>
              <a:rPr lang="en-US" altLang="zh-CN" sz="2000" b="1" dirty="0">
                <a:solidFill>
                  <a:srgbClr val="000000"/>
                </a:solidFill>
              </a:rPr>
              <a:t>[1] == 1)</a:t>
            </a:r>
          </a:p>
          <a:p>
            <a:pPr eaLnBrk="1" hangingPunct="1">
              <a:lnSpc>
                <a:spcPct val="130000"/>
              </a:lnSpc>
              <a:defRPr/>
            </a:pPr>
            <a:r>
              <a:rPr lang="en-US" altLang="zh-CN" sz="2000" b="1" dirty="0">
                <a:solidFill>
                  <a:srgbClr val="000000"/>
                </a:solidFill>
              </a:rPr>
              <a:t>		</a:t>
            </a:r>
            <a:r>
              <a:rPr lang="en-US" altLang="zh-CN" sz="2000" b="1" dirty="0" err="1">
                <a:solidFill>
                  <a:srgbClr val="000000"/>
                </a:solidFill>
              </a:rPr>
              <a:t>printf</a:t>
            </a:r>
            <a:r>
              <a:rPr lang="en-US" altLang="zh-CN" sz="2000" b="1" dirty="0">
                <a:solidFill>
                  <a:srgbClr val="000000"/>
                </a:solidFill>
              </a:rPr>
              <a:t>("little-endian\n");</a:t>
            </a:r>
          </a:p>
          <a:p>
            <a:pPr eaLnBrk="1" hangingPunct="1">
              <a:lnSpc>
                <a:spcPct val="130000"/>
              </a:lnSpc>
              <a:defRPr/>
            </a:pPr>
            <a:r>
              <a:rPr lang="en-US" altLang="zh-CN" sz="2000" b="1" dirty="0">
                <a:solidFill>
                  <a:srgbClr val="000000"/>
                </a:solidFill>
              </a:rPr>
              <a:t>…	</a:t>
            </a:r>
          </a:p>
          <a:p>
            <a:pPr eaLnBrk="1" hangingPunct="1">
              <a:lnSpc>
                <a:spcPct val="130000"/>
              </a:lnSpc>
              <a:defRPr/>
            </a:pPr>
            <a:r>
              <a:rPr lang="en-US" altLang="zh-CN" sz="2000" b="1" dirty="0">
                <a:solidFill>
                  <a:srgbClr val="000000"/>
                </a:solidFill>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zh-CN" altLang="en-US" dirty="0"/>
              <a:t>五、字节操纵函数</a:t>
            </a:r>
            <a:br>
              <a:rPr lang="en-US" altLang="zh-CN" dirty="0"/>
            </a:br>
            <a:endParaRPr lang="zh-CN" altLang="en-US" dirty="0"/>
          </a:p>
        </p:txBody>
      </p:sp>
      <p:sp>
        <p:nvSpPr>
          <p:cNvPr id="16387" name="TextBox 1"/>
          <p:cNvSpPr txBox="1">
            <a:spLocks noChangeArrowheads="1"/>
          </p:cNvSpPr>
          <p:nvPr/>
        </p:nvSpPr>
        <p:spPr bwMode="auto">
          <a:xfrm>
            <a:off x="641350" y="1125538"/>
            <a:ext cx="7920038" cy="169227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zh-CN" altLang="en-US" sz="2000" b="1" dirty="0">
                <a:solidFill>
                  <a:srgbClr val="000000"/>
                </a:solidFill>
              </a:rPr>
              <a:t>当涉及套接口地址结构这类问题时，就需要字节操纵函数，因为我们要对诸如</a:t>
            </a:r>
            <a:r>
              <a:rPr lang="en-US" altLang="zh-CN" sz="2000" b="1" dirty="0">
                <a:solidFill>
                  <a:srgbClr val="000000"/>
                </a:solidFill>
              </a:rPr>
              <a:t>IP</a:t>
            </a:r>
            <a:r>
              <a:rPr lang="zh-CN" altLang="en-US" sz="2000" b="1" dirty="0">
                <a:solidFill>
                  <a:srgbClr val="000000"/>
                </a:solidFill>
              </a:rPr>
              <a:t>地址这样的字段进行操作。</a:t>
            </a:r>
            <a:endParaRPr lang="en-US" altLang="zh-CN" sz="2000" b="1" dirty="0">
              <a:solidFill>
                <a:srgbClr val="000000"/>
              </a:solidFill>
            </a:endParaRPr>
          </a:p>
          <a:p>
            <a:pPr eaLnBrk="1" hangingPunct="1">
              <a:lnSpc>
                <a:spcPct val="130000"/>
              </a:lnSpc>
              <a:defRPr/>
            </a:pPr>
            <a:r>
              <a:rPr lang="zh-CN" altLang="en-US" sz="2000" b="1" dirty="0">
                <a:solidFill>
                  <a:srgbClr val="000000"/>
                </a:solidFill>
              </a:rPr>
              <a:t>多字节字段的操纵有两组函数，它们无需解释数据，无需假设数据是以空字符结束的</a:t>
            </a:r>
            <a:r>
              <a:rPr lang="en-US" altLang="zh-CN" sz="2000" b="1" dirty="0">
                <a:solidFill>
                  <a:srgbClr val="000000"/>
                </a:solidFill>
              </a:rPr>
              <a:t>C</a:t>
            </a:r>
            <a:r>
              <a:rPr lang="zh-CN" altLang="en-US" sz="2000" b="1" dirty="0">
                <a:solidFill>
                  <a:srgbClr val="000000"/>
                </a:solidFill>
              </a:rPr>
              <a:t>字符串。</a:t>
            </a:r>
            <a:endParaRPr lang="en-US" altLang="zh-CN" sz="2000" b="1" dirty="0">
              <a:solidFill>
                <a:srgbClr val="000000"/>
              </a:solidFill>
            </a:endParaRPr>
          </a:p>
        </p:txBody>
      </p:sp>
      <p:sp>
        <p:nvSpPr>
          <p:cNvPr id="4" name="TextBox 1"/>
          <p:cNvSpPr txBox="1">
            <a:spLocks noChangeArrowheads="1"/>
          </p:cNvSpPr>
          <p:nvPr/>
        </p:nvSpPr>
        <p:spPr bwMode="auto">
          <a:xfrm>
            <a:off x="611188" y="3032125"/>
            <a:ext cx="7920037" cy="2049463"/>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a:solidFill>
                  <a:srgbClr val="000000"/>
                </a:solidFill>
              </a:rPr>
              <a:t>#include &lt;</a:t>
            </a:r>
            <a:r>
              <a:rPr lang="en-US" altLang="zh-CN" sz="2000" b="1" dirty="0" err="1">
                <a:solidFill>
                  <a:srgbClr val="000000"/>
                </a:solidFill>
              </a:rPr>
              <a:t>strings.h</a:t>
            </a:r>
            <a:r>
              <a:rPr lang="en-US" altLang="zh-CN" sz="2000" b="1" dirty="0">
                <a:solidFill>
                  <a:srgbClr val="000000"/>
                </a:solidFill>
              </a:rPr>
              <a:t>&gt;</a:t>
            </a:r>
          </a:p>
          <a:p>
            <a:pPr eaLnBrk="1" hangingPunct="1">
              <a:lnSpc>
                <a:spcPct val="130000"/>
              </a:lnSpc>
              <a:defRPr/>
            </a:pPr>
            <a:r>
              <a:rPr lang="en-US" altLang="zh-CN" sz="2000" b="1" dirty="0">
                <a:solidFill>
                  <a:srgbClr val="000000"/>
                </a:solidFill>
              </a:rPr>
              <a:t>void </a:t>
            </a:r>
            <a:r>
              <a:rPr lang="en-US" altLang="zh-CN" sz="2000" b="1" dirty="0" err="1">
                <a:solidFill>
                  <a:srgbClr val="000000"/>
                </a:solidFill>
              </a:rPr>
              <a:t>bzero</a:t>
            </a:r>
            <a:r>
              <a:rPr lang="en-US" altLang="zh-CN" sz="2000" b="1" dirty="0">
                <a:solidFill>
                  <a:srgbClr val="000000"/>
                </a:solidFill>
              </a:rPr>
              <a:t>(void *</a:t>
            </a:r>
            <a:r>
              <a:rPr lang="en-US" altLang="zh-CN" sz="2000" b="1" dirty="0" err="1">
                <a:solidFill>
                  <a:srgbClr val="000000"/>
                </a:solidFill>
              </a:rPr>
              <a:t>dest,size_t</a:t>
            </a:r>
            <a:r>
              <a:rPr lang="en-US" altLang="zh-CN" sz="2000" b="1" dirty="0">
                <a:solidFill>
                  <a:srgbClr val="000000"/>
                </a:solidFill>
              </a:rPr>
              <a:t> </a:t>
            </a:r>
            <a:r>
              <a:rPr lang="en-US" altLang="zh-CN" sz="2000" b="1" dirty="0" err="1">
                <a:solidFill>
                  <a:srgbClr val="000000"/>
                </a:solidFill>
              </a:rPr>
              <a:t>nbytes</a:t>
            </a:r>
            <a:r>
              <a:rPr lang="en-US" altLang="zh-CN" sz="2000" b="1" dirty="0">
                <a:solidFill>
                  <a:srgbClr val="000000"/>
                </a:solidFill>
              </a:rPr>
              <a:t>);</a:t>
            </a:r>
          </a:p>
          <a:p>
            <a:pPr eaLnBrk="1" hangingPunct="1">
              <a:lnSpc>
                <a:spcPct val="130000"/>
              </a:lnSpc>
              <a:defRPr/>
            </a:pPr>
            <a:r>
              <a:rPr lang="en-US" altLang="zh-CN" sz="2000" b="1" dirty="0">
                <a:solidFill>
                  <a:srgbClr val="000000"/>
                </a:solidFill>
              </a:rPr>
              <a:t>void </a:t>
            </a:r>
            <a:r>
              <a:rPr lang="en-US" altLang="zh-CN" sz="2000" b="1" dirty="0" err="1">
                <a:solidFill>
                  <a:srgbClr val="000000"/>
                </a:solidFill>
              </a:rPr>
              <a:t>bcopy</a:t>
            </a:r>
            <a:r>
              <a:rPr lang="en-US" altLang="zh-CN" sz="2000" b="1" dirty="0">
                <a:solidFill>
                  <a:srgbClr val="000000"/>
                </a:solidFill>
              </a:rPr>
              <a:t>(</a:t>
            </a:r>
            <a:r>
              <a:rPr lang="en-US" altLang="zh-CN" sz="2000" b="1" dirty="0" err="1">
                <a:solidFill>
                  <a:srgbClr val="000000"/>
                </a:solidFill>
              </a:rPr>
              <a:t>const</a:t>
            </a:r>
            <a:r>
              <a:rPr lang="en-US" altLang="zh-CN" sz="2000" b="1" dirty="0">
                <a:solidFill>
                  <a:srgbClr val="000000"/>
                </a:solidFill>
              </a:rPr>
              <a:t> void * </a:t>
            </a:r>
            <a:r>
              <a:rPr lang="en-US" altLang="zh-CN" sz="2000" b="1" dirty="0" err="1">
                <a:solidFill>
                  <a:srgbClr val="000000"/>
                </a:solidFill>
              </a:rPr>
              <a:t>src,void</a:t>
            </a:r>
            <a:r>
              <a:rPr lang="en-US" altLang="zh-CN" sz="2000" b="1" dirty="0">
                <a:solidFill>
                  <a:srgbClr val="000000"/>
                </a:solidFill>
              </a:rPr>
              <a:t> * </a:t>
            </a:r>
            <a:r>
              <a:rPr lang="en-US" altLang="zh-CN" sz="2000" b="1" dirty="0" err="1">
                <a:solidFill>
                  <a:srgbClr val="000000"/>
                </a:solidFill>
              </a:rPr>
              <a:t>dest,size_t</a:t>
            </a:r>
            <a:r>
              <a:rPr lang="en-US" altLang="zh-CN" sz="2000" b="1" dirty="0">
                <a:solidFill>
                  <a:srgbClr val="000000"/>
                </a:solidFill>
              </a:rPr>
              <a:t> </a:t>
            </a:r>
            <a:r>
              <a:rPr lang="en-US" altLang="zh-CN" sz="2000" b="1" dirty="0" err="1">
                <a:solidFill>
                  <a:srgbClr val="000000"/>
                </a:solidFill>
              </a:rPr>
              <a:t>nbytes</a:t>
            </a:r>
            <a:r>
              <a:rPr lang="en-US" altLang="zh-CN" sz="2000" b="1" dirty="0">
                <a:solidFill>
                  <a:srgbClr val="000000"/>
                </a:solidFill>
              </a:rPr>
              <a:t>);</a:t>
            </a:r>
          </a:p>
          <a:p>
            <a:pPr eaLnBrk="1" hangingPunct="1">
              <a:lnSpc>
                <a:spcPct val="130000"/>
              </a:lnSpc>
              <a:defRPr/>
            </a:pPr>
            <a:r>
              <a:rPr lang="en-US" altLang="zh-CN" sz="2000" b="1" dirty="0" err="1">
                <a:solidFill>
                  <a:srgbClr val="000000"/>
                </a:solidFill>
              </a:rPr>
              <a:t>int</a:t>
            </a:r>
            <a:r>
              <a:rPr lang="en-US" altLang="zh-CN" sz="2000" b="1" dirty="0">
                <a:solidFill>
                  <a:srgbClr val="000000"/>
                </a:solidFill>
              </a:rPr>
              <a:t> </a:t>
            </a:r>
            <a:r>
              <a:rPr lang="en-US" altLang="zh-CN" sz="2000" b="1" dirty="0" err="1">
                <a:solidFill>
                  <a:srgbClr val="000000"/>
                </a:solidFill>
              </a:rPr>
              <a:t>bcmp</a:t>
            </a:r>
            <a:r>
              <a:rPr lang="en-US" altLang="zh-CN" sz="2000" b="1" dirty="0">
                <a:solidFill>
                  <a:srgbClr val="000000"/>
                </a:solidFill>
              </a:rPr>
              <a:t>(</a:t>
            </a:r>
            <a:r>
              <a:rPr lang="en-US" altLang="zh-CN" sz="2000" b="1" dirty="0" err="1">
                <a:solidFill>
                  <a:srgbClr val="000000"/>
                </a:solidFill>
              </a:rPr>
              <a:t>const</a:t>
            </a:r>
            <a:r>
              <a:rPr lang="en-US" altLang="zh-CN" sz="2000" b="1" dirty="0">
                <a:solidFill>
                  <a:srgbClr val="000000"/>
                </a:solidFill>
              </a:rPr>
              <a:t> void * ptr1,const void * ptr2,size_t </a:t>
            </a:r>
            <a:r>
              <a:rPr lang="en-US" altLang="zh-CN" sz="2000" b="1" dirty="0" err="1">
                <a:solidFill>
                  <a:srgbClr val="000000"/>
                </a:solidFill>
              </a:rPr>
              <a:t>nbytes</a:t>
            </a:r>
            <a:r>
              <a:rPr lang="en-US" altLang="zh-CN" sz="2000" b="1" dirty="0">
                <a:solidFill>
                  <a:srgbClr val="000000"/>
                </a:solidFill>
              </a:rPr>
              <a:t>);</a:t>
            </a:r>
          </a:p>
          <a:p>
            <a:pPr algn="r" eaLnBrk="1" hangingPunct="1">
              <a:lnSpc>
                <a:spcPct val="130000"/>
              </a:lnSpc>
              <a:defRPr/>
            </a:pPr>
            <a:r>
              <a:rPr lang="zh-CN" altLang="en-US" sz="2000" b="1" dirty="0">
                <a:solidFill>
                  <a:srgbClr val="000000"/>
                </a:solidFill>
              </a:rPr>
              <a:t>返回 </a:t>
            </a:r>
            <a:r>
              <a:rPr lang="en-US" altLang="zh-CN" sz="2000" b="1" dirty="0">
                <a:solidFill>
                  <a:srgbClr val="000000"/>
                </a:solidFill>
              </a:rPr>
              <a:t>0——</a:t>
            </a:r>
            <a:r>
              <a:rPr lang="zh-CN" altLang="en-US" sz="2000" b="1" dirty="0">
                <a:solidFill>
                  <a:srgbClr val="000000"/>
                </a:solidFill>
              </a:rPr>
              <a:t>相等，非</a:t>
            </a:r>
            <a:r>
              <a:rPr lang="en-US" altLang="zh-CN" sz="2000" b="1" dirty="0">
                <a:solidFill>
                  <a:srgbClr val="000000"/>
                </a:solidFill>
              </a:rPr>
              <a:t>0——</a:t>
            </a:r>
            <a:r>
              <a:rPr lang="zh-CN" altLang="en-US" sz="2000" b="1" dirty="0">
                <a:solidFill>
                  <a:srgbClr val="000000"/>
                </a:solidFill>
              </a:rPr>
              <a:t>不相等</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zh-CN" altLang="en-US" dirty="0"/>
              <a:t>五、字节操纵函数</a:t>
            </a:r>
            <a:br>
              <a:rPr lang="en-US" altLang="zh-CN" dirty="0"/>
            </a:br>
            <a:endParaRPr lang="zh-CN" altLang="en-US" dirty="0"/>
          </a:p>
        </p:txBody>
      </p:sp>
      <p:sp>
        <p:nvSpPr>
          <p:cNvPr id="4" name="TextBox 1"/>
          <p:cNvSpPr txBox="1">
            <a:spLocks noChangeArrowheads="1"/>
          </p:cNvSpPr>
          <p:nvPr/>
        </p:nvSpPr>
        <p:spPr bwMode="auto">
          <a:xfrm>
            <a:off x="611188" y="1341438"/>
            <a:ext cx="7920037" cy="289242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a:solidFill>
                  <a:srgbClr val="000000"/>
                </a:solidFill>
              </a:rPr>
              <a:t>#include &lt;</a:t>
            </a:r>
            <a:r>
              <a:rPr lang="en-US" altLang="zh-CN" sz="2000" b="1" dirty="0" err="1">
                <a:solidFill>
                  <a:srgbClr val="000000"/>
                </a:solidFill>
              </a:rPr>
              <a:t>string.h</a:t>
            </a:r>
            <a:r>
              <a:rPr lang="en-US" altLang="zh-CN" sz="2000" b="1" dirty="0">
                <a:solidFill>
                  <a:srgbClr val="000000"/>
                </a:solidFill>
              </a:rPr>
              <a:t>&gt;</a:t>
            </a:r>
          </a:p>
          <a:p>
            <a:pPr eaLnBrk="1" hangingPunct="1">
              <a:lnSpc>
                <a:spcPct val="130000"/>
              </a:lnSpc>
              <a:defRPr/>
            </a:pPr>
            <a:r>
              <a:rPr lang="en-US" altLang="zh-CN" sz="2000" b="1" dirty="0">
                <a:solidFill>
                  <a:srgbClr val="000000"/>
                </a:solidFill>
              </a:rPr>
              <a:t>void * </a:t>
            </a:r>
            <a:r>
              <a:rPr lang="en-US" altLang="zh-CN" sz="2000" b="1" dirty="0" err="1">
                <a:solidFill>
                  <a:srgbClr val="000000"/>
                </a:solidFill>
              </a:rPr>
              <a:t>memset</a:t>
            </a:r>
            <a:r>
              <a:rPr lang="en-US" altLang="zh-CN" sz="2000" b="1" dirty="0">
                <a:solidFill>
                  <a:srgbClr val="000000"/>
                </a:solidFill>
              </a:rPr>
              <a:t>(void * </a:t>
            </a:r>
            <a:r>
              <a:rPr lang="en-US" altLang="zh-CN" sz="2000" b="1" dirty="0" err="1">
                <a:solidFill>
                  <a:srgbClr val="000000"/>
                </a:solidFill>
              </a:rPr>
              <a:t>dest,int</a:t>
            </a:r>
            <a:r>
              <a:rPr lang="en-US" altLang="zh-CN" sz="2000" b="1" dirty="0">
                <a:solidFill>
                  <a:srgbClr val="000000"/>
                </a:solidFill>
              </a:rPr>
              <a:t> </a:t>
            </a:r>
            <a:r>
              <a:rPr lang="en-US" altLang="zh-CN" sz="2000" b="1" dirty="0" err="1">
                <a:solidFill>
                  <a:srgbClr val="000000"/>
                </a:solidFill>
              </a:rPr>
              <a:t>c,size_t</a:t>
            </a:r>
            <a:r>
              <a:rPr lang="en-US" altLang="zh-CN" sz="2000" b="1" dirty="0">
                <a:solidFill>
                  <a:srgbClr val="000000"/>
                </a:solidFill>
              </a:rPr>
              <a:t> </a:t>
            </a:r>
            <a:r>
              <a:rPr lang="en-US" altLang="zh-CN" sz="2000" b="1" dirty="0" err="1">
                <a:solidFill>
                  <a:srgbClr val="000000"/>
                </a:solidFill>
              </a:rPr>
              <a:t>len</a:t>
            </a:r>
            <a:r>
              <a:rPr lang="en-US" altLang="zh-CN" sz="2000" b="1" dirty="0">
                <a:solidFill>
                  <a:srgbClr val="000000"/>
                </a:solidFill>
              </a:rPr>
              <a:t>);</a:t>
            </a:r>
          </a:p>
          <a:p>
            <a:pPr eaLnBrk="1" hangingPunct="1">
              <a:lnSpc>
                <a:spcPct val="130000"/>
              </a:lnSpc>
              <a:defRPr/>
            </a:pPr>
            <a:r>
              <a:rPr lang="en-US" altLang="zh-CN" sz="2000" b="1" dirty="0">
                <a:solidFill>
                  <a:srgbClr val="000000"/>
                </a:solidFill>
              </a:rPr>
              <a:t>void * </a:t>
            </a:r>
            <a:r>
              <a:rPr lang="en-US" altLang="zh-CN" sz="2000" b="1" dirty="0" err="1">
                <a:solidFill>
                  <a:srgbClr val="000000"/>
                </a:solidFill>
              </a:rPr>
              <a:t>memcpy</a:t>
            </a:r>
            <a:r>
              <a:rPr lang="en-US" altLang="zh-CN" sz="2000" b="1" dirty="0">
                <a:solidFill>
                  <a:srgbClr val="000000"/>
                </a:solidFill>
              </a:rPr>
              <a:t>(void * </a:t>
            </a:r>
            <a:r>
              <a:rPr lang="en-US" altLang="zh-CN" sz="2000" b="1" dirty="0" err="1">
                <a:solidFill>
                  <a:srgbClr val="000000"/>
                </a:solidFill>
              </a:rPr>
              <a:t>dest,const</a:t>
            </a:r>
            <a:r>
              <a:rPr lang="en-US" altLang="zh-CN" sz="2000" b="1" dirty="0">
                <a:solidFill>
                  <a:srgbClr val="000000"/>
                </a:solidFill>
              </a:rPr>
              <a:t> void * </a:t>
            </a:r>
            <a:r>
              <a:rPr lang="en-US" altLang="zh-CN" sz="2000" b="1" dirty="0" err="1">
                <a:solidFill>
                  <a:srgbClr val="000000"/>
                </a:solidFill>
              </a:rPr>
              <a:t>src,size_t</a:t>
            </a:r>
            <a:r>
              <a:rPr lang="en-US" altLang="zh-CN" sz="2000" b="1" dirty="0">
                <a:solidFill>
                  <a:srgbClr val="000000"/>
                </a:solidFill>
              </a:rPr>
              <a:t> </a:t>
            </a:r>
            <a:r>
              <a:rPr lang="en-US" altLang="zh-CN" sz="2000" b="1" dirty="0" err="1">
                <a:solidFill>
                  <a:srgbClr val="000000"/>
                </a:solidFill>
              </a:rPr>
              <a:t>nbytes</a:t>
            </a:r>
            <a:r>
              <a:rPr lang="en-US" altLang="zh-CN" sz="2000" b="1" dirty="0">
                <a:solidFill>
                  <a:srgbClr val="000000"/>
                </a:solidFill>
              </a:rPr>
              <a:t>);</a:t>
            </a:r>
          </a:p>
          <a:p>
            <a:pPr eaLnBrk="1" hangingPunct="1">
              <a:lnSpc>
                <a:spcPct val="130000"/>
              </a:lnSpc>
              <a:defRPr/>
            </a:pPr>
            <a:r>
              <a:rPr lang="en-US" altLang="zh-CN" sz="2000" b="1" dirty="0" err="1">
                <a:solidFill>
                  <a:srgbClr val="000000"/>
                </a:solidFill>
              </a:rPr>
              <a:t>int</a:t>
            </a:r>
            <a:r>
              <a:rPr lang="en-US" altLang="zh-CN" sz="2000" b="1" dirty="0">
                <a:solidFill>
                  <a:srgbClr val="000000"/>
                </a:solidFill>
              </a:rPr>
              <a:t>  </a:t>
            </a:r>
            <a:r>
              <a:rPr lang="en-US" altLang="zh-CN" sz="2000" b="1" dirty="0" err="1">
                <a:solidFill>
                  <a:srgbClr val="000000"/>
                </a:solidFill>
              </a:rPr>
              <a:t>memcmp</a:t>
            </a:r>
            <a:r>
              <a:rPr lang="en-US" altLang="zh-CN" sz="2000" b="1" dirty="0">
                <a:solidFill>
                  <a:srgbClr val="000000"/>
                </a:solidFill>
              </a:rPr>
              <a:t>(</a:t>
            </a:r>
            <a:r>
              <a:rPr lang="en-US" altLang="zh-CN" sz="2000" b="1" dirty="0" err="1">
                <a:solidFill>
                  <a:srgbClr val="000000"/>
                </a:solidFill>
              </a:rPr>
              <a:t>const</a:t>
            </a:r>
            <a:r>
              <a:rPr lang="en-US" altLang="zh-CN" sz="2000" b="1" dirty="0">
                <a:solidFill>
                  <a:srgbClr val="000000"/>
                </a:solidFill>
              </a:rPr>
              <a:t> void * ptr1,const void * ptr2,size_t </a:t>
            </a:r>
            <a:r>
              <a:rPr lang="en-US" altLang="zh-CN" sz="2000" b="1" dirty="0" err="1">
                <a:solidFill>
                  <a:srgbClr val="000000"/>
                </a:solidFill>
              </a:rPr>
              <a:t>nbytes</a:t>
            </a:r>
            <a:r>
              <a:rPr lang="en-US" altLang="zh-CN" sz="2000" b="1" dirty="0">
                <a:solidFill>
                  <a:srgbClr val="000000"/>
                </a:solidFill>
              </a:rPr>
              <a:t>);</a:t>
            </a:r>
          </a:p>
          <a:p>
            <a:pPr algn="just" eaLnBrk="1" hangingPunct="1">
              <a:lnSpc>
                <a:spcPct val="130000"/>
              </a:lnSpc>
              <a:defRPr/>
            </a:pPr>
            <a:r>
              <a:rPr lang="zh-CN" altLang="en-US" sz="2000" b="1" dirty="0">
                <a:solidFill>
                  <a:srgbClr val="000000"/>
                </a:solidFill>
              </a:rPr>
              <a:t>返回： </a:t>
            </a:r>
            <a:r>
              <a:rPr lang="en-US" altLang="zh-CN" sz="2000" b="1" dirty="0">
                <a:solidFill>
                  <a:srgbClr val="000000"/>
                </a:solidFill>
              </a:rPr>
              <a:t>0——</a:t>
            </a:r>
            <a:r>
              <a:rPr lang="zh-CN" altLang="en-US" sz="2000" b="1" dirty="0">
                <a:solidFill>
                  <a:srgbClr val="000000"/>
                </a:solidFill>
              </a:rPr>
              <a:t>相同</a:t>
            </a:r>
            <a:endParaRPr lang="en-US" altLang="zh-CN" sz="2000" b="1" dirty="0">
              <a:solidFill>
                <a:srgbClr val="000000"/>
              </a:solidFill>
            </a:endParaRPr>
          </a:p>
          <a:p>
            <a:pPr algn="just" eaLnBrk="1" hangingPunct="1">
              <a:lnSpc>
                <a:spcPct val="130000"/>
              </a:lnSpc>
              <a:defRPr/>
            </a:pPr>
            <a:r>
              <a:rPr lang="zh-CN" altLang="en-US" sz="2000" b="1" dirty="0">
                <a:solidFill>
                  <a:srgbClr val="000000"/>
                </a:solidFill>
              </a:rPr>
              <a:t>            </a:t>
            </a:r>
            <a:r>
              <a:rPr lang="en-US" altLang="zh-CN" sz="2000" b="1" dirty="0">
                <a:solidFill>
                  <a:srgbClr val="000000"/>
                </a:solidFill>
              </a:rPr>
              <a:t>&gt;0——ptr1</a:t>
            </a:r>
            <a:r>
              <a:rPr lang="zh-CN" altLang="en-US" sz="2000" b="1" dirty="0">
                <a:solidFill>
                  <a:srgbClr val="000000"/>
                </a:solidFill>
              </a:rPr>
              <a:t>所指字节大于</a:t>
            </a:r>
            <a:r>
              <a:rPr lang="en-US" altLang="zh-CN" sz="2000" b="1" dirty="0">
                <a:solidFill>
                  <a:srgbClr val="000000"/>
                </a:solidFill>
              </a:rPr>
              <a:t>ptr2</a:t>
            </a:r>
            <a:r>
              <a:rPr lang="zh-CN" altLang="en-US" sz="2000" b="1" dirty="0">
                <a:solidFill>
                  <a:srgbClr val="000000"/>
                </a:solidFill>
              </a:rPr>
              <a:t>所指字节</a:t>
            </a:r>
            <a:endParaRPr lang="en-US" altLang="zh-CN" sz="2000" b="1" dirty="0">
              <a:solidFill>
                <a:srgbClr val="000000"/>
              </a:solidFill>
            </a:endParaRPr>
          </a:p>
          <a:p>
            <a:pPr algn="just" eaLnBrk="1" hangingPunct="1">
              <a:lnSpc>
                <a:spcPct val="130000"/>
              </a:lnSpc>
              <a:defRPr/>
            </a:pPr>
            <a:r>
              <a:rPr lang="en-US" altLang="zh-CN" sz="2000" b="1" dirty="0">
                <a:solidFill>
                  <a:srgbClr val="000000"/>
                </a:solidFill>
              </a:rPr>
              <a:t>            &lt;0——ptr1</a:t>
            </a:r>
            <a:r>
              <a:rPr lang="zh-CN" altLang="en-US" sz="2000" b="1" dirty="0">
                <a:solidFill>
                  <a:srgbClr val="000000"/>
                </a:solidFill>
              </a:rPr>
              <a:t>所指字节小于</a:t>
            </a:r>
            <a:r>
              <a:rPr lang="en-US" altLang="zh-CN" sz="2000" b="1" dirty="0">
                <a:solidFill>
                  <a:srgbClr val="000000"/>
                </a:solidFill>
              </a:rPr>
              <a:t>ptr2</a:t>
            </a:r>
            <a:r>
              <a:rPr lang="zh-CN" altLang="en-US" sz="2000" b="1" dirty="0">
                <a:solidFill>
                  <a:srgbClr val="000000"/>
                </a:solidFill>
              </a:rPr>
              <a:t>所指字节</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zh-CN" altLang="en-US"/>
              <a:t>六、地址转换函数</a:t>
            </a:r>
            <a:br>
              <a:rPr lang="en-US" altLang="zh-CN"/>
            </a:br>
            <a:endParaRPr lang="zh-CN" altLang="en-US"/>
          </a:p>
        </p:txBody>
      </p:sp>
      <p:sp>
        <p:nvSpPr>
          <p:cNvPr id="4" name="TextBox 1"/>
          <p:cNvSpPr txBox="1">
            <a:spLocks noChangeArrowheads="1"/>
          </p:cNvSpPr>
          <p:nvPr/>
        </p:nvSpPr>
        <p:spPr bwMode="auto">
          <a:xfrm>
            <a:off x="611188" y="1341438"/>
            <a:ext cx="7920037" cy="329247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a:solidFill>
                  <a:srgbClr val="000000"/>
                </a:solidFill>
              </a:rPr>
              <a:t>#include &lt;</a:t>
            </a:r>
            <a:r>
              <a:rPr lang="en-US" altLang="zh-CN" sz="2000" b="1" dirty="0" err="1">
                <a:solidFill>
                  <a:srgbClr val="000000"/>
                </a:solidFill>
              </a:rPr>
              <a:t>arpa</a:t>
            </a:r>
            <a:r>
              <a:rPr lang="en-US" altLang="zh-CN" sz="2000" b="1" dirty="0">
                <a:solidFill>
                  <a:srgbClr val="000000"/>
                </a:solidFill>
              </a:rPr>
              <a:t>/</a:t>
            </a:r>
            <a:r>
              <a:rPr lang="en-US" altLang="zh-CN" sz="2000" b="1" dirty="0" err="1">
                <a:solidFill>
                  <a:srgbClr val="000000"/>
                </a:solidFill>
              </a:rPr>
              <a:t>inet.h</a:t>
            </a:r>
            <a:r>
              <a:rPr lang="en-US" altLang="zh-CN" sz="2000" b="1" dirty="0">
                <a:solidFill>
                  <a:srgbClr val="000000"/>
                </a:solidFill>
              </a:rPr>
              <a:t>&gt;</a:t>
            </a:r>
          </a:p>
          <a:p>
            <a:pPr eaLnBrk="1" hangingPunct="1">
              <a:lnSpc>
                <a:spcPct val="130000"/>
              </a:lnSpc>
              <a:defRPr/>
            </a:pPr>
            <a:r>
              <a:rPr lang="en-US" altLang="zh-CN" sz="2000" b="1" dirty="0" err="1">
                <a:solidFill>
                  <a:srgbClr val="000000"/>
                </a:solidFill>
              </a:rPr>
              <a:t>int</a:t>
            </a:r>
            <a:r>
              <a:rPr lang="en-US" altLang="zh-CN" sz="2000" b="1" dirty="0">
                <a:solidFill>
                  <a:srgbClr val="000000"/>
                </a:solidFill>
              </a:rPr>
              <a:t> </a:t>
            </a:r>
            <a:r>
              <a:rPr lang="en-US" altLang="zh-CN" sz="2000" b="1" dirty="0" err="1">
                <a:solidFill>
                  <a:srgbClr val="000000"/>
                </a:solidFill>
              </a:rPr>
              <a:t>inet_aton</a:t>
            </a:r>
            <a:r>
              <a:rPr lang="en-US" altLang="zh-CN" sz="2000" b="1" dirty="0">
                <a:solidFill>
                  <a:srgbClr val="000000"/>
                </a:solidFill>
              </a:rPr>
              <a:t>(</a:t>
            </a:r>
            <a:r>
              <a:rPr lang="en-US" altLang="zh-CN" sz="2000" b="1" dirty="0" err="1">
                <a:solidFill>
                  <a:srgbClr val="000000"/>
                </a:solidFill>
              </a:rPr>
              <a:t>const</a:t>
            </a:r>
            <a:r>
              <a:rPr lang="en-US" altLang="zh-CN" sz="2000" b="1" dirty="0">
                <a:solidFill>
                  <a:srgbClr val="000000"/>
                </a:solidFill>
              </a:rPr>
              <a:t> char * </a:t>
            </a:r>
            <a:r>
              <a:rPr lang="en-US" altLang="zh-CN" sz="2000" b="1" dirty="0" err="1">
                <a:solidFill>
                  <a:srgbClr val="000000"/>
                </a:solidFill>
              </a:rPr>
              <a:t>strptr,struct</a:t>
            </a:r>
            <a:r>
              <a:rPr lang="en-US" altLang="zh-CN" sz="2000" b="1" dirty="0">
                <a:solidFill>
                  <a:srgbClr val="000000"/>
                </a:solidFill>
              </a:rPr>
              <a:t> </a:t>
            </a:r>
            <a:r>
              <a:rPr lang="en-US" altLang="zh-CN" sz="2000" b="1" dirty="0" err="1">
                <a:solidFill>
                  <a:srgbClr val="000000"/>
                </a:solidFill>
              </a:rPr>
              <a:t>in_addr</a:t>
            </a:r>
            <a:r>
              <a:rPr lang="en-US" altLang="zh-CN" sz="2000" b="1" dirty="0">
                <a:solidFill>
                  <a:srgbClr val="000000"/>
                </a:solidFill>
              </a:rPr>
              <a:t> * </a:t>
            </a:r>
            <a:r>
              <a:rPr lang="en-US" altLang="zh-CN" sz="2000" b="1" dirty="0" err="1">
                <a:solidFill>
                  <a:srgbClr val="000000"/>
                </a:solidFill>
              </a:rPr>
              <a:t>addrptr</a:t>
            </a:r>
            <a:r>
              <a:rPr lang="en-US" altLang="zh-CN" sz="2000" b="1" dirty="0">
                <a:solidFill>
                  <a:srgbClr val="000000"/>
                </a:solidFill>
              </a:rPr>
              <a:t>);</a:t>
            </a:r>
          </a:p>
          <a:p>
            <a:pPr algn="r" eaLnBrk="1" hangingPunct="1">
              <a:lnSpc>
                <a:spcPct val="130000"/>
              </a:lnSpc>
              <a:defRPr/>
            </a:pPr>
            <a:r>
              <a:rPr lang="zh-CN" altLang="en-US" sz="2000" b="1" dirty="0">
                <a:solidFill>
                  <a:srgbClr val="000000"/>
                </a:solidFill>
              </a:rPr>
              <a:t>返回：</a:t>
            </a:r>
            <a:r>
              <a:rPr lang="en-US" altLang="zh-CN" sz="2000" b="1" dirty="0">
                <a:solidFill>
                  <a:srgbClr val="000000"/>
                </a:solidFill>
              </a:rPr>
              <a:t>1——</a:t>
            </a:r>
            <a:r>
              <a:rPr lang="zh-CN" altLang="en-US" sz="2000" b="1" dirty="0">
                <a:solidFill>
                  <a:srgbClr val="000000"/>
                </a:solidFill>
              </a:rPr>
              <a:t>串有效，</a:t>
            </a:r>
            <a:r>
              <a:rPr lang="en-US" altLang="zh-CN" sz="2000" b="1" dirty="0">
                <a:solidFill>
                  <a:srgbClr val="000000"/>
                </a:solidFill>
              </a:rPr>
              <a:t>0——</a:t>
            </a:r>
            <a:r>
              <a:rPr lang="zh-CN" altLang="en-US" sz="2000" b="1" dirty="0">
                <a:solidFill>
                  <a:srgbClr val="000000"/>
                </a:solidFill>
              </a:rPr>
              <a:t>串有错</a:t>
            </a:r>
          </a:p>
          <a:p>
            <a:pPr eaLnBrk="1" hangingPunct="1">
              <a:lnSpc>
                <a:spcPct val="130000"/>
              </a:lnSpc>
              <a:defRPr/>
            </a:pPr>
            <a:r>
              <a:rPr lang="en-US" altLang="zh-CN" sz="2000" b="1" dirty="0" err="1">
                <a:solidFill>
                  <a:srgbClr val="000000"/>
                </a:solidFill>
              </a:rPr>
              <a:t>in_addr_t</a:t>
            </a:r>
            <a:r>
              <a:rPr lang="en-US" altLang="zh-CN" sz="2000" b="1" dirty="0">
                <a:solidFill>
                  <a:srgbClr val="000000"/>
                </a:solidFill>
              </a:rPr>
              <a:t> </a:t>
            </a:r>
            <a:r>
              <a:rPr lang="en-US" altLang="zh-CN" sz="2000" b="1" dirty="0" err="1">
                <a:solidFill>
                  <a:srgbClr val="000000"/>
                </a:solidFill>
              </a:rPr>
              <a:t>inet_addr</a:t>
            </a:r>
            <a:r>
              <a:rPr lang="en-US" altLang="zh-CN" sz="2000" b="1" dirty="0">
                <a:solidFill>
                  <a:srgbClr val="000000"/>
                </a:solidFill>
              </a:rPr>
              <a:t>(</a:t>
            </a:r>
            <a:r>
              <a:rPr lang="en-US" altLang="zh-CN" sz="2000" b="1" dirty="0" err="1">
                <a:solidFill>
                  <a:srgbClr val="000000"/>
                </a:solidFill>
              </a:rPr>
              <a:t>const</a:t>
            </a:r>
            <a:r>
              <a:rPr lang="en-US" altLang="zh-CN" sz="2000" b="1" dirty="0">
                <a:solidFill>
                  <a:srgbClr val="000000"/>
                </a:solidFill>
              </a:rPr>
              <a:t> char * </a:t>
            </a:r>
            <a:r>
              <a:rPr lang="en-US" altLang="zh-CN" sz="2000" b="1" dirty="0" err="1">
                <a:solidFill>
                  <a:srgbClr val="000000"/>
                </a:solidFill>
              </a:rPr>
              <a:t>strptr</a:t>
            </a:r>
            <a:r>
              <a:rPr lang="en-US" altLang="zh-CN" sz="2000" b="1" dirty="0">
                <a:solidFill>
                  <a:srgbClr val="000000"/>
                </a:solidFill>
              </a:rPr>
              <a:t>);</a:t>
            </a:r>
          </a:p>
          <a:p>
            <a:pPr algn="just" eaLnBrk="1" hangingPunct="1">
              <a:lnSpc>
                <a:spcPct val="130000"/>
              </a:lnSpc>
              <a:defRPr/>
            </a:pPr>
            <a:r>
              <a:rPr lang="zh-CN" altLang="en-US" sz="2000" b="1" dirty="0">
                <a:solidFill>
                  <a:srgbClr val="000000"/>
                </a:solidFill>
              </a:rPr>
              <a:t>返回：若成功，返回</a:t>
            </a:r>
            <a:r>
              <a:rPr lang="en-US" altLang="zh-CN" sz="2000" b="1" dirty="0">
                <a:solidFill>
                  <a:srgbClr val="000000"/>
                </a:solidFill>
              </a:rPr>
              <a:t>32</a:t>
            </a:r>
            <a:r>
              <a:rPr lang="zh-CN" altLang="en-US" sz="2000" b="1" dirty="0">
                <a:solidFill>
                  <a:srgbClr val="000000"/>
                </a:solidFill>
              </a:rPr>
              <a:t>位二进制的网络字节序地址；若有错，则返回 </a:t>
            </a:r>
            <a:r>
              <a:rPr lang="en-US" altLang="zh-CN" sz="2000" b="1" dirty="0">
                <a:solidFill>
                  <a:srgbClr val="FF0000"/>
                </a:solidFill>
              </a:rPr>
              <a:t>INADDR_NONE</a:t>
            </a:r>
            <a:r>
              <a:rPr lang="en-US" altLang="zh-CN" sz="2000" b="1" dirty="0">
                <a:solidFill>
                  <a:srgbClr val="000000"/>
                </a:solidFill>
              </a:rPr>
              <a:t> </a:t>
            </a:r>
            <a:r>
              <a:rPr lang="zh-CN" altLang="en-US" sz="2000" b="1" dirty="0">
                <a:solidFill>
                  <a:srgbClr val="000000"/>
                </a:solidFill>
              </a:rPr>
              <a:t>（一般为</a:t>
            </a:r>
            <a:r>
              <a:rPr lang="en-US" altLang="zh-CN" sz="2000" b="1" dirty="0">
                <a:solidFill>
                  <a:srgbClr val="000000"/>
                </a:solidFill>
              </a:rPr>
              <a:t>32</a:t>
            </a:r>
            <a:r>
              <a:rPr lang="zh-CN" altLang="en-US" sz="2000" b="1" dirty="0">
                <a:solidFill>
                  <a:srgbClr val="000000"/>
                </a:solidFill>
              </a:rPr>
              <a:t>位均为</a:t>
            </a:r>
            <a:r>
              <a:rPr lang="en-US" altLang="zh-CN" sz="2000" b="1" dirty="0">
                <a:solidFill>
                  <a:srgbClr val="000000"/>
                </a:solidFill>
              </a:rPr>
              <a:t>1</a:t>
            </a:r>
            <a:r>
              <a:rPr lang="zh-CN" altLang="en-US" sz="2000" b="1" dirty="0">
                <a:solidFill>
                  <a:srgbClr val="000000"/>
                </a:solidFill>
              </a:rPr>
              <a:t>的值）</a:t>
            </a:r>
            <a:endParaRPr lang="en-US" altLang="zh-CN" sz="2000" b="1" dirty="0">
              <a:solidFill>
                <a:srgbClr val="000000"/>
              </a:solidFill>
            </a:endParaRPr>
          </a:p>
          <a:p>
            <a:pPr eaLnBrk="1" hangingPunct="1">
              <a:lnSpc>
                <a:spcPct val="130000"/>
              </a:lnSpc>
              <a:defRPr/>
            </a:pPr>
            <a:r>
              <a:rPr lang="en-US" altLang="zh-CN" sz="2000" b="1" dirty="0">
                <a:solidFill>
                  <a:srgbClr val="000000"/>
                </a:solidFill>
              </a:rPr>
              <a:t>char * </a:t>
            </a:r>
            <a:r>
              <a:rPr lang="en-US" altLang="zh-CN" sz="2000" b="1" dirty="0" err="1">
                <a:solidFill>
                  <a:srgbClr val="000000"/>
                </a:solidFill>
              </a:rPr>
              <a:t>inet_ntoa</a:t>
            </a:r>
            <a:r>
              <a:rPr lang="en-US" altLang="zh-CN" sz="2000" b="1" dirty="0">
                <a:solidFill>
                  <a:srgbClr val="000000"/>
                </a:solidFill>
              </a:rPr>
              <a:t>(</a:t>
            </a:r>
            <a:r>
              <a:rPr lang="en-US" altLang="zh-CN" sz="2000" b="1" dirty="0" err="1">
                <a:solidFill>
                  <a:srgbClr val="000000"/>
                </a:solidFill>
              </a:rPr>
              <a:t>struct</a:t>
            </a:r>
            <a:r>
              <a:rPr lang="en-US" altLang="zh-CN" sz="2000" b="1" dirty="0">
                <a:solidFill>
                  <a:srgbClr val="000000"/>
                </a:solidFill>
              </a:rPr>
              <a:t> </a:t>
            </a:r>
            <a:r>
              <a:rPr lang="en-US" altLang="zh-CN" sz="2000" b="1" dirty="0" err="1">
                <a:solidFill>
                  <a:srgbClr val="000000"/>
                </a:solidFill>
              </a:rPr>
              <a:t>in_addr</a:t>
            </a:r>
            <a:r>
              <a:rPr lang="en-US" altLang="zh-CN" sz="2000" b="1" dirty="0">
                <a:solidFill>
                  <a:srgbClr val="000000"/>
                </a:solidFill>
              </a:rPr>
              <a:t> </a:t>
            </a:r>
            <a:r>
              <a:rPr lang="en-US" altLang="zh-CN" sz="2000" b="1" dirty="0" err="1">
                <a:solidFill>
                  <a:srgbClr val="000000"/>
                </a:solidFill>
              </a:rPr>
              <a:t>inaddr</a:t>
            </a:r>
            <a:r>
              <a:rPr lang="en-US" altLang="zh-CN" sz="2000" b="1" dirty="0">
                <a:solidFill>
                  <a:srgbClr val="000000"/>
                </a:solidFill>
              </a:rPr>
              <a:t>);</a:t>
            </a:r>
          </a:p>
          <a:p>
            <a:pPr algn="r" eaLnBrk="1" hangingPunct="1">
              <a:lnSpc>
                <a:spcPct val="130000"/>
              </a:lnSpc>
              <a:defRPr/>
            </a:pPr>
            <a:r>
              <a:rPr lang="zh-CN" altLang="en-US" sz="2000" b="1" dirty="0">
                <a:solidFill>
                  <a:srgbClr val="000000"/>
                </a:solidFill>
              </a:rPr>
              <a:t>返回：指向点分十进制数串的指针</a:t>
            </a:r>
          </a:p>
        </p:txBody>
      </p:sp>
      <p:sp>
        <p:nvSpPr>
          <p:cNvPr id="3" name="文本框 2">
            <a:extLst>
              <a:ext uri="{FF2B5EF4-FFF2-40B4-BE49-F238E27FC236}">
                <a16:creationId xmlns:a16="http://schemas.microsoft.com/office/drawing/2014/main" id="{B1DC39BF-20BF-49FB-9043-3639B0C24B0E}"/>
              </a:ext>
            </a:extLst>
          </p:cNvPr>
          <p:cNvSpPr txBox="1"/>
          <p:nvPr/>
        </p:nvSpPr>
        <p:spPr>
          <a:xfrm>
            <a:off x="611188" y="5085184"/>
            <a:ext cx="3024708" cy="707886"/>
          </a:xfrm>
          <a:prstGeom prst="rect">
            <a:avLst/>
          </a:prstGeom>
          <a:noFill/>
        </p:spPr>
        <p:txBody>
          <a:bodyPr wrap="square" rtlCol="0">
            <a:spAutoFit/>
          </a:bodyPr>
          <a:lstStyle/>
          <a:p>
            <a:pPr algn="ctr"/>
            <a:r>
              <a:rPr lang="zh-CN" altLang="en-US" sz="2000" b="1" dirty="0">
                <a:solidFill>
                  <a:srgbClr val="000000"/>
                </a:solidFill>
                <a:latin typeface="Arial" charset="0"/>
              </a:rPr>
              <a:t>点分十进制数串</a:t>
            </a:r>
            <a:endParaRPr lang="en-US" altLang="zh-CN" sz="2000" b="1" dirty="0">
              <a:solidFill>
                <a:srgbClr val="000000"/>
              </a:solidFill>
              <a:latin typeface="Arial" charset="0"/>
            </a:endParaRPr>
          </a:p>
          <a:p>
            <a:r>
              <a:rPr lang="zh-CN" altLang="en-US" sz="2000" b="1" dirty="0">
                <a:solidFill>
                  <a:srgbClr val="000000"/>
                </a:solidFill>
                <a:latin typeface="Arial" charset="0"/>
              </a:rPr>
              <a:t>（如：</a:t>
            </a:r>
            <a:r>
              <a:rPr lang="en-US" altLang="zh-CN" sz="2000" b="1" dirty="0">
                <a:solidFill>
                  <a:srgbClr val="000000"/>
                </a:solidFill>
                <a:latin typeface="Arial" charset="0"/>
              </a:rPr>
              <a:t>296.168.112.96</a:t>
            </a:r>
            <a:r>
              <a:rPr lang="zh-CN" altLang="en-US" sz="2000" b="1" dirty="0">
                <a:solidFill>
                  <a:srgbClr val="000000"/>
                </a:solidFill>
                <a:latin typeface="Arial" charset="0"/>
              </a:rPr>
              <a:t>）</a:t>
            </a:r>
          </a:p>
        </p:txBody>
      </p:sp>
      <p:sp>
        <p:nvSpPr>
          <p:cNvPr id="6" name="文本框 5">
            <a:extLst>
              <a:ext uri="{FF2B5EF4-FFF2-40B4-BE49-F238E27FC236}">
                <a16:creationId xmlns:a16="http://schemas.microsoft.com/office/drawing/2014/main" id="{9E48480A-375C-41AA-B68D-86354AC3EACD}"/>
              </a:ext>
            </a:extLst>
          </p:cNvPr>
          <p:cNvSpPr txBox="1"/>
          <p:nvPr/>
        </p:nvSpPr>
        <p:spPr>
          <a:xfrm>
            <a:off x="5148064" y="5085184"/>
            <a:ext cx="3383161" cy="707886"/>
          </a:xfrm>
          <a:prstGeom prst="rect">
            <a:avLst/>
          </a:prstGeom>
          <a:noFill/>
        </p:spPr>
        <p:txBody>
          <a:bodyPr wrap="square" rtlCol="0">
            <a:spAutoFit/>
          </a:bodyPr>
          <a:lstStyle>
            <a:defPPr>
              <a:defRPr lang="zh-CN"/>
            </a:defPPr>
            <a:lvl1pPr>
              <a:defRPr sz="2000" b="1">
                <a:solidFill>
                  <a:srgbClr val="000000"/>
                </a:solidFill>
                <a:latin typeface="Arial" charset="0"/>
              </a:defRPr>
            </a:lvl1pPr>
          </a:lstStyle>
          <a:p>
            <a:pPr algn="ctr"/>
            <a:r>
              <a:rPr lang="en-US" altLang="zh-CN" dirty="0"/>
              <a:t>32</a:t>
            </a:r>
            <a:r>
              <a:rPr lang="zh-CN" altLang="en-US" dirty="0"/>
              <a:t>位的网络字节序</a:t>
            </a:r>
            <a:endParaRPr lang="en-US" altLang="zh-CN" dirty="0"/>
          </a:p>
          <a:p>
            <a:pPr algn="ctr"/>
            <a:r>
              <a:rPr lang="zh-CN" altLang="en-US" dirty="0"/>
              <a:t>二进制值</a:t>
            </a:r>
          </a:p>
        </p:txBody>
      </p:sp>
      <p:sp>
        <p:nvSpPr>
          <p:cNvPr id="5" name="箭头: 左右 4">
            <a:extLst>
              <a:ext uri="{FF2B5EF4-FFF2-40B4-BE49-F238E27FC236}">
                <a16:creationId xmlns:a16="http://schemas.microsoft.com/office/drawing/2014/main" id="{C3438A48-74C8-4453-A3EB-50ECE2330262}"/>
              </a:ext>
            </a:extLst>
          </p:cNvPr>
          <p:cNvSpPr/>
          <p:nvPr/>
        </p:nvSpPr>
        <p:spPr>
          <a:xfrm>
            <a:off x="4067944" y="5229200"/>
            <a:ext cx="936104" cy="287362"/>
          </a:xfrm>
          <a:prstGeom prst="leftRightArrow">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zh-CN" altLang="en-US" dirty="0"/>
              <a:t>六、地址转换函数</a:t>
            </a:r>
            <a:br>
              <a:rPr lang="en-US" altLang="zh-CN" dirty="0"/>
            </a:br>
            <a:endParaRPr lang="zh-CN" altLang="en-US" dirty="0"/>
          </a:p>
        </p:txBody>
      </p:sp>
      <p:sp>
        <p:nvSpPr>
          <p:cNvPr id="4" name="TextBox 1"/>
          <p:cNvSpPr txBox="1">
            <a:spLocks noChangeArrowheads="1"/>
          </p:cNvSpPr>
          <p:nvPr/>
        </p:nvSpPr>
        <p:spPr bwMode="auto">
          <a:xfrm>
            <a:off x="611188" y="1341438"/>
            <a:ext cx="7920037" cy="2848729"/>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a:solidFill>
                  <a:srgbClr val="000000"/>
                </a:solidFill>
              </a:rPr>
              <a:t>#include &lt;</a:t>
            </a:r>
            <a:r>
              <a:rPr lang="en-US" altLang="zh-CN" sz="2000" b="1" dirty="0" err="1">
                <a:solidFill>
                  <a:srgbClr val="000000"/>
                </a:solidFill>
              </a:rPr>
              <a:t>arpa</a:t>
            </a:r>
            <a:r>
              <a:rPr lang="en-US" altLang="zh-CN" sz="2000" b="1" dirty="0">
                <a:solidFill>
                  <a:srgbClr val="000000"/>
                </a:solidFill>
              </a:rPr>
              <a:t>/</a:t>
            </a:r>
            <a:r>
              <a:rPr lang="en-US" altLang="zh-CN" sz="2000" b="1" dirty="0" err="1">
                <a:solidFill>
                  <a:srgbClr val="000000"/>
                </a:solidFill>
              </a:rPr>
              <a:t>inet.h</a:t>
            </a:r>
            <a:r>
              <a:rPr lang="en-US" altLang="zh-CN" sz="2000" b="1" dirty="0">
                <a:solidFill>
                  <a:srgbClr val="000000"/>
                </a:solidFill>
              </a:rPr>
              <a:t>&gt;</a:t>
            </a:r>
          </a:p>
          <a:p>
            <a:pPr eaLnBrk="1" hangingPunct="1">
              <a:lnSpc>
                <a:spcPct val="130000"/>
              </a:lnSpc>
              <a:defRPr/>
            </a:pPr>
            <a:r>
              <a:rPr lang="en-US" altLang="zh-CN" sz="2000" b="1" dirty="0" err="1">
                <a:solidFill>
                  <a:srgbClr val="000000"/>
                </a:solidFill>
              </a:rPr>
              <a:t>int</a:t>
            </a:r>
            <a:r>
              <a:rPr lang="en-US" altLang="zh-CN" sz="2000" b="1" dirty="0">
                <a:solidFill>
                  <a:srgbClr val="000000"/>
                </a:solidFill>
              </a:rPr>
              <a:t> </a:t>
            </a:r>
            <a:r>
              <a:rPr lang="en-US" altLang="zh-CN" sz="2000" b="1" dirty="0" err="1">
                <a:solidFill>
                  <a:srgbClr val="000000"/>
                </a:solidFill>
              </a:rPr>
              <a:t>inet_pton</a:t>
            </a:r>
            <a:r>
              <a:rPr lang="en-US" altLang="zh-CN" sz="2000" b="1" dirty="0">
                <a:solidFill>
                  <a:srgbClr val="000000"/>
                </a:solidFill>
              </a:rPr>
              <a:t>(</a:t>
            </a:r>
            <a:r>
              <a:rPr lang="en-US" altLang="zh-CN" sz="2000" b="1" dirty="0" err="1">
                <a:solidFill>
                  <a:srgbClr val="000000"/>
                </a:solidFill>
              </a:rPr>
              <a:t>int</a:t>
            </a:r>
            <a:r>
              <a:rPr lang="en-US" altLang="zh-CN" sz="2000" b="1" dirty="0">
                <a:solidFill>
                  <a:srgbClr val="000000"/>
                </a:solidFill>
              </a:rPr>
              <a:t> </a:t>
            </a:r>
            <a:r>
              <a:rPr lang="en-US" altLang="zh-CN" sz="2000" b="1" dirty="0" err="1">
                <a:solidFill>
                  <a:srgbClr val="000000"/>
                </a:solidFill>
              </a:rPr>
              <a:t>family,const</a:t>
            </a:r>
            <a:r>
              <a:rPr lang="en-US" altLang="zh-CN" sz="2000" b="1" dirty="0">
                <a:solidFill>
                  <a:srgbClr val="000000"/>
                </a:solidFill>
              </a:rPr>
              <a:t> char * </a:t>
            </a:r>
            <a:r>
              <a:rPr lang="en-US" altLang="zh-CN" sz="2000" b="1" dirty="0" err="1">
                <a:solidFill>
                  <a:srgbClr val="000000"/>
                </a:solidFill>
              </a:rPr>
              <a:t>strptr,void</a:t>
            </a:r>
            <a:r>
              <a:rPr lang="en-US" altLang="zh-CN" sz="2000" b="1" dirty="0">
                <a:solidFill>
                  <a:srgbClr val="000000"/>
                </a:solidFill>
              </a:rPr>
              <a:t> * </a:t>
            </a:r>
            <a:r>
              <a:rPr lang="en-US" altLang="zh-CN" sz="2000" b="1" dirty="0" err="1">
                <a:solidFill>
                  <a:srgbClr val="000000"/>
                </a:solidFill>
              </a:rPr>
              <a:t>addrptr</a:t>
            </a:r>
            <a:r>
              <a:rPr lang="en-US" altLang="zh-CN" sz="2000" b="1" dirty="0">
                <a:solidFill>
                  <a:srgbClr val="000000"/>
                </a:solidFill>
              </a:rPr>
              <a:t>);</a:t>
            </a:r>
          </a:p>
          <a:p>
            <a:pPr algn="r" eaLnBrk="1" hangingPunct="1">
              <a:lnSpc>
                <a:spcPct val="130000"/>
              </a:lnSpc>
              <a:defRPr/>
            </a:pPr>
            <a:r>
              <a:rPr lang="zh-CN" altLang="en-US" sz="2000" b="1" dirty="0">
                <a:solidFill>
                  <a:srgbClr val="000000"/>
                </a:solidFill>
              </a:rPr>
              <a:t>返回：</a:t>
            </a:r>
            <a:r>
              <a:rPr lang="en-US" altLang="zh-CN" sz="2000" b="1" dirty="0">
                <a:solidFill>
                  <a:srgbClr val="000000"/>
                </a:solidFill>
              </a:rPr>
              <a:t>1——</a:t>
            </a:r>
            <a:r>
              <a:rPr lang="zh-CN" altLang="en-US" sz="2000" b="1" dirty="0">
                <a:solidFill>
                  <a:srgbClr val="000000"/>
                </a:solidFill>
              </a:rPr>
              <a:t>成功，</a:t>
            </a:r>
            <a:r>
              <a:rPr lang="en-US" altLang="zh-CN" sz="2000" b="1" dirty="0">
                <a:solidFill>
                  <a:srgbClr val="000000"/>
                </a:solidFill>
              </a:rPr>
              <a:t>0——</a:t>
            </a:r>
            <a:r>
              <a:rPr lang="zh-CN" altLang="en-US" sz="2000" b="1" dirty="0">
                <a:solidFill>
                  <a:srgbClr val="000000"/>
                </a:solidFill>
              </a:rPr>
              <a:t>输入不是有效的表达格式，</a:t>
            </a:r>
            <a:r>
              <a:rPr lang="en-US" altLang="zh-CN" sz="2000" b="1" dirty="0">
                <a:solidFill>
                  <a:srgbClr val="000000"/>
                </a:solidFill>
              </a:rPr>
              <a:t>-1——</a:t>
            </a:r>
            <a:r>
              <a:rPr lang="zh-CN" altLang="en-US" sz="2000" b="1" dirty="0">
                <a:solidFill>
                  <a:srgbClr val="000000"/>
                </a:solidFill>
              </a:rPr>
              <a:t>出错</a:t>
            </a:r>
          </a:p>
          <a:p>
            <a:pPr eaLnBrk="1" hangingPunct="1">
              <a:lnSpc>
                <a:spcPct val="130000"/>
              </a:lnSpc>
              <a:defRPr/>
            </a:pPr>
            <a:r>
              <a:rPr lang="en-US" altLang="zh-CN" sz="2000" b="1" dirty="0" err="1">
                <a:solidFill>
                  <a:srgbClr val="000000"/>
                </a:solidFill>
              </a:rPr>
              <a:t>const</a:t>
            </a:r>
            <a:r>
              <a:rPr lang="en-US" altLang="zh-CN" sz="2000" b="1" dirty="0">
                <a:solidFill>
                  <a:srgbClr val="000000"/>
                </a:solidFill>
              </a:rPr>
              <a:t> char * </a:t>
            </a:r>
            <a:r>
              <a:rPr lang="en-US" altLang="zh-CN" sz="2000" b="1" dirty="0" err="1">
                <a:solidFill>
                  <a:srgbClr val="000000"/>
                </a:solidFill>
              </a:rPr>
              <a:t>inet_ntop</a:t>
            </a:r>
            <a:r>
              <a:rPr lang="en-US" altLang="zh-CN" sz="2000" b="1" dirty="0">
                <a:solidFill>
                  <a:srgbClr val="000000"/>
                </a:solidFill>
              </a:rPr>
              <a:t>(</a:t>
            </a:r>
            <a:r>
              <a:rPr lang="en-US" altLang="zh-CN" sz="2000" b="1" dirty="0" err="1">
                <a:solidFill>
                  <a:srgbClr val="000000"/>
                </a:solidFill>
              </a:rPr>
              <a:t>int</a:t>
            </a:r>
            <a:r>
              <a:rPr lang="en-US" altLang="zh-CN" sz="2000" b="1" dirty="0">
                <a:solidFill>
                  <a:srgbClr val="000000"/>
                </a:solidFill>
              </a:rPr>
              <a:t> </a:t>
            </a:r>
            <a:r>
              <a:rPr lang="en-US" altLang="zh-CN" sz="2000" b="1" dirty="0" err="1">
                <a:solidFill>
                  <a:srgbClr val="000000"/>
                </a:solidFill>
              </a:rPr>
              <a:t>family,const</a:t>
            </a:r>
            <a:r>
              <a:rPr lang="en-US" altLang="zh-CN" sz="2000" b="1" dirty="0">
                <a:solidFill>
                  <a:srgbClr val="000000"/>
                </a:solidFill>
              </a:rPr>
              <a:t> void * </a:t>
            </a:r>
            <a:r>
              <a:rPr lang="en-US" altLang="zh-CN" sz="2000" b="1" dirty="0" err="1">
                <a:solidFill>
                  <a:srgbClr val="000000"/>
                </a:solidFill>
              </a:rPr>
              <a:t>addrptr,char</a:t>
            </a:r>
            <a:r>
              <a:rPr lang="en-US" altLang="zh-CN" sz="2000" b="1" dirty="0">
                <a:solidFill>
                  <a:srgbClr val="000000"/>
                </a:solidFill>
              </a:rPr>
              <a:t> * </a:t>
            </a:r>
            <a:r>
              <a:rPr lang="en-US" altLang="zh-CN" sz="2000" b="1" dirty="0" err="1">
                <a:solidFill>
                  <a:srgbClr val="000000"/>
                </a:solidFill>
              </a:rPr>
              <a:t>strptr,size_t</a:t>
            </a:r>
            <a:r>
              <a:rPr lang="en-US" altLang="zh-CN" sz="2000" b="1" dirty="0">
                <a:solidFill>
                  <a:srgbClr val="000000"/>
                </a:solidFill>
              </a:rPr>
              <a:t> </a:t>
            </a:r>
            <a:r>
              <a:rPr lang="en-US" altLang="zh-CN" sz="2000" b="1" dirty="0" err="1">
                <a:solidFill>
                  <a:srgbClr val="000000"/>
                </a:solidFill>
              </a:rPr>
              <a:t>len</a:t>
            </a:r>
            <a:r>
              <a:rPr lang="en-US" altLang="zh-CN" sz="2000" b="1" dirty="0">
                <a:solidFill>
                  <a:srgbClr val="000000"/>
                </a:solidFill>
              </a:rPr>
              <a:t>);</a:t>
            </a:r>
          </a:p>
          <a:p>
            <a:pPr algn="r" eaLnBrk="1" hangingPunct="1">
              <a:lnSpc>
                <a:spcPct val="130000"/>
              </a:lnSpc>
              <a:defRPr/>
            </a:pPr>
            <a:r>
              <a:rPr lang="zh-CN" altLang="en-US" sz="2000" b="1" dirty="0">
                <a:solidFill>
                  <a:srgbClr val="000000"/>
                </a:solidFill>
              </a:rPr>
              <a:t>返回：指向结果的指针</a:t>
            </a:r>
            <a:r>
              <a:rPr lang="en-US" altLang="zh-CN" sz="2000" b="1" dirty="0">
                <a:solidFill>
                  <a:srgbClr val="000000"/>
                </a:solidFill>
              </a:rPr>
              <a:t>——</a:t>
            </a:r>
            <a:r>
              <a:rPr lang="zh-CN" altLang="en-US" sz="2000" b="1" dirty="0">
                <a:solidFill>
                  <a:srgbClr val="000000"/>
                </a:solidFill>
              </a:rPr>
              <a:t>成功， </a:t>
            </a:r>
            <a:r>
              <a:rPr lang="en-US" altLang="zh-CN" sz="2000" b="1" dirty="0">
                <a:solidFill>
                  <a:srgbClr val="000000"/>
                </a:solidFill>
              </a:rPr>
              <a:t>NULL——</a:t>
            </a:r>
            <a:r>
              <a:rPr lang="zh-CN" altLang="en-US" sz="2000" b="1" dirty="0">
                <a:solidFill>
                  <a:srgbClr val="000000"/>
                </a:solidFill>
              </a:rPr>
              <a:t>出错</a:t>
            </a:r>
            <a:endParaRPr lang="en-US" altLang="zh-CN" sz="2000" b="1" dirty="0">
              <a:solidFill>
                <a:srgbClr val="000000"/>
              </a:solidFill>
            </a:endParaRPr>
          </a:p>
          <a:p>
            <a:pPr eaLnBrk="1" hangingPunct="1">
              <a:lnSpc>
                <a:spcPct val="130000"/>
              </a:lnSpc>
              <a:defRPr/>
            </a:pPr>
            <a:r>
              <a:rPr lang="zh-CN" altLang="en-US" sz="2000" b="1" dirty="0">
                <a:solidFill>
                  <a:srgbClr val="000000"/>
                </a:solidFill>
              </a:rPr>
              <a:t>（</a:t>
            </a:r>
            <a:r>
              <a:rPr lang="en-US" altLang="zh-CN" sz="2000" b="1" dirty="0" err="1">
                <a:solidFill>
                  <a:srgbClr val="000000"/>
                </a:solidFill>
              </a:rPr>
              <a:t>inet_pton</a:t>
            </a:r>
            <a:r>
              <a:rPr lang="zh-CN" altLang="en-US" sz="2000" b="1" dirty="0">
                <a:solidFill>
                  <a:srgbClr val="000000"/>
                </a:solidFill>
              </a:rPr>
              <a:t>函数实现）</a:t>
            </a:r>
          </a:p>
        </p:txBody>
      </p:sp>
      <p:sp>
        <p:nvSpPr>
          <p:cNvPr id="5" name="TextBox 1"/>
          <p:cNvSpPr txBox="1">
            <a:spLocks noChangeArrowheads="1"/>
          </p:cNvSpPr>
          <p:nvPr/>
        </p:nvSpPr>
        <p:spPr bwMode="auto">
          <a:xfrm>
            <a:off x="611188" y="4330278"/>
            <a:ext cx="7920037" cy="2051050"/>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err="1">
                <a:solidFill>
                  <a:srgbClr val="000000"/>
                </a:solidFill>
              </a:rPr>
              <a:t>struct</a:t>
            </a:r>
            <a:r>
              <a:rPr lang="en-US" altLang="zh-CN" sz="2000" b="1" dirty="0">
                <a:solidFill>
                  <a:srgbClr val="000000"/>
                </a:solidFill>
              </a:rPr>
              <a:t> </a:t>
            </a:r>
            <a:r>
              <a:rPr lang="en-US" altLang="zh-CN" sz="2000" b="1" dirty="0" err="1">
                <a:solidFill>
                  <a:srgbClr val="000000"/>
                </a:solidFill>
              </a:rPr>
              <a:t>sockaddr_in</a:t>
            </a:r>
            <a:r>
              <a:rPr lang="en-US" altLang="zh-CN" sz="2000" b="1" dirty="0">
                <a:solidFill>
                  <a:srgbClr val="000000"/>
                </a:solidFill>
              </a:rPr>
              <a:t> </a:t>
            </a:r>
            <a:r>
              <a:rPr lang="en-US" altLang="zh-CN" sz="2000" b="1" dirty="0" err="1">
                <a:solidFill>
                  <a:srgbClr val="000000"/>
                </a:solidFill>
              </a:rPr>
              <a:t>addr</a:t>
            </a:r>
            <a:r>
              <a:rPr lang="en-US" altLang="zh-CN" sz="2000" b="1" dirty="0">
                <a:solidFill>
                  <a:srgbClr val="000000"/>
                </a:solidFill>
              </a:rPr>
              <a:t>;</a:t>
            </a:r>
          </a:p>
          <a:p>
            <a:pPr eaLnBrk="1" hangingPunct="1">
              <a:lnSpc>
                <a:spcPct val="130000"/>
              </a:lnSpc>
              <a:defRPr/>
            </a:pPr>
            <a:r>
              <a:rPr lang="en-US" altLang="zh-CN" sz="2000" b="1" dirty="0" err="1">
                <a:solidFill>
                  <a:srgbClr val="000000"/>
                </a:solidFill>
              </a:rPr>
              <a:t>inet_ntop</a:t>
            </a:r>
            <a:r>
              <a:rPr lang="en-US" altLang="zh-CN" sz="2000" b="1" dirty="0">
                <a:solidFill>
                  <a:srgbClr val="000000"/>
                </a:solidFill>
              </a:rPr>
              <a:t>(AF_INET,&amp;</a:t>
            </a:r>
            <a:r>
              <a:rPr lang="en-US" altLang="zh-CN" sz="2000" b="1" dirty="0" err="1">
                <a:solidFill>
                  <a:srgbClr val="000000"/>
                </a:solidFill>
              </a:rPr>
              <a:t>addr.sin_addr,str,sizeof</a:t>
            </a:r>
            <a:r>
              <a:rPr lang="en-US" altLang="zh-CN" sz="2000" b="1" dirty="0">
                <a:solidFill>
                  <a:srgbClr val="000000"/>
                </a:solidFill>
              </a:rPr>
              <a:t>(</a:t>
            </a:r>
            <a:r>
              <a:rPr lang="en-US" altLang="zh-CN" sz="2000" b="1" dirty="0" err="1">
                <a:solidFill>
                  <a:srgbClr val="000000"/>
                </a:solidFill>
              </a:rPr>
              <a:t>str</a:t>
            </a:r>
            <a:r>
              <a:rPr lang="en-US" altLang="zh-CN" sz="2000" b="1" dirty="0">
                <a:solidFill>
                  <a:srgbClr val="000000"/>
                </a:solidFill>
              </a:rPr>
              <a:t>));</a:t>
            </a:r>
          </a:p>
          <a:p>
            <a:pPr eaLnBrk="1" hangingPunct="1">
              <a:lnSpc>
                <a:spcPct val="130000"/>
              </a:lnSpc>
              <a:defRPr/>
            </a:pPr>
            <a:r>
              <a:rPr lang="zh-CN" altLang="en-US" sz="2000" b="1" dirty="0">
                <a:solidFill>
                  <a:srgbClr val="000000"/>
                </a:solidFill>
              </a:rPr>
              <a:t>或为</a:t>
            </a:r>
            <a:r>
              <a:rPr lang="en-US" altLang="zh-CN" sz="2000" b="1" dirty="0">
                <a:solidFill>
                  <a:srgbClr val="000000"/>
                </a:solidFill>
              </a:rPr>
              <a:t>Ipv6</a:t>
            </a:r>
            <a:r>
              <a:rPr lang="zh-CN" altLang="en-US" sz="2000" b="1" dirty="0">
                <a:solidFill>
                  <a:srgbClr val="000000"/>
                </a:solidFill>
              </a:rPr>
              <a:t>写如下的代码：</a:t>
            </a:r>
          </a:p>
          <a:p>
            <a:pPr eaLnBrk="1" hangingPunct="1">
              <a:lnSpc>
                <a:spcPct val="130000"/>
              </a:lnSpc>
              <a:defRPr/>
            </a:pPr>
            <a:r>
              <a:rPr lang="en-US" altLang="zh-CN" sz="2000" b="1" dirty="0" err="1">
                <a:solidFill>
                  <a:srgbClr val="000000"/>
                </a:solidFill>
              </a:rPr>
              <a:t>struct</a:t>
            </a:r>
            <a:r>
              <a:rPr lang="en-US" altLang="zh-CN" sz="2000" b="1" dirty="0">
                <a:solidFill>
                  <a:srgbClr val="000000"/>
                </a:solidFill>
              </a:rPr>
              <a:t> sockaddr_in6 addr6;</a:t>
            </a:r>
          </a:p>
          <a:p>
            <a:pPr eaLnBrk="1" hangingPunct="1">
              <a:lnSpc>
                <a:spcPct val="130000"/>
              </a:lnSpc>
              <a:defRPr/>
            </a:pPr>
            <a:r>
              <a:rPr lang="en-US" altLang="zh-CN" sz="2000" b="1" dirty="0" err="1">
                <a:solidFill>
                  <a:srgbClr val="000000"/>
                </a:solidFill>
              </a:rPr>
              <a:t>inet_ntop</a:t>
            </a:r>
            <a:r>
              <a:rPr lang="en-US" altLang="zh-CN" sz="2000" b="1" dirty="0">
                <a:solidFill>
                  <a:srgbClr val="000000"/>
                </a:solidFill>
              </a:rPr>
              <a:t>(AF_INET6,&amp;addr6.sin6_addr,str,sizeof(</a:t>
            </a:r>
            <a:r>
              <a:rPr lang="en-US" altLang="zh-CN" sz="2000" b="1" dirty="0" err="1">
                <a:solidFill>
                  <a:srgbClr val="000000"/>
                </a:solidFill>
              </a:rPr>
              <a:t>str</a:t>
            </a:r>
            <a:r>
              <a:rPr lang="en-US" altLang="zh-CN" sz="2000" b="1" dirty="0">
                <a:solidFill>
                  <a:srgbClr val="000000"/>
                </a:solidFill>
              </a:rPr>
              <a:t>));</a:t>
            </a:r>
          </a:p>
        </p:txBody>
      </p:sp>
      <p:sp>
        <p:nvSpPr>
          <p:cNvPr id="3" name="文本框 2">
            <a:extLst>
              <a:ext uri="{FF2B5EF4-FFF2-40B4-BE49-F238E27FC236}">
                <a16:creationId xmlns:a16="http://schemas.microsoft.com/office/drawing/2014/main" id="{4CC7406F-B39C-4D85-BF7D-1D1E59CBAAA1}"/>
              </a:ext>
            </a:extLst>
          </p:cNvPr>
          <p:cNvSpPr txBox="1"/>
          <p:nvPr/>
        </p:nvSpPr>
        <p:spPr>
          <a:xfrm>
            <a:off x="5224130" y="250120"/>
            <a:ext cx="1580118" cy="369332"/>
          </a:xfrm>
          <a:prstGeom prst="rect">
            <a:avLst/>
          </a:prstGeom>
          <a:noFill/>
        </p:spPr>
        <p:txBody>
          <a:bodyPr wrap="square" rtlCol="0">
            <a:spAutoFit/>
          </a:bodyPr>
          <a:lstStyle/>
          <a:p>
            <a:r>
              <a:rPr lang="en-US" altLang="zh-CN" b="1" dirty="0"/>
              <a:t>presentation</a:t>
            </a:r>
            <a:endParaRPr lang="zh-CN" altLang="en-US" b="1" dirty="0"/>
          </a:p>
        </p:txBody>
      </p:sp>
      <p:sp>
        <p:nvSpPr>
          <p:cNvPr id="7" name="文本框 6">
            <a:extLst>
              <a:ext uri="{FF2B5EF4-FFF2-40B4-BE49-F238E27FC236}">
                <a16:creationId xmlns:a16="http://schemas.microsoft.com/office/drawing/2014/main" id="{DDBADC5E-31D5-4735-8434-9FDD03637FD4}"/>
              </a:ext>
            </a:extLst>
          </p:cNvPr>
          <p:cNvSpPr txBox="1"/>
          <p:nvPr/>
        </p:nvSpPr>
        <p:spPr>
          <a:xfrm>
            <a:off x="5440154" y="887969"/>
            <a:ext cx="1148070" cy="369332"/>
          </a:xfrm>
          <a:prstGeom prst="rect">
            <a:avLst/>
          </a:prstGeom>
          <a:noFill/>
        </p:spPr>
        <p:txBody>
          <a:bodyPr wrap="square" rtlCol="0">
            <a:spAutoFit/>
          </a:bodyPr>
          <a:lstStyle/>
          <a:p>
            <a:r>
              <a:rPr lang="en-US" altLang="zh-CN" b="1" dirty="0"/>
              <a:t>numeric</a:t>
            </a:r>
            <a:endParaRPr lang="zh-CN" altLang="en-US" b="1" dirty="0"/>
          </a:p>
        </p:txBody>
      </p:sp>
      <p:sp>
        <p:nvSpPr>
          <p:cNvPr id="8" name="箭头: 上下 7">
            <a:extLst>
              <a:ext uri="{FF2B5EF4-FFF2-40B4-BE49-F238E27FC236}">
                <a16:creationId xmlns:a16="http://schemas.microsoft.com/office/drawing/2014/main" id="{6F1C7704-C8E4-42A8-A817-8FDB982B84D7}"/>
              </a:ext>
            </a:extLst>
          </p:cNvPr>
          <p:cNvSpPr/>
          <p:nvPr/>
        </p:nvSpPr>
        <p:spPr>
          <a:xfrm>
            <a:off x="5940152" y="619452"/>
            <a:ext cx="144016" cy="268517"/>
          </a:xfrm>
          <a:prstGeom prst="upDownArrow">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70C0"/>
                </a:solidFill>
              </a:ln>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zh-CN" altLang="en-US"/>
              <a:t>六、地址转换函数</a:t>
            </a:r>
            <a:br>
              <a:rPr lang="en-US" altLang="zh-CN"/>
            </a:br>
            <a:endParaRPr lang="zh-CN" altLang="en-US"/>
          </a:p>
        </p:txBody>
      </p:sp>
      <p:sp>
        <p:nvSpPr>
          <p:cNvPr id="4" name="TextBox 1"/>
          <p:cNvSpPr txBox="1">
            <a:spLocks noChangeArrowheads="1"/>
          </p:cNvSpPr>
          <p:nvPr/>
        </p:nvSpPr>
        <p:spPr bwMode="auto">
          <a:xfrm>
            <a:off x="611188" y="1341438"/>
            <a:ext cx="7920037" cy="3648948"/>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a:solidFill>
                  <a:srgbClr val="000000"/>
                </a:solidFill>
              </a:rPr>
              <a:t>#include "</a:t>
            </a:r>
            <a:r>
              <a:rPr lang="en-US" altLang="zh-CN" sz="2000" b="1" dirty="0" err="1">
                <a:solidFill>
                  <a:srgbClr val="000000"/>
                </a:solidFill>
              </a:rPr>
              <a:t>unp.h</a:t>
            </a:r>
            <a:r>
              <a:rPr lang="en-US" altLang="zh-CN" sz="2000" b="1" dirty="0">
                <a:solidFill>
                  <a:srgbClr val="000000"/>
                </a:solidFill>
              </a:rPr>
              <a:t>"</a:t>
            </a:r>
          </a:p>
          <a:p>
            <a:pPr eaLnBrk="1" hangingPunct="1">
              <a:lnSpc>
                <a:spcPct val="130000"/>
              </a:lnSpc>
              <a:defRPr/>
            </a:pPr>
            <a:r>
              <a:rPr lang="en-US" altLang="zh-CN" sz="2000" b="1" dirty="0">
                <a:solidFill>
                  <a:srgbClr val="000000"/>
                </a:solidFill>
              </a:rPr>
              <a:t>char * </a:t>
            </a:r>
            <a:r>
              <a:rPr lang="en-US" altLang="zh-CN" sz="2000" b="1" dirty="0" err="1">
                <a:solidFill>
                  <a:srgbClr val="000000"/>
                </a:solidFill>
              </a:rPr>
              <a:t>sock_ntop</a:t>
            </a:r>
            <a:r>
              <a:rPr lang="en-US" altLang="zh-CN" sz="2000" b="1" dirty="0">
                <a:solidFill>
                  <a:srgbClr val="000000"/>
                </a:solidFill>
              </a:rPr>
              <a:t>(</a:t>
            </a:r>
            <a:r>
              <a:rPr lang="en-US" altLang="zh-CN" sz="2000" b="1" dirty="0" err="1">
                <a:solidFill>
                  <a:srgbClr val="000000"/>
                </a:solidFill>
              </a:rPr>
              <a:t>const</a:t>
            </a:r>
            <a:r>
              <a:rPr lang="en-US" altLang="zh-CN" sz="2000" b="1" dirty="0">
                <a:solidFill>
                  <a:srgbClr val="000000"/>
                </a:solidFill>
              </a:rPr>
              <a:t> </a:t>
            </a:r>
            <a:r>
              <a:rPr lang="en-US" altLang="zh-CN" sz="2000" b="1" dirty="0" err="1">
                <a:solidFill>
                  <a:srgbClr val="000000"/>
                </a:solidFill>
              </a:rPr>
              <a:t>struct</a:t>
            </a:r>
            <a:r>
              <a:rPr lang="en-US" altLang="zh-CN" sz="2000" b="1" dirty="0">
                <a:solidFill>
                  <a:srgbClr val="000000"/>
                </a:solidFill>
              </a:rPr>
              <a:t> </a:t>
            </a:r>
            <a:r>
              <a:rPr lang="en-US" altLang="zh-CN" sz="2000" b="1" dirty="0" err="1">
                <a:solidFill>
                  <a:srgbClr val="000000"/>
                </a:solidFill>
              </a:rPr>
              <a:t>sockaddr</a:t>
            </a:r>
            <a:r>
              <a:rPr lang="en-US" altLang="zh-CN" sz="2000" b="1" dirty="0">
                <a:solidFill>
                  <a:srgbClr val="000000"/>
                </a:solidFill>
              </a:rPr>
              <a:t> *</a:t>
            </a:r>
            <a:r>
              <a:rPr lang="en-US" altLang="zh-CN" sz="2000" b="1" dirty="0" err="1">
                <a:solidFill>
                  <a:srgbClr val="000000"/>
                </a:solidFill>
              </a:rPr>
              <a:t>sockaddr,socklen_t</a:t>
            </a:r>
            <a:r>
              <a:rPr lang="en-US" altLang="zh-CN" sz="2000" b="1" dirty="0">
                <a:solidFill>
                  <a:srgbClr val="000000"/>
                </a:solidFill>
              </a:rPr>
              <a:t> </a:t>
            </a:r>
            <a:r>
              <a:rPr lang="en-US" altLang="zh-CN" sz="2000" b="1" dirty="0" err="1">
                <a:solidFill>
                  <a:srgbClr val="000000"/>
                </a:solidFill>
              </a:rPr>
              <a:t>addrlen</a:t>
            </a:r>
            <a:r>
              <a:rPr lang="en-US" altLang="zh-CN" sz="2000" b="1" dirty="0">
                <a:solidFill>
                  <a:srgbClr val="000000"/>
                </a:solidFill>
              </a:rPr>
              <a:t>);</a:t>
            </a:r>
          </a:p>
          <a:p>
            <a:pPr algn="r" eaLnBrk="1" hangingPunct="1">
              <a:lnSpc>
                <a:spcPct val="130000"/>
              </a:lnSpc>
              <a:defRPr/>
            </a:pPr>
            <a:r>
              <a:rPr lang="zh-CN" altLang="en-US" sz="2000" b="1" dirty="0">
                <a:solidFill>
                  <a:srgbClr val="000000"/>
                </a:solidFill>
              </a:rPr>
              <a:t>返回：非空指针</a:t>
            </a:r>
            <a:r>
              <a:rPr lang="en-US" altLang="zh-CN" sz="2000" b="1" dirty="0">
                <a:solidFill>
                  <a:srgbClr val="000000"/>
                </a:solidFill>
              </a:rPr>
              <a:t>——</a:t>
            </a:r>
            <a:r>
              <a:rPr lang="zh-CN" altLang="en-US" sz="2000" b="1" dirty="0">
                <a:solidFill>
                  <a:srgbClr val="000000"/>
                </a:solidFill>
              </a:rPr>
              <a:t>成功，</a:t>
            </a:r>
            <a:r>
              <a:rPr lang="en-US" altLang="zh-CN" sz="2000" b="1" dirty="0">
                <a:solidFill>
                  <a:srgbClr val="000000"/>
                </a:solidFill>
              </a:rPr>
              <a:t>NULL——</a:t>
            </a:r>
            <a:r>
              <a:rPr lang="zh-CN" altLang="en-US" sz="2000" b="1" dirty="0">
                <a:solidFill>
                  <a:srgbClr val="000000"/>
                </a:solidFill>
              </a:rPr>
              <a:t>出错</a:t>
            </a:r>
            <a:endParaRPr lang="en-US" altLang="zh-CN" sz="2000" b="1" dirty="0">
              <a:solidFill>
                <a:srgbClr val="000000"/>
              </a:solidFill>
            </a:endParaRPr>
          </a:p>
          <a:p>
            <a:pPr eaLnBrk="1" hangingPunct="1">
              <a:lnSpc>
                <a:spcPct val="130000"/>
              </a:lnSpc>
              <a:defRPr/>
            </a:pPr>
            <a:endParaRPr lang="en-US" altLang="zh-CN" sz="2000" b="1" dirty="0">
              <a:solidFill>
                <a:srgbClr val="000000"/>
              </a:solidFill>
            </a:endParaRPr>
          </a:p>
          <a:p>
            <a:pPr eaLnBrk="1" hangingPunct="1">
              <a:lnSpc>
                <a:spcPct val="130000"/>
              </a:lnSpc>
              <a:defRPr/>
            </a:pPr>
            <a:r>
              <a:rPr lang="en-US" altLang="zh-CN" sz="2000" b="1" dirty="0" err="1">
                <a:solidFill>
                  <a:srgbClr val="000000"/>
                </a:solidFill>
              </a:rPr>
              <a:t>sockaddr</a:t>
            </a:r>
            <a:r>
              <a:rPr lang="zh-CN" altLang="en-US" sz="2000" b="1" dirty="0">
                <a:solidFill>
                  <a:srgbClr val="000000"/>
                </a:solidFill>
              </a:rPr>
              <a:t>指向一个长度为</a:t>
            </a:r>
            <a:r>
              <a:rPr lang="en-US" altLang="zh-CN" sz="2000" b="1" dirty="0" err="1">
                <a:solidFill>
                  <a:srgbClr val="000000"/>
                </a:solidFill>
              </a:rPr>
              <a:t>addrlen</a:t>
            </a:r>
            <a:r>
              <a:rPr lang="zh-CN" altLang="en-US" sz="2000" b="1" dirty="0">
                <a:solidFill>
                  <a:srgbClr val="000000"/>
                </a:solidFill>
              </a:rPr>
              <a:t>的套接口地址结构。本函数用它自己的静态缓冲区来保存结果，一个指向此缓冲区的指针即为返回值。</a:t>
            </a:r>
            <a:endParaRPr lang="en-US" altLang="zh-CN" sz="2000" b="1" dirty="0">
              <a:solidFill>
                <a:srgbClr val="000000"/>
              </a:solidFill>
            </a:endParaRPr>
          </a:p>
          <a:p>
            <a:pPr eaLnBrk="1" hangingPunct="1">
              <a:lnSpc>
                <a:spcPct val="130000"/>
              </a:lnSpc>
              <a:defRPr/>
            </a:pPr>
            <a:endParaRPr lang="en-US" altLang="zh-CN" sz="2000" b="1" dirty="0">
              <a:solidFill>
                <a:srgbClr val="000000"/>
              </a:solidFill>
            </a:endParaRPr>
          </a:p>
          <a:p>
            <a:pPr eaLnBrk="1" hangingPunct="1">
              <a:lnSpc>
                <a:spcPct val="130000"/>
              </a:lnSpc>
              <a:defRPr/>
            </a:pPr>
            <a:r>
              <a:rPr lang="zh-CN" altLang="en-US" sz="2000" b="1" dirty="0">
                <a:solidFill>
                  <a:srgbClr val="000000"/>
                </a:solidFill>
              </a:rPr>
              <a:t>（</a:t>
            </a:r>
            <a:r>
              <a:rPr lang="en-US" altLang="zh-CN" sz="2000" b="1" dirty="0" err="1">
                <a:solidFill>
                  <a:srgbClr val="000000"/>
                </a:solidFill>
              </a:rPr>
              <a:t>sock_ntop</a:t>
            </a:r>
            <a:r>
              <a:rPr lang="zh-CN" altLang="en-US" sz="2000" b="1" dirty="0">
                <a:solidFill>
                  <a:srgbClr val="000000"/>
                </a:solidFill>
              </a:rPr>
              <a:t>函数实现）</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457200" y="277813"/>
            <a:ext cx="7570788" cy="1350962"/>
          </a:xfrm>
        </p:spPr>
        <p:txBody>
          <a:bodyPr/>
          <a:lstStyle/>
          <a:p>
            <a:pPr eaLnBrk="1" hangingPunct="1"/>
            <a:r>
              <a:rPr lang="zh-CN" altLang="en-US" dirty="0"/>
              <a:t>七、</a:t>
            </a:r>
            <a:r>
              <a:rPr lang="en-US" altLang="zh-CN" dirty="0" err="1"/>
              <a:t>readn</a:t>
            </a:r>
            <a:r>
              <a:rPr lang="zh-CN" altLang="en-US" dirty="0"/>
              <a:t>、</a:t>
            </a:r>
            <a:r>
              <a:rPr lang="en-US" altLang="zh-CN" dirty="0" err="1"/>
              <a:t>writen</a:t>
            </a:r>
            <a:r>
              <a:rPr lang="zh-CN" altLang="en-US" dirty="0"/>
              <a:t>和</a:t>
            </a:r>
            <a:r>
              <a:rPr lang="en-US" altLang="zh-CN" dirty="0" err="1"/>
              <a:t>readline</a:t>
            </a:r>
            <a:r>
              <a:rPr lang="zh-CN" altLang="en-US" dirty="0"/>
              <a:t>函</a:t>
            </a:r>
            <a:br>
              <a:rPr lang="en-US" altLang="zh-CN" dirty="0"/>
            </a:br>
            <a:r>
              <a:rPr lang="en-US" altLang="zh-CN" dirty="0"/>
              <a:t>      </a:t>
            </a:r>
            <a:r>
              <a:rPr lang="zh-CN" altLang="en-US" dirty="0"/>
              <a:t> 数</a:t>
            </a:r>
            <a:br>
              <a:rPr lang="zh-CN" altLang="en-US" dirty="0"/>
            </a:br>
            <a:br>
              <a:rPr lang="en-US" altLang="zh-CN" dirty="0"/>
            </a:br>
            <a:endParaRPr lang="zh-CN" altLang="en-US" dirty="0"/>
          </a:p>
        </p:txBody>
      </p:sp>
      <p:sp>
        <p:nvSpPr>
          <p:cNvPr id="4" name="TextBox 1"/>
          <p:cNvSpPr txBox="1">
            <a:spLocks noChangeArrowheads="1"/>
          </p:cNvSpPr>
          <p:nvPr/>
        </p:nvSpPr>
        <p:spPr bwMode="auto">
          <a:xfrm>
            <a:off x="611188" y="1884363"/>
            <a:ext cx="7920037" cy="2848729"/>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a:solidFill>
                  <a:srgbClr val="000000"/>
                </a:solidFill>
              </a:rPr>
              <a:t>#include "</a:t>
            </a:r>
            <a:r>
              <a:rPr lang="en-US" altLang="zh-CN" sz="2000" b="1" dirty="0" err="1">
                <a:solidFill>
                  <a:srgbClr val="000000"/>
                </a:solidFill>
              </a:rPr>
              <a:t>unp.h</a:t>
            </a:r>
            <a:r>
              <a:rPr lang="en-US" altLang="zh-CN" sz="2000" b="1" dirty="0">
                <a:solidFill>
                  <a:srgbClr val="000000"/>
                </a:solidFill>
              </a:rPr>
              <a:t>"</a:t>
            </a:r>
          </a:p>
          <a:p>
            <a:pPr eaLnBrk="1" hangingPunct="1">
              <a:lnSpc>
                <a:spcPct val="130000"/>
              </a:lnSpc>
              <a:defRPr/>
            </a:pPr>
            <a:r>
              <a:rPr lang="en-US" altLang="zh-CN" sz="2000" b="1" dirty="0" err="1">
                <a:solidFill>
                  <a:srgbClr val="000000"/>
                </a:solidFill>
              </a:rPr>
              <a:t>ssize_t</a:t>
            </a:r>
            <a:r>
              <a:rPr lang="en-US" altLang="zh-CN" sz="2000" b="1" dirty="0">
                <a:solidFill>
                  <a:srgbClr val="000000"/>
                </a:solidFill>
              </a:rPr>
              <a:t> </a:t>
            </a:r>
            <a:r>
              <a:rPr lang="en-US" altLang="zh-CN" sz="2000" b="1" dirty="0" err="1">
                <a:solidFill>
                  <a:srgbClr val="000000"/>
                </a:solidFill>
              </a:rPr>
              <a:t>readn</a:t>
            </a:r>
            <a:r>
              <a:rPr lang="en-US" altLang="zh-CN" sz="2000" b="1" dirty="0">
                <a:solidFill>
                  <a:srgbClr val="000000"/>
                </a:solidFill>
              </a:rPr>
              <a:t>(</a:t>
            </a:r>
            <a:r>
              <a:rPr lang="en-US" altLang="zh-CN" sz="2000" b="1" dirty="0" err="1">
                <a:solidFill>
                  <a:srgbClr val="000000"/>
                </a:solidFill>
              </a:rPr>
              <a:t>int</a:t>
            </a:r>
            <a:r>
              <a:rPr lang="en-US" altLang="zh-CN" sz="2000" b="1" dirty="0">
                <a:solidFill>
                  <a:srgbClr val="000000"/>
                </a:solidFill>
              </a:rPr>
              <a:t> </a:t>
            </a:r>
            <a:r>
              <a:rPr lang="en-US" altLang="zh-CN" sz="2000" b="1" dirty="0" err="1">
                <a:solidFill>
                  <a:srgbClr val="000000"/>
                </a:solidFill>
              </a:rPr>
              <a:t>filedes,void</a:t>
            </a:r>
            <a:r>
              <a:rPr lang="en-US" altLang="zh-CN" sz="2000" b="1" dirty="0">
                <a:solidFill>
                  <a:srgbClr val="000000"/>
                </a:solidFill>
              </a:rPr>
              <a:t> * </a:t>
            </a:r>
            <a:r>
              <a:rPr lang="en-US" altLang="zh-CN" sz="2000" b="1" dirty="0" err="1">
                <a:solidFill>
                  <a:srgbClr val="000000"/>
                </a:solidFill>
              </a:rPr>
              <a:t>buff,size_t</a:t>
            </a:r>
            <a:r>
              <a:rPr lang="en-US" altLang="zh-CN" sz="2000" b="1" dirty="0">
                <a:solidFill>
                  <a:srgbClr val="000000"/>
                </a:solidFill>
              </a:rPr>
              <a:t> </a:t>
            </a:r>
            <a:r>
              <a:rPr lang="en-US" altLang="zh-CN" sz="2000" b="1" dirty="0" err="1">
                <a:solidFill>
                  <a:srgbClr val="000000"/>
                </a:solidFill>
              </a:rPr>
              <a:t>nbytes</a:t>
            </a:r>
            <a:r>
              <a:rPr lang="en-US" altLang="zh-CN" sz="2000" b="1" dirty="0">
                <a:solidFill>
                  <a:srgbClr val="000000"/>
                </a:solidFill>
              </a:rPr>
              <a:t>);</a:t>
            </a:r>
          </a:p>
          <a:p>
            <a:pPr eaLnBrk="1" hangingPunct="1">
              <a:lnSpc>
                <a:spcPct val="130000"/>
              </a:lnSpc>
              <a:defRPr/>
            </a:pPr>
            <a:r>
              <a:rPr lang="en-US" altLang="zh-CN" sz="2000" b="1" dirty="0" err="1">
                <a:solidFill>
                  <a:srgbClr val="000000"/>
                </a:solidFill>
              </a:rPr>
              <a:t>ssize_t</a:t>
            </a:r>
            <a:r>
              <a:rPr lang="en-US" altLang="zh-CN" sz="2000" b="1" dirty="0">
                <a:solidFill>
                  <a:srgbClr val="000000"/>
                </a:solidFill>
              </a:rPr>
              <a:t> </a:t>
            </a:r>
            <a:r>
              <a:rPr lang="en-US" altLang="zh-CN" sz="2000" b="1" dirty="0" err="1">
                <a:solidFill>
                  <a:srgbClr val="000000"/>
                </a:solidFill>
              </a:rPr>
              <a:t>writen</a:t>
            </a:r>
            <a:r>
              <a:rPr lang="en-US" altLang="zh-CN" sz="2000" b="1" dirty="0">
                <a:solidFill>
                  <a:srgbClr val="000000"/>
                </a:solidFill>
              </a:rPr>
              <a:t>(</a:t>
            </a:r>
            <a:r>
              <a:rPr lang="en-US" altLang="zh-CN" sz="2000" b="1" dirty="0" err="1">
                <a:solidFill>
                  <a:srgbClr val="000000"/>
                </a:solidFill>
              </a:rPr>
              <a:t>int</a:t>
            </a:r>
            <a:r>
              <a:rPr lang="en-US" altLang="zh-CN" sz="2000" b="1" dirty="0">
                <a:solidFill>
                  <a:srgbClr val="000000"/>
                </a:solidFill>
              </a:rPr>
              <a:t> </a:t>
            </a:r>
            <a:r>
              <a:rPr lang="en-US" altLang="zh-CN" sz="2000" b="1" dirty="0" err="1">
                <a:solidFill>
                  <a:srgbClr val="000000"/>
                </a:solidFill>
              </a:rPr>
              <a:t>filedes,const</a:t>
            </a:r>
            <a:r>
              <a:rPr lang="en-US" altLang="zh-CN" sz="2000" b="1" dirty="0">
                <a:solidFill>
                  <a:srgbClr val="000000"/>
                </a:solidFill>
              </a:rPr>
              <a:t> void * </a:t>
            </a:r>
            <a:r>
              <a:rPr lang="en-US" altLang="zh-CN" sz="2000" b="1" dirty="0" err="1">
                <a:solidFill>
                  <a:srgbClr val="000000"/>
                </a:solidFill>
              </a:rPr>
              <a:t>buff,size_t</a:t>
            </a:r>
            <a:r>
              <a:rPr lang="en-US" altLang="zh-CN" sz="2000" b="1" dirty="0">
                <a:solidFill>
                  <a:srgbClr val="000000"/>
                </a:solidFill>
              </a:rPr>
              <a:t> </a:t>
            </a:r>
            <a:r>
              <a:rPr lang="en-US" altLang="zh-CN" sz="2000" b="1" dirty="0" err="1">
                <a:solidFill>
                  <a:srgbClr val="000000"/>
                </a:solidFill>
              </a:rPr>
              <a:t>nbytes</a:t>
            </a:r>
            <a:r>
              <a:rPr lang="en-US" altLang="zh-CN" sz="2000" b="1" dirty="0">
                <a:solidFill>
                  <a:srgbClr val="000000"/>
                </a:solidFill>
              </a:rPr>
              <a:t>);</a:t>
            </a:r>
          </a:p>
          <a:p>
            <a:pPr eaLnBrk="1" hangingPunct="1">
              <a:lnSpc>
                <a:spcPct val="130000"/>
              </a:lnSpc>
              <a:defRPr/>
            </a:pPr>
            <a:r>
              <a:rPr lang="en-US" altLang="zh-CN" sz="2000" b="1" dirty="0" err="1">
                <a:solidFill>
                  <a:srgbClr val="000000"/>
                </a:solidFill>
              </a:rPr>
              <a:t>ssize_t</a:t>
            </a:r>
            <a:r>
              <a:rPr lang="en-US" altLang="zh-CN" sz="2000" b="1" dirty="0">
                <a:solidFill>
                  <a:srgbClr val="000000"/>
                </a:solidFill>
              </a:rPr>
              <a:t> </a:t>
            </a:r>
            <a:r>
              <a:rPr lang="en-US" altLang="zh-CN" sz="2000" b="1" dirty="0" err="1">
                <a:solidFill>
                  <a:srgbClr val="000000"/>
                </a:solidFill>
              </a:rPr>
              <a:t>readline</a:t>
            </a:r>
            <a:r>
              <a:rPr lang="en-US" altLang="zh-CN" sz="2000" b="1" dirty="0">
                <a:solidFill>
                  <a:srgbClr val="000000"/>
                </a:solidFill>
              </a:rPr>
              <a:t>(</a:t>
            </a:r>
            <a:r>
              <a:rPr lang="en-US" altLang="zh-CN" sz="2000" b="1" dirty="0" err="1">
                <a:solidFill>
                  <a:srgbClr val="000000"/>
                </a:solidFill>
              </a:rPr>
              <a:t>int</a:t>
            </a:r>
            <a:r>
              <a:rPr lang="en-US" altLang="zh-CN" sz="2000" b="1" dirty="0">
                <a:solidFill>
                  <a:srgbClr val="000000"/>
                </a:solidFill>
              </a:rPr>
              <a:t> </a:t>
            </a:r>
            <a:r>
              <a:rPr lang="en-US" altLang="zh-CN" sz="2000" b="1" dirty="0" err="1">
                <a:solidFill>
                  <a:srgbClr val="000000"/>
                </a:solidFill>
              </a:rPr>
              <a:t>filedes,void</a:t>
            </a:r>
            <a:r>
              <a:rPr lang="en-US" altLang="zh-CN" sz="2000" b="1" dirty="0">
                <a:solidFill>
                  <a:srgbClr val="000000"/>
                </a:solidFill>
              </a:rPr>
              <a:t> * </a:t>
            </a:r>
            <a:r>
              <a:rPr lang="en-US" altLang="zh-CN" sz="2000" b="1" dirty="0" err="1">
                <a:solidFill>
                  <a:srgbClr val="000000"/>
                </a:solidFill>
              </a:rPr>
              <a:t>buff,size_t</a:t>
            </a:r>
            <a:r>
              <a:rPr lang="en-US" altLang="zh-CN" sz="2000" b="1" dirty="0">
                <a:solidFill>
                  <a:srgbClr val="000000"/>
                </a:solidFill>
              </a:rPr>
              <a:t> </a:t>
            </a:r>
            <a:r>
              <a:rPr lang="en-US" altLang="zh-CN" sz="2000" b="1" dirty="0" err="1">
                <a:solidFill>
                  <a:srgbClr val="000000"/>
                </a:solidFill>
              </a:rPr>
              <a:t>maxlen</a:t>
            </a:r>
            <a:r>
              <a:rPr lang="en-US" altLang="zh-CN" sz="2000" b="1" dirty="0">
                <a:solidFill>
                  <a:srgbClr val="000000"/>
                </a:solidFill>
              </a:rPr>
              <a:t>);</a:t>
            </a:r>
          </a:p>
          <a:p>
            <a:pPr algn="r" eaLnBrk="1" hangingPunct="1">
              <a:lnSpc>
                <a:spcPct val="130000"/>
              </a:lnSpc>
              <a:defRPr/>
            </a:pPr>
            <a:r>
              <a:rPr lang="zh-CN" altLang="en-US" sz="2000" b="1" dirty="0">
                <a:solidFill>
                  <a:srgbClr val="000000"/>
                </a:solidFill>
              </a:rPr>
              <a:t>均返回：读写字节数，</a:t>
            </a:r>
            <a:r>
              <a:rPr lang="en-US" altLang="zh-CN" sz="2000" b="1" dirty="0">
                <a:solidFill>
                  <a:srgbClr val="000000"/>
                </a:solidFill>
              </a:rPr>
              <a:t>-1——</a:t>
            </a:r>
            <a:r>
              <a:rPr lang="zh-CN" altLang="en-US" sz="2000" b="1" dirty="0">
                <a:solidFill>
                  <a:srgbClr val="000000"/>
                </a:solidFill>
              </a:rPr>
              <a:t>出错</a:t>
            </a:r>
            <a:endParaRPr lang="en-US" altLang="zh-CN" sz="2000" b="1" dirty="0">
              <a:solidFill>
                <a:srgbClr val="000000"/>
              </a:solidFill>
            </a:endParaRPr>
          </a:p>
          <a:p>
            <a:pPr eaLnBrk="1" hangingPunct="1">
              <a:lnSpc>
                <a:spcPct val="130000"/>
              </a:lnSpc>
              <a:defRPr/>
            </a:pPr>
            <a:endParaRPr lang="en-US" altLang="zh-CN" sz="2000" b="1" dirty="0">
              <a:solidFill>
                <a:srgbClr val="000000"/>
              </a:solidFill>
            </a:endParaRPr>
          </a:p>
          <a:p>
            <a:pPr eaLnBrk="1" hangingPunct="1">
              <a:lnSpc>
                <a:spcPct val="130000"/>
              </a:lnSpc>
              <a:defRPr/>
            </a:pPr>
            <a:r>
              <a:rPr lang="en-US" altLang="zh-CN" sz="2000" b="1" dirty="0" err="1">
                <a:solidFill>
                  <a:srgbClr val="000000"/>
                </a:solidFill>
              </a:rPr>
              <a:t>readn</a:t>
            </a:r>
            <a:r>
              <a:rPr lang="zh-CN" altLang="en-US" sz="2000" b="1" dirty="0">
                <a:solidFill>
                  <a:srgbClr val="000000"/>
                </a:solidFill>
              </a:rPr>
              <a:t>，</a:t>
            </a:r>
            <a:r>
              <a:rPr lang="en-US" altLang="zh-CN" sz="2000" b="1" dirty="0" err="1">
                <a:solidFill>
                  <a:srgbClr val="000000"/>
                </a:solidFill>
              </a:rPr>
              <a:t>writen</a:t>
            </a:r>
            <a:r>
              <a:rPr lang="zh-CN" altLang="en-US" sz="2000" b="1" dirty="0">
                <a:solidFill>
                  <a:srgbClr val="000000"/>
                </a:solidFill>
              </a:rPr>
              <a:t>，</a:t>
            </a:r>
            <a:r>
              <a:rPr lang="en-US" altLang="zh-CN" sz="2000" b="1" dirty="0" err="1">
                <a:solidFill>
                  <a:srgbClr val="000000"/>
                </a:solidFill>
              </a:rPr>
              <a:t>readline</a:t>
            </a:r>
            <a:r>
              <a:rPr lang="zh-CN" altLang="en-US" sz="2000" b="1" dirty="0">
                <a:solidFill>
                  <a:srgbClr val="000000"/>
                </a:solidFill>
              </a:rPr>
              <a:t>函数实现</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57200" y="277813"/>
            <a:ext cx="7570788" cy="1206500"/>
          </a:xfrm>
        </p:spPr>
        <p:txBody>
          <a:bodyPr/>
          <a:lstStyle/>
          <a:p>
            <a:pPr eaLnBrk="1" hangingPunct="1"/>
            <a:r>
              <a:rPr lang="zh-CN" altLang="en-US"/>
              <a:t>八、</a:t>
            </a:r>
            <a:r>
              <a:rPr lang="en-US" altLang="zh-CN"/>
              <a:t>isfdtype</a:t>
            </a:r>
            <a:r>
              <a:rPr lang="zh-CN" altLang="en-US"/>
              <a:t>函数</a:t>
            </a:r>
          </a:p>
        </p:txBody>
      </p:sp>
      <p:sp>
        <p:nvSpPr>
          <p:cNvPr id="4" name="TextBox 1"/>
          <p:cNvSpPr txBox="1">
            <a:spLocks noChangeArrowheads="1"/>
          </p:cNvSpPr>
          <p:nvPr/>
        </p:nvSpPr>
        <p:spPr bwMode="auto">
          <a:xfrm>
            <a:off x="611188" y="1557338"/>
            <a:ext cx="7920037" cy="2051267"/>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zh-CN" altLang="en-US" sz="2000" b="1" dirty="0">
                <a:solidFill>
                  <a:srgbClr val="000000"/>
                </a:solidFill>
              </a:rPr>
              <a:t>测试一个描述字是不是某给定类型。</a:t>
            </a:r>
            <a:endParaRPr lang="en-US" altLang="zh-CN" sz="2000" b="1" dirty="0">
              <a:solidFill>
                <a:srgbClr val="000000"/>
              </a:solidFill>
            </a:endParaRPr>
          </a:p>
          <a:p>
            <a:pPr eaLnBrk="1" hangingPunct="1">
              <a:lnSpc>
                <a:spcPct val="130000"/>
              </a:lnSpc>
              <a:defRPr/>
            </a:pPr>
            <a:r>
              <a:rPr lang="en-US" altLang="zh-CN" sz="2000" b="1" dirty="0">
                <a:solidFill>
                  <a:srgbClr val="000000"/>
                </a:solidFill>
              </a:rPr>
              <a:t>#include &lt;sys/</a:t>
            </a:r>
            <a:r>
              <a:rPr lang="en-US" altLang="zh-CN" sz="2000" b="1" dirty="0" err="1">
                <a:solidFill>
                  <a:srgbClr val="000000"/>
                </a:solidFill>
              </a:rPr>
              <a:t>stat.h</a:t>
            </a:r>
            <a:r>
              <a:rPr lang="en-US" altLang="zh-CN" sz="2000" b="1" dirty="0">
                <a:solidFill>
                  <a:srgbClr val="000000"/>
                </a:solidFill>
              </a:rPr>
              <a:t>&gt;</a:t>
            </a:r>
          </a:p>
          <a:p>
            <a:pPr eaLnBrk="1" hangingPunct="1">
              <a:lnSpc>
                <a:spcPct val="130000"/>
              </a:lnSpc>
              <a:defRPr/>
            </a:pPr>
            <a:r>
              <a:rPr lang="en-US" altLang="zh-CN" sz="2000" b="1" dirty="0">
                <a:solidFill>
                  <a:srgbClr val="000000"/>
                </a:solidFill>
              </a:rPr>
              <a:t>int </a:t>
            </a:r>
            <a:r>
              <a:rPr lang="en-US" altLang="zh-CN" sz="2000" b="1" dirty="0" err="1">
                <a:solidFill>
                  <a:srgbClr val="000000"/>
                </a:solidFill>
              </a:rPr>
              <a:t>isfdtype</a:t>
            </a:r>
            <a:r>
              <a:rPr lang="en-US" altLang="zh-CN" sz="2000" b="1" dirty="0">
                <a:solidFill>
                  <a:srgbClr val="000000"/>
                </a:solidFill>
              </a:rPr>
              <a:t>(int </a:t>
            </a:r>
            <a:r>
              <a:rPr lang="en-US" altLang="zh-CN" sz="2000" b="1" dirty="0" err="1">
                <a:solidFill>
                  <a:srgbClr val="000000"/>
                </a:solidFill>
              </a:rPr>
              <a:t>fd,int</a:t>
            </a:r>
            <a:r>
              <a:rPr lang="en-US" altLang="zh-CN" sz="2000" b="1" dirty="0">
                <a:solidFill>
                  <a:srgbClr val="000000"/>
                </a:solidFill>
              </a:rPr>
              <a:t> </a:t>
            </a:r>
            <a:r>
              <a:rPr lang="en-US" altLang="zh-CN" sz="2000" b="1" dirty="0" err="1">
                <a:solidFill>
                  <a:srgbClr val="000000"/>
                </a:solidFill>
              </a:rPr>
              <a:t>fdtype</a:t>
            </a:r>
            <a:r>
              <a:rPr lang="en-US" altLang="zh-CN" sz="2000" b="1" dirty="0">
                <a:solidFill>
                  <a:srgbClr val="000000"/>
                </a:solidFill>
              </a:rPr>
              <a:t>);</a:t>
            </a:r>
          </a:p>
          <a:p>
            <a:pPr eaLnBrk="1" hangingPunct="1">
              <a:lnSpc>
                <a:spcPct val="130000"/>
              </a:lnSpc>
              <a:defRPr/>
            </a:pPr>
            <a:endParaRPr lang="en-US" altLang="zh-CN" sz="2000" b="1" dirty="0">
              <a:solidFill>
                <a:srgbClr val="000000"/>
              </a:solidFill>
            </a:endParaRPr>
          </a:p>
          <a:p>
            <a:pPr eaLnBrk="1" hangingPunct="1">
              <a:lnSpc>
                <a:spcPct val="130000"/>
              </a:lnSpc>
              <a:defRPr/>
            </a:pPr>
            <a:r>
              <a:rPr lang="zh-CN" altLang="en-US" sz="2000" b="1" dirty="0">
                <a:solidFill>
                  <a:srgbClr val="000000"/>
                </a:solidFill>
              </a:rPr>
              <a:t>例：</a:t>
            </a:r>
            <a:r>
              <a:rPr lang="en-US" altLang="zh-CN" sz="2000" b="1" dirty="0" err="1">
                <a:solidFill>
                  <a:srgbClr val="000000"/>
                </a:solidFill>
              </a:rPr>
              <a:t>isfdtype</a:t>
            </a:r>
            <a:r>
              <a:rPr lang="en-US" altLang="zh-CN" sz="2000" b="1" dirty="0">
                <a:solidFill>
                  <a:srgbClr val="000000"/>
                </a:solidFill>
              </a:rPr>
              <a:t>(</a:t>
            </a:r>
            <a:r>
              <a:rPr lang="en-US" altLang="zh-CN" sz="2000" b="1" dirty="0" err="1">
                <a:solidFill>
                  <a:srgbClr val="000000"/>
                </a:solidFill>
              </a:rPr>
              <a:t>sockfd,S_IFSOCK</a:t>
            </a:r>
            <a:r>
              <a:rPr lang="en-US" altLang="zh-CN" sz="2000" b="1" dirty="0">
                <a:solidFill>
                  <a:srgbClr val="000000"/>
                </a:solidFill>
              </a:rPr>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57200" y="277813"/>
            <a:ext cx="7570788" cy="1206500"/>
          </a:xfrm>
        </p:spPr>
        <p:txBody>
          <a:bodyPr/>
          <a:lstStyle/>
          <a:p>
            <a:pPr eaLnBrk="1" hangingPunct="1"/>
            <a:r>
              <a:rPr lang="zh-CN" altLang="en-US"/>
              <a:t>九、小结</a:t>
            </a:r>
          </a:p>
        </p:txBody>
      </p:sp>
      <p:sp>
        <p:nvSpPr>
          <p:cNvPr id="4" name="TextBox 1"/>
          <p:cNvSpPr txBox="1">
            <a:spLocks noChangeArrowheads="1"/>
          </p:cNvSpPr>
          <p:nvPr/>
        </p:nvSpPr>
        <p:spPr bwMode="auto">
          <a:xfrm>
            <a:off x="611188" y="1412875"/>
            <a:ext cx="7920037" cy="284797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zh-CN" altLang="en-US" sz="2000" b="1" dirty="0">
                <a:solidFill>
                  <a:srgbClr val="000000"/>
                </a:solidFill>
              </a:rPr>
              <a:t>套接口地址结构是每个网络程序的重要组成部分，我们分配它们，填写它们，把指向它们的指针传递给各种套接口函数，有时我们把指向某结构的指针传递给套接口函数并由它们填写其内容。我们总是通过指针来传递这些结构（也就是说，我们传递的是指向结构的指针，而不是结构本身），而且将结构的大小作为另外一个参数来传递。当套接口函数填写结构时，长度也作为指针传递，所以它的值可以被函数更新，我们把这样的参数称为</a:t>
            </a:r>
            <a:r>
              <a:rPr lang="zh-CN" altLang="en-US" sz="2000" b="1" dirty="0">
                <a:solidFill>
                  <a:srgbClr val="FF0000"/>
                </a:solidFill>
              </a:rPr>
              <a:t>值</a:t>
            </a:r>
            <a:r>
              <a:rPr lang="en-US" altLang="zh-CN" sz="2000" b="1" dirty="0">
                <a:solidFill>
                  <a:srgbClr val="FF0000"/>
                </a:solidFill>
              </a:rPr>
              <a:t>-</a:t>
            </a:r>
            <a:r>
              <a:rPr lang="zh-CN" altLang="en-US" sz="2000" b="1" dirty="0">
                <a:solidFill>
                  <a:srgbClr val="FF0000"/>
                </a:solidFill>
              </a:rPr>
              <a:t>结果参数</a:t>
            </a:r>
            <a:r>
              <a:rPr lang="zh-CN" altLang="en-US" sz="2000" b="1" dirty="0">
                <a:solidFill>
                  <a:srgbClr val="000000"/>
                </a:solidFill>
              </a:rPr>
              <a:t>。</a:t>
            </a:r>
            <a:endParaRPr lang="en-US" altLang="zh-CN" sz="2000" b="1" dirty="0">
              <a:solidFill>
                <a:srgbClr val="000000"/>
              </a:solidFill>
            </a:endParaRPr>
          </a:p>
        </p:txBody>
      </p:sp>
      <p:sp>
        <p:nvSpPr>
          <p:cNvPr id="5" name="TextBox 1"/>
          <p:cNvSpPr txBox="1">
            <a:spLocks noChangeArrowheads="1"/>
          </p:cNvSpPr>
          <p:nvPr/>
        </p:nvSpPr>
        <p:spPr bwMode="auto">
          <a:xfrm>
            <a:off x="611188" y="4400550"/>
            <a:ext cx="7920037" cy="169227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zh-CN" altLang="en-US" sz="2000" b="1" dirty="0">
                <a:solidFill>
                  <a:srgbClr val="000000"/>
                </a:solidFill>
              </a:rPr>
              <a:t>在表达格式（我们平时所写的格式，如 </a:t>
            </a:r>
            <a:r>
              <a:rPr lang="en-US" altLang="zh-CN" sz="2000" b="1" dirty="0">
                <a:solidFill>
                  <a:srgbClr val="000000"/>
                </a:solidFill>
              </a:rPr>
              <a:t>ASCII</a:t>
            </a:r>
            <a:r>
              <a:rPr lang="zh-CN" altLang="en-US" sz="2000" b="1" dirty="0">
                <a:solidFill>
                  <a:srgbClr val="000000"/>
                </a:solidFill>
              </a:rPr>
              <a:t>字符）与数值格式（套接口地址结构中的格式）间转换</a:t>
            </a:r>
            <a:r>
              <a:rPr lang="en-US" altLang="zh-CN" sz="2000" b="1" dirty="0">
                <a:solidFill>
                  <a:srgbClr val="000000"/>
                </a:solidFill>
              </a:rPr>
              <a:t>IP</a:t>
            </a:r>
            <a:r>
              <a:rPr lang="zh-CN" altLang="en-US" sz="2000" b="1" dirty="0">
                <a:solidFill>
                  <a:srgbClr val="000000"/>
                </a:solidFill>
              </a:rPr>
              <a:t>地址的两个函数是</a:t>
            </a:r>
            <a:r>
              <a:rPr lang="en-US" altLang="zh-CN" sz="2000" b="1" dirty="0" err="1">
                <a:solidFill>
                  <a:srgbClr val="000000"/>
                </a:solidFill>
              </a:rPr>
              <a:t>inet_pton</a:t>
            </a:r>
            <a:r>
              <a:rPr lang="zh-CN" altLang="en-US" sz="2000" b="1" dirty="0">
                <a:solidFill>
                  <a:srgbClr val="000000"/>
                </a:solidFill>
              </a:rPr>
              <a:t>和</a:t>
            </a:r>
            <a:r>
              <a:rPr lang="en-US" altLang="zh-CN" sz="2000" b="1" dirty="0" err="1">
                <a:solidFill>
                  <a:srgbClr val="000000"/>
                </a:solidFill>
              </a:rPr>
              <a:t>inet_ntop</a:t>
            </a:r>
            <a:r>
              <a:rPr lang="zh-CN" altLang="en-US" sz="2000" b="1" dirty="0">
                <a:solidFill>
                  <a:srgbClr val="000000"/>
                </a:solidFill>
              </a:rPr>
              <a:t>。我们开发了一组</a:t>
            </a:r>
            <a:r>
              <a:rPr lang="en-US" altLang="zh-CN" sz="2000" b="1" dirty="0">
                <a:solidFill>
                  <a:srgbClr val="000000"/>
                </a:solidFill>
              </a:rPr>
              <a:t>sock_</a:t>
            </a:r>
            <a:r>
              <a:rPr lang="zh-CN" altLang="en-US" sz="2000" b="1" dirty="0">
                <a:solidFill>
                  <a:srgbClr val="000000"/>
                </a:solidFill>
              </a:rPr>
              <a:t>函数来帮助我们的程序做到协议无关。</a:t>
            </a:r>
            <a:endParaRPr lang="en-US" altLang="zh-CN" sz="2000" b="1"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457200" y="277813"/>
            <a:ext cx="7570788" cy="1206500"/>
          </a:xfrm>
        </p:spPr>
        <p:txBody>
          <a:bodyPr/>
          <a:lstStyle/>
          <a:p>
            <a:pPr eaLnBrk="1" hangingPunct="1"/>
            <a:r>
              <a:rPr lang="zh-CN" altLang="en-US"/>
              <a:t>九、小结</a:t>
            </a:r>
          </a:p>
        </p:txBody>
      </p:sp>
      <p:sp>
        <p:nvSpPr>
          <p:cNvPr id="4" name="TextBox 1"/>
          <p:cNvSpPr txBox="1">
            <a:spLocks noChangeArrowheads="1"/>
          </p:cNvSpPr>
          <p:nvPr/>
        </p:nvSpPr>
        <p:spPr bwMode="auto">
          <a:xfrm>
            <a:off x="611188" y="1412875"/>
            <a:ext cx="7920037" cy="1248290"/>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a:solidFill>
                  <a:srgbClr val="000000"/>
                </a:solidFill>
              </a:rPr>
              <a:t>TCP</a:t>
            </a:r>
            <a:r>
              <a:rPr lang="zh-CN" altLang="en-US" sz="2000" b="1" dirty="0">
                <a:solidFill>
                  <a:srgbClr val="000000"/>
                </a:solidFill>
              </a:rPr>
              <a:t>套接口为应用进程提供了一个字节流，它们没有记录标记。从函数</a:t>
            </a:r>
            <a:r>
              <a:rPr lang="en-US" altLang="zh-CN" sz="2000" b="1" dirty="0">
                <a:solidFill>
                  <a:srgbClr val="000000"/>
                </a:solidFill>
              </a:rPr>
              <a:t>read </a:t>
            </a:r>
            <a:r>
              <a:rPr lang="zh-CN" altLang="en-US" sz="2000" b="1" dirty="0">
                <a:solidFill>
                  <a:srgbClr val="000000"/>
                </a:solidFill>
              </a:rPr>
              <a:t>的返回值可以比我们要求的数量少，但这不表示错误。我们开发了</a:t>
            </a:r>
            <a:r>
              <a:rPr lang="en-US" altLang="zh-CN" sz="2000" b="1" dirty="0">
                <a:solidFill>
                  <a:srgbClr val="000000"/>
                </a:solidFill>
              </a:rPr>
              <a:t>3</a:t>
            </a:r>
            <a:r>
              <a:rPr lang="zh-CN" altLang="en-US" sz="2000" b="1" dirty="0">
                <a:solidFill>
                  <a:srgbClr val="000000"/>
                </a:solidFill>
              </a:rPr>
              <a:t>个函数： </a:t>
            </a:r>
            <a:r>
              <a:rPr lang="en-US" altLang="zh-CN" sz="2000" b="1" dirty="0" err="1">
                <a:solidFill>
                  <a:srgbClr val="000000"/>
                </a:solidFill>
              </a:rPr>
              <a:t>readn</a:t>
            </a:r>
            <a:r>
              <a:rPr lang="zh-CN" altLang="en-US" sz="2000" b="1" dirty="0">
                <a:solidFill>
                  <a:srgbClr val="000000"/>
                </a:solidFill>
              </a:rPr>
              <a:t>、</a:t>
            </a:r>
            <a:r>
              <a:rPr lang="en-US" altLang="zh-CN" sz="2000" b="1" dirty="0" err="1">
                <a:solidFill>
                  <a:srgbClr val="000000"/>
                </a:solidFill>
              </a:rPr>
              <a:t>writen</a:t>
            </a:r>
            <a:r>
              <a:rPr lang="zh-CN" altLang="en-US" sz="2000" b="1" dirty="0">
                <a:solidFill>
                  <a:srgbClr val="000000"/>
                </a:solidFill>
              </a:rPr>
              <a:t>和</a:t>
            </a:r>
            <a:r>
              <a:rPr lang="en-US" altLang="zh-CN" sz="2000" b="1" dirty="0" err="1">
                <a:solidFill>
                  <a:srgbClr val="000000"/>
                </a:solidFill>
              </a:rPr>
              <a:t>readline</a:t>
            </a:r>
            <a:r>
              <a:rPr lang="zh-CN" altLang="en-US" sz="2000" b="1" dirty="0">
                <a:solidFill>
                  <a:srgbClr val="000000"/>
                </a:solidFill>
              </a:rPr>
              <a:t>来协助对字节流的读或写。</a:t>
            </a:r>
            <a:endParaRPr lang="en-US" altLang="zh-CN" sz="2000" b="1" dirty="0">
              <a:solidFill>
                <a:srgbClr val="000000"/>
              </a:solidFill>
            </a:endParaRPr>
          </a:p>
        </p:txBody>
      </p:sp>
    </p:spTree>
  </p:cSld>
  <p:clrMapOvr>
    <a:masterClrMapping/>
  </p:clrMapOvr>
</p:sld>
</file>

<file path=ppt/theme/theme1.xml><?xml version="1.0" encoding="utf-8"?>
<a:theme xmlns:a="http://schemas.openxmlformats.org/drawingml/2006/main" name="excel2">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excel2</Template>
  <TotalTime>2605</TotalTime>
  <Words>2113</Words>
  <Application>Microsoft Office PowerPoint</Application>
  <PresentationFormat>全屏显示(4:3)</PresentationFormat>
  <Paragraphs>169</Paragraphs>
  <Slides>23</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23</vt:i4>
      </vt:variant>
    </vt:vector>
  </HeadingPairs>
  <TitlesOfParts>
    <vt:vector size="27" baseType="lpstr">
      <vt:lpstr>Arial</vt:lpstr>
      <vt:lpstr>Garamond</vt:lpstr>
      <vt:lpstr>Wingdings</vt:lpstr>
      <vt:lpstr>excel2</vt:lpstr>
      <vt:lpstr>网络编程技术</vt:lpstr>
      <vt:lpstr>主要内容</vt:lpstr>
      <vt:lpstr>PowerPoint 演示文稿</vt:lpstr>
      <vt:lpstr>二、套接口地址结构</vt:lpstr>
      <vt:lpstr>2. 通用套接口地址结构</vt:lpstr>
      <vt:lpstr>3. IPv6套接口地址结构</vt:lpstr>
      <vt:lpstr>4. 套接口地址结构比较</vt:lpstr>
      <vt:lpstr>三、值-结果参数</vt:lpstr>
      <vt:lpstr>三、值-结果参数</vt:lpstr>
      <vt:lpstr>三、值-结果参数</vt:lpstr>
      <vt:lpstr>三、值-结果参数</vt:lpstr>
      <vt:lpstr>四、字节排序函数</vt:lpstr>
      <vt:lpstr>四、字节排序函数</vt:lpstr>
      <vt:lpstr>四、字节排序函数</vt:lpstr>
      <vt:lpstr>五、字节操纵函数 </vt:lpstr>
      <vt:lpstr>五、字节操纵函数 </vt:lpstr>
      <vt:lpstr>六、地址转换函数 </vt:lpstr>
      <vt:lpstr>六、地址转换函数 </vt:lpstr>
      <vt:lpstr>六、地址转换函数 </vt:lpstr>
      <vt:lpstr>七、readn、writen和readline函        数  </vt:lpstr>
      <vt:lpstr>八、isfdtype函数</vt:lpstr>
      <vt:lpstr>九、小结</vt:lpstr>
      <vt:lpstr>九、小结</vt:lpstr>
    </vt:vector>
  </TitlesOfParts>
  <Company>q</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网络编程</dc:title>
  <dc:creator>q</dc:creator>
  <cp:lastModifiedBy>Wei Wang</cp:lastModifiedBy>
  <cp:revision>155</cp:revision>
  <dcterms:created xsi:type="dcterms:W3CDTF">2013-03-13T16:12:15Z</dcterms:created>
  <dcterms:modified xsi:type="dcterms:W3CDTF">2025-03-06T10:00:24Z</dcterms:modified>
</cp:coreProperties>
</file>
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302" r:id="rId4"/>
    <p:sldId id="268" r:id="rId5"/>
    <p:sldId id="318" r:id="rId6"/>
    <p:sldId id="319" r:id="rId7"/>
    <p:sldId id="320" r:id="rId8"/>
    <p:sldId id="321" r:id="rId9"/>
    <p:sldId id="290" r:id="rId10"/>
    <p:sldId id="293" r:id="rId11"/>
    <p:sldId id="323" r:id="rId12"/>
    <p:sldId id="325" r:id="rId13"/>
    <p:sldId id="326" r:id="rId14"/>
    <p:sldId id="327" r:id="rId15"/>
    <p:sldId id="328" r:id="rId16"/>
    <p:sldId id="329" r:id="rId17"/>
    <p:sldId id="344" r:id="rId18"/>
    <p:sldId id="340" r:id="rId19"/>
    <p:sldId id="330" r:id="rId20"/>
    <p:sldId id="331" r:id="rId21"/>
    <p:sldId id="332" r:id="rId22"/>
    <p:sldId id="333" r:id="rId23"/>
    <p:sldId id="334" r:id="rId24"/>
    <p:sldId id="341" r:id="rId25"/>
    <p:sldId id="300" r:id="rId26"/>
    <p:sldId id="335" r:id="rId27"/>
    <p:sldId id="336" r:id="rId28"/>
    <p:sldId id="337" r:id="rId29"/>
    <p:sldId id="338" r:id="rId30"/>
    <p:sldId id="342" r:id="rId31"/>
    <p:sldId id="343" r:id="rId32"/>
    <p:sldId id="346" r:id="rId3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17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7814CA-ECAA-4F60-966F-59DB1B3718C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B175ADED-6528-46CE-8459-DF102565CE9E}">
      <dgm:prSet phldrT="[文本]"/>
      <dgm:spPr/>
      <dgm:t>
        <a:bodyPr/>
        <a:lstStyle/>
        <a:p>
          <a:r>
            <a:rPr lang="en-US" altLang="zh-CN" dirty="0"/>
            <a:t>tcpcli01.c</a:t>
          </a:r>
          <a:endParaRPr lang="zh-CN" altLang="en-US" dirty="0"/>
        </a:p>
      </dgm:t>
    </dgm:pt>
    <dgm:pt modelId="{5AC78AFD-FDF0-4E02-ADDD-00763652BF8B}" type="parTrans" cxnId="{EB88FC6B-5B6A-48AA-85B7-04C110221936}">
      <dgm:prSet/>
      <dgm:spPr/>
      <dgm:t>
        <a:bodyPr/>
        <a:lstStyle/>
        <a:p>
          <a:endParaRPr lang="zh-CN" altLang="en-US"/>
        </a:p>
      </dgm:t>
    </dgm:pt>
    <dgm:pt modelId="{84796414-EC8C-4B83-8D7F-E187EDFF2D9A}" type="sibTrans" cxnId="{EB88FC6B-5B6A-48AA-85B7-04C110221936}">
      <dgm:prSet/>
      <dgm:spPr/>
      <dgm:t>
        <a:bodyPr/>
        <a:lstStyle/>
        <a:p>
          <a:endParaRPr lang="zh-CN" altLang="en-US"/>
        </a:p>
      </dgm:t>
    </dgm:pt>
    <dgm:pt modelId="{4136829D-1D6A-437C-A0D7-F429929587A0}">
      <dgm:prSet phldrT="[文本]"/>
      <dgm:spPr/>
      <dgm:t>
        <a:bodyPr/>
        <a:lstStyle/>
        <a:p>
          <a:r>
            <a:rPr lang="en-US" altLang="zh-CN" dirty="0" err="1"/>
            <a:t>str_cli.c</a:t>
          </a:r>
          <a:endParaRPr lang="zh-CN" altLang="en-US" dirty="0"/>
        </a:p>
      </dgm:t>
    </dgm:pt>
    <dgm:pt modelId="{A5A5EF53-A18F-46AE-8E17-E0106CD1C968}" type="parTrans" cxnId="{772328A7-2C7D-4253-AA64-320459B8348D}">
      <dgm:prSet/>
      <dgm:spPr/>
      <dgm:t>
        <a:bodyPr/>
        <a:lstStyle/>
        <a:p>
          <a:endParaRPr lang="zh-CN" altLang="en-US"/>
        </a:p>
      </dgm:t>
    </dgm:pt>
    <dgm:pt modelId="{CCC374EC-DF88-4413-B9A9-C71BAB027A78}" type="sibTrans" cxnId="{772328A7-2C7D-4253-AA64-320459B8348D}">
      <dgm:prSet/>
      <dgm:spPr/>
      <dgm:t>
        <a:bodyPr/>
        <a:lstStyle/>
        <a:p>
          <a:endParaRPr lang="zh-CN" altLang="en-US"/>
        </a:p>
      </dgm:t>
    </dgm:pt>
    <dgm:pt modelId="{B1AFAA1E-3308-4356-BFF5-868F23517FBB}">
      <dgm:prSet/>
      <dgm:spPr/>
      <dgm:t>
        <a:bodyPr/>
        <a:lstStyle/>
        <a:p>
          <a:r>
            <a:rPr lang="en-US" altLang="en-US" dirty="0"/>
            <a:t>tcpcli01.c</a:t>
          </a:r>
          <a:endParaRPr lang="zh-CN" altLang="en-US" dirty="0"/>
        </a:p>
      </dgm:t>
    </dgm:pt>
    <dgm:pt modelId="{67395227-CDF7-46A8-9304-7B6F3962AA27}" type="parTrans" cxnId="{B2972CDB-9F45-413E-93CB-68C76C164B4B}">
      <dgm:prSet/>
      <dgm:spPr/>
      <dgm:t>
        <a:bodyPr/>
        <a:lstStyle/>
        <a:p>
          <a:endParaRPr lang="zh-CN" altLang="en-US"/>
        </a:p>
      </dgm:t>
    </dgm:pt>
    <dgm:pt modelId="{EAEBDEA0-E61B-4352-86EE-4D3E8115706E}" type="sibTrans" cxnId="{B2972CDB-9F45-413E-93CB-68C76C164B4B}">
      <dgm:prSet/>
      <dgm:spPr/>
      <dgm:t>
        <a:bodyPr/>
        <a:lstStyle/>
        <a:p>
          <a:endParaRPr lang="zh-CN" altLang="en-US"/>
        </a:p>
      </dgm:t>
    </dgm:pt>
    <dgm:pt modelId="{1B43D91C-186B-4D13-9766-D50A31B875C6}">
      <dgm:prSet/>
      <dgm:spPr/>
      <dgm:t>
        <a:bodyPr/>
        <a:lstStyle/>
        <a:p>
          <a:r>
            <a:rPr lang="en-US" altLang="en-US" dirty="0" err="1"/>
            <a:t>str_cli.c</a:t>
          </a:r>
          <a:endParaRPr lang="zh-CN" altLang="en-US" dirty="0"/>
        </a:p>
      </dgm:t>
    </dgm:pt>
    <dgm:pt modelId="{E998BEB2-EA90-42F2-9525-E9DE9A0CE8E6}" type="parTrans" cxnId="{78E4F6FB-1EC5-4CF0-B9EC-9F5EA8BBA321}">
      <dgm:prSet/>
      <dgm:spPr/>
      <dgm:t>
        <a:bodyPr/>
        <a:lstStyle/>
        <a:p>
          <a:endParaRPr lang="zh-CN" altLang="en-US"/>
        </a:p>
      </dgm:t>
    </dgm:pt>
    <dgm:pt modelId="{C3EB1A88-747E-45F2-95B0-6F8967583110}" type="sibTrans" cxnId="{78E4F6FB-1EC5-4CF0-B9EC-9F5EA8BBA321}">
      <dgm:prSet/>
      <dgm:spPr/>
      <dgm:t>
        <a:bodyPr/>
        <a:lstStyle/>
        <a:p>
          <a:endParaRPr lang="zh-CN" altLang="en-US"/>
        </a:p>
      </dgm:t>
    </dgm:pt>
    <dgm:pt modelId="{49793D91-FFCB-4D43-8811-E31F29184705}">
      <dgm:prSet/>
      <dgm:spPr/>
      <dgm:t>
        <a:bodyPr/>
        <a:lstStyle/>
        <a:p>
          <a:r>
            <a:rPr lang="en-US" altLang="en-US" dirty="0"/>
            <a:t>tcpcli01.c</a:t>
          </a:r>
          <a:endParaRPr lang="zh-CN" altLang="en-US" dirty="0"/>
        </a:p>
      </dgm:t>
    </dgm:pt>
    <dgm:pt modelId="{55A93A92-1ED4-495D-B21A-ABED37AC1EF2}" type="parTrans" cxnId="{F5A852D1-B3CA-4911-AC5E-6BC8311A6AAD}">
      <dgm:prSet/>
      <dgm:spPr/>
      <dgm:t>
        <a:bodyPr/>
        <a:lstStyle/>
        <a:p>
          <a:endParaRPr lang="zh-CN" altLang="en-US"/>
        </a:p>
      </dgm:t>
    </dgm:pt>
    <dgm:pt modelId="{EEE2A767-8199-4E35-B2CB-76F678F1614A}" type="sibTrans" cxnId="{F5A852D1-B3CA-4911-AC5E-6BC8311A6AAD}">
      <dgm:prSet/>
      <dgm:spPr/>
      <dgm:t>
        <a:bodyPr/>
        <a:lstStyle/>
        <a:p>
          <a:endParaRPr lang="zh-CN" altLang="en-US"/>
        </a:p>
      </dgm:t>
    </dgm:pt>
    <dgm:pt modelId="{59013F2A-D4D8-483C-BBF4-F56BFB909E11}">
      <dgm:prSet/>
      <dgm:spPr/>
      <dgm:t>
        <a:bodyPr/>
        <a:lstStyle/>
        <a:p>
          <a:r>
            <a:rPr lang="en-US" altLang="en-US" dirty="0" err="1"/>
            <a:t>str_cli.c</a:t>
          </a:r>
          <a:endParaRPr lang="zh-CN" altLang="en-US" dirty="0"/>
        </a:p>
      </dgm:t>
    </dgm:pt>
    <dgm:pt modelId="{3E88DE25-D2FF-4F9C-83F1-ECE58DB19D55}" type="parTrans" cxnId="{7D5BE1F7-E344-4FA3-AF8C-20DBB71BC485}">
      <dgm:prSet/>
      <dgm:spPr/>
      <dgm:t>
        <a:bodyPr/>
        <a:lstStyle/>
        <a:p>
          <a:endParaRPr lang="zh-CN" altLang="en-US"/>
        </a:p>
      </dgm:t>
    </dgm:pt>
    <dgm:pt modelId="{41AEA0CD-D498-48FE-A4F1-5D3F1ACFAB29}" type="sibTrans" cxnId="{7D5BE1F7-E344-4FA3-AF8C-20DBB71BC485}">
      <dgm:prSet/>
      <dgm:spPr/>
      <dgm:t>
        <a:bodyPr/>
        <a:lstStyle/>
        <a:p>
          <a:endParaRPr lang="zh-CN" altLang="en-US"/>
        </a:p>
      </dgm:t>
    </dgm:pt>
    <dgm:pt modelId="{EF7AC92D-86F9-4B30-AFF1-A1D832753EF0}">
      <dgm:prSet/>
      <dgm:spPr/>
      <dgm:t>
        <a:bodyPr/>
        <a:lstStyle/>
        <a:p>
          <a:r>
            <a:rPr lang="en-US" altLang="en-US" dirty="0"/>
            <a:t>tcpcli01.c</a:t>
          </a:r>
          <a:endParaRPr lang="zh-CN" altLang="en-US" dirty="0"/>
        </a:p>
      </dgm:t>
    </dgm:pt>
    <dgm:pt modelId="{81A9BC05-584B-4BF2-8454-6D6EC7399B08}" type="parTrans" cxnId="{A685C9F7-3942-40F0-A5E8-9AC0EC6D3E9B}">
      <dgm:prSet/>
      <dgm:spPr/>
      <dgm:t>
        <a:bodyPr/>
        <a:lstStyle/>
        <a:p>
          <a:endParaRPr lang="zh-CN" altLang="en-US"/>
        </a:p>
      </dgm:t>
    </dgm:pt>
    <dgm:pt modelId="{C02E68F6-46FC-46BB-813A-A95DF41D0786}" type="sibTrans" cxnId="{A685C9F7-3942-40F0-A5E8-9AC0EC6D3E9B}">
      <dgm:prSet/>
      <dgm:spPr/>
      <dgm:t>
        <a:bodyPr/>
        <a:lstStyle/>
        <a:p>
          <a:endParaRPr lang="zh-CN" altLang="en-US"/>
        </a:p>
      </dgm:t>
    </dgm:pt>
    <dgm:pt modelId="{1DF7DB33-581D-43AE-882D-31A8BABA93B4}">
      <dgm:prSet/>
      <dgm:spPr/>
      <dgm:t>
        <a:bodyPr/>
        <a:lstStyle/>
        <a:p>
          <a:r>
            <a:rPr lang="en-US" altLang="en-US"/>
            <a:t>str_cli.c</a:t>
          </a:r>
          <a:endParaRPr lang="zh-CN" altLang="en-US" dirty="0"/>
        </a:p>
      </dgm:t>
    </dgm:pt>
    <dgm:pt modelId="{B7BC3F4D-B4B3-4CF7-B942-38FC825AB5BE}" type="parTrans" cxnId="{266098D0-9A5D-4748-B4E0-106798B73F43}">
      <dgm:prSet/>
      <dgm:spPr/>
      <dgm:t>
        <a:bodyPr/>
        <a:lstStyle/>
        <a:p>
          <a:endParaRPr lang="zh-CN" altLang="en-US"/>
        </a:p>
      </dgm:t>
    </dgm:pt>
    <dgm:pt modelId="{390B00D5-5271-48FB-B62F-15CF8DF3A694}" type="sibTrans" cxnId="{266098D0-9A5D-4748-B4E0-106798B73F43}">
      <dgm:prSet/>
      <dgm:spPr/>
      <dgm:t>
        <a:bodyPr/>
        <a:lstStyle/>
        <a:p>
          <a:endParaRPr lang="zh-CN" altLang="en-US"/>
        </a:p>
      </dgm:t>
    </dgm:pt>
    <dgm:pt modelId="{8B3AFD5A-864D-4F41-8630-65CC78BBD43D}" type="pres">
      <dgm:prSet presAssocID="{357814CA-ECAA-4F60-966F-59DB1B3718C5}" presName="Name0" presStyleCnt="0">
        <dgm:presLayoutVars>
          <dgm:dir/>
          <dgm:resizeHandles val="exact"/>
        </dgm:presLayoutVars>
      </dgm:prSet>
      <dgm:spPr/>
    </dgm:pt>
    <dgm:pt modelId="{1D9DA9FA-1C61-4DCF-93C3-03BCE24E3F59}" type="pres">
      <dgm:prSet presAssocID="{B175ADED-6528-46CE-8459-DF102565CE9E}" presName="node" presStyleLbl="node1" presStyleIdx="0" presStyleCnt="4">
        <dgm:presLayoutVars>
          <dgm:bulletEnabled val="1"/>
        </dgm:presLayoutVars>
      </dgm:prSet>
      <dgm:spPr/>
    </dgm:pt>
    <dgm:pt modelId="{DFDA0027-CC35-458F-A517-2C91875B3AEB}" type="pres">
      <dgm:prSet presAssocID="{84796414-EC8C-4B83-8D7F-E187EDFF2D9A}" presName="sibTrans" presStyleLbl="sibTrans2D1" presStyleIdx="0" presStyleCnt="3"/>
      <dgm:spPr/>
    </dgm:pt>
    <dgm:pt modelId="{28B2BA2E-57F6-4D6E-8DE5-37DCFCB97D61}" type="pres">
      <dgm:prSet presAssocID="{84796414-EC8C-4B83-8D7F-E187EDFF2D9A}" presName="connectorText" presStyleLbl="sibTrans2D1" presStyleIdx="0" presStyleCnt="3"/>
      <dgm:spPr/>
    </dgm:pt>
    <dgm:pt modelId="{99665D59-34DA-41BA-B645-737EDC505C6A}" type="pres">
      <dgm:prSet presAssocID="{B1AFAA1E-3308-4356-BFF5-868F23517FBB}" presName="node" presStyleLbl="node1" presStyleIdx="1" presStyleCnt="4">
        <dgm:presLayoutVars>
          <dgm:bulletEnabled val="1"/>
        </dgm:presLayoutVars>
      </dgm:prSet>
      <dgm:spPr/>
    </dgm:pt>
    <dgm:pt modelId="{2B059E4F-8A96-4AC3-AEC1-F0B1EA188C0E}" type="pres">
      <dgm:prSet presAssocID="{EAEBDEA0-E61B-4352-86EE-4D3E8115706E}" presName="sibTrans" presStyleLbl="sibTrans2D1" presStyleIdx="1" presStyleCnt="3"/>
      <dgm:spPr/>
    </dgm:pt>
    <dgm:pt modelId="{7ACD7DFD-B030-40F6-8551-DE1E47BEC2F1}" type="pres">
      <dgm:prSet presAssocID="{EAEBDEA0-E61B-4352-86EE-4D3E8115706E}" presName="connectorText" presStyleLbl="sibTrans2D1" presStyleIdx="1" presStyleCnt="3"/>
      <dgm:spPr/>
    </dgm:pt>
    <dgm:pt modelId="{159C3EEB-2C95-45A4-AE55-B94D9185EE97}" type="pres">
      <dgm:prSet presAssocID="{49793D91-FFCB-4D43-8811-E31F29184705}" presName="node" presStyleLbl="node1" presStyleIdx="2" presStyleCnt="4">
        <dgm:presLayoutVars>
          <dgm:bulletEnabled val="1"/>
        </dgm:presLayoutVars>
      </dgm:prSet>
      <dgm:spPr/>
    </dgm:pt>
    <dgm:pt modelId="{FAE2994C-3D58-4400-8D7B-5741FC8064DF}" type="pres">
      <dgm:prSet presAssocID="{EEE2A767-8199-4E35-B2CB-76F678F1614A}" presName="sibTrans" presStyleLbl="sibTrans2D1" presStyleIdx="2" presStyleCnt="3"/>
      <dgm:spPr/>
    </dgm:pt>
    <dgm:pt modelId="{526E0B25-3E67-431D-99EC-52604E5776B7}" type="pres">
      <dgm:prSet presAssocID="{EEE2A767-8199-4E35-B2CB-76F678F1614A}" presName="connectorText" presStyleLbl="sibTrans2D1" presStyleIdx="2" presStyleCnt="3"/>
      <dgm:spPr/>
    </dgm:pt>
    <dgm:pt modelId="{F837EC09-403B-4EE3-BE76-F794D3D1A88B}" type="pres">
      <dgm:prSet presAssocID="{EF7AC92D-86F9-4B30-AFF1-A1D832753EF0}" presName="node" presStyleLbl="node1" presStyleIdx="3" presStyleCnt="4">
        <dgm:presLayoutVars>
          <dgm:bulletEnabled val="1"/>
        </dgm:presLayoutVars>
      </dgm:prSet>
      <dgm:spPr/>
    </dgm:pt>
  </dgm:ptLst>
  <dgm:cxnLst>
    <dgm:cxn modelId="{4895A11F-AD70-44CD-A253-140C89B59DEC}" type="presOf" srcId="{EF7AC92D-86F9-4B30-AFF1-A1D832753EF0}" destId="{F837EC09-403B-4EE3-BE76-F794D3D1A88B}" srcOrd="0" destOrd="0" presId="urn:microsoft.com/office/officeart/2005/8/layout/process1"/>
    <dgm:cxn modelId="{31F18330-A0A5-4282-9991-54B603A33726}" type="presOf" srcId="{4136829D-1D6A-437C-A0D7-F429929587A0}" destId="{1D9DA9FA-1C61-4DCF-93C3-03BCE24E3F59}" srcOrd="0" destOrd="1" presId="urn:microsoft.com/office/officeart/2005/8/layout/process1"/>
    <dgm:cxn modelId="{226E7535-67FE-4481-B21B-AEADC29480E2}" type="presOf" srcId="{84796414-EC8C-4B83-8D7F-E187EDFF2D9A}" destId="{28B2BA2E-57F6-4D6E-8DE5-37DCFCB97D61}" srcOrd="1" destOrd="0" presId="urn:microsoft.com/office/officeart/2005/8/layout/process1"/>
    <dgm:cxn modelId="{D6BB395B-4031-452C-A73C-75392E706C61}" type="presOf" srcId="{EAEBDEA0-E61B-4352-86EE-4D3E8115706E}" destId="{7ACD7DFD-B030-40F6-8551-DE1E47BEC2F1}" srcOrd="1" destOrd="0" presId="urn:microsoft.com/office/officeart/2005/8/layout/process1"/>
    <dgm:cxn modelId="{681DF15C-03B5-479D-A4CF-02E664208F20}" type="presOf" srcId="{EEE2A767-8199-4E35-B2CB-76F678F1614A}" destId="{FAE2994C-3D58-4400-8D7B-5741FC8064DF}" srcOrd="0" destOrd="0" presId="urn:microsoft.com/office/officeart/2005/8/layout/process1"/>
    <dgm:cxn modelId="{64C22B63-4BE2-49D1-8C38-F8C0D1CD0089}" type="presOf" srcId="{EAEBDEA0-E61B-4352-86EE-4D3E8115706E}" destId="{2B059E4F-8A96-4AC3-AEC1-F0B1EA188C0E}" srcOrd="0" destOrd="0" presId="urn:microsoft.com/office/officeart/2005/8/layout/process1"/>
    <dgm:cxn modelId="{6910E56A-A44A-41DF-BFA5-47BB0AB87968}" type="presOf" srcId="{B1AFAA1E-3308-4356-BFF5-868F23517FBB}" destId="{99665D59-34DA-41BA-B645-737EDC505C6A}" srcOrd="0" destOrd="0" presId="urn:microsoft.com/office/officeart/2005/8/layout/process1"/>
    <dgm:cxn modelId="{EB88FC6B-5B6A-48AA-85B7-04C110221936}" srcId="{357814CA-ECAA-4F60-966F-59DB1B3718C5}" destId="{B175ADED-6528-46CE-8459-DF102565CE9E}" srcOrd="0" destOrd="0" parTransId="{5AC78AFD-FDF0-4E02-ADDD-00763652BF8B}" sibTransId="{84796414-EC8C-4B83-8D7F-E187EDFF2D9A}"/>
    <dgm:cxn modelId="{16948655-5F08-4D10-BEF5-9AE081F79226}" type="presOf" srcId="{1B43D91C-186B-4D13-9766-D50A31B875C6}" destId="{99665D59-34DA-41BA-B645-737EDC505C6A}" srcOrd="0" destOrd="1" presId="urn:microsoft.com/office/officeart/2005/8/layout/process1"/>
    <dgm:cxn modelId="{D65E9882-7DF9-42D2-9F2E-4A95D3A8CC8E}" type="presOf" srcId="{49793D91-FFCB-4D43-8811-E31F29184705}" destId="{159C3EEB-2C95-45A4-AE55-B94D9185EE97}" srcOrd="0" destOrd="0" presId="urn:microsoft.com/office/officeart/2005/8/layout/process1"/>
    <dgm:cxn modelId="{CFBED893-F2F8-41A7-AA33-8BA7F50A8CB5}" type="presOf" srcId="{357814CA-ECAA-4F60-966F-59DB1B3718C5}" destId="{8B3AFD5A-864D-4F41-8630-65CC78BBD43D}" srcOrd="0" destOrd="0" presId="urn:microsoft.com/office/officeart/2005/8/layout/process1"/>
    <dgm:cxn modelId="{B6D92898-9BF6-4CFA-B731-0533DA5E3229}" type="presOf" srcId="{59013F2A-D4D8-483C-BBF4-F56BFB909E11}" destId="{159C3EEB-2C95-45A4-AE55-B94D9185EE97}" srcOrd="0" destOrd="1" presId="urn:microsoft.com/office/officeart/2005/8/layout/process1"/>
    <dgm:cxn modelId="{33DFEEA1-70E7-4CE1-8866-041E4DC7010B}" type="presOf" srcId="{B175ADED-6528-46CE-8459-DF102565CE9E}" destId="{1D9DA9FA-1C61-4DCF-93C3-03BCE24E3F59}" srcOrd="0" destOrd="0" presId="urn:microsoft.com/office/officeart/2005/8/layout/process1"/>
    <dgm:cxn modelId="{772328A7-2C7D-4253-AA64-320459B8348D}" srcId="{B175ADED-6528-46CE-8459-DF102565CE9E}" destId="{4136829D-1D6A-437C-A0D7-F429929587A0}" srcOrd="0" destOrd="0" parTransId="{A5A5EF53-A18F-46AE-8E17-E0106CD1C968}" sibTransId="{CCC374EC-DF88-4413-B9A9-C71BAB027A78}"/>
    <dgm:cxn modelId="{13FF73B6-4CC5-4B80-8918-6FE72CD9C981}" type="presOf" srcId="{1DF7DB33-581D-43AE-882D-31A8BABA93B4}" destId="{F837EC09-403B-4EE3-BE76-F794D3D1A88B}" srcOrd="0" destOrd="1" presId="urn:microsoft.com/office/officeart/2005/8/layout/process1"/>
    <dgm:cxn modelId="{266098D0-9A5D-4748-B4E0-106798B73F43}" srcId="{EF7AC92D-86F9-4B30-AFF1-A1D832753EF0}" destId="{1DF7DB33-581D-43AE-882D-31A8BABA93B4}" srcOrd="0" destOrd="0" parTransId="{B7BC3F4D-B4B3-4CF7-B942-38FC825AB5BE}" sibTransId="{390B00D5-5271-48FB-B62F-15CF8DF3A694}"/>
    <dgm:cxn modelId="{F5A852D1-B3CA-4911-AC5E-6BC8311A6AAD}" srcId="{357814CA-ECAA-4F60-966F-59DB1B3718C5}" destId="{49793D91-FFCB-4D43-8811-E31F29184705}" srcOrd="2" destOrd="0" parTransId="{55A93A92-1ED4-495D-B21A-ABED37AC1EF2}" sibTransId="{EEE2A767-8199-4E35-B2CB-76F678F1614A}"/>
    <dgm:cxn modelId="{08DC00D5-1363-4B69-9F7A-BD5D942D285C}" type="presOf" srcId="{84796414-EC8C-4B83-8D7F-E187EDFF2D9A}" destId="{DFDA0027-CC35-458F-A517-2C91875B3AEB}" srcOrd="0" destOrd="0" presId="urn:microsoft.com/office/officeart/2005/8/layout/process1"/>
    <dgm:cxn modelId="{7D309CD7-5960-4181-B363-5B7318CBD6F9}" type="presOf" srcId="{EEE2A767-8199-4E35-B2CB-76F678F1614A}" destId="{526E0B25-3E67-431D-99EC-52604E5776B7}" srcOrd="1" destOrd="0" presId="urn:microsoft.com/office/officeart/2005/8/layout/process1"/>
    <dgm:cxn modelId="{B2972CDB-9F45-413E-93CB-68C76C164B4B}" srcId="{357814CA-ECAA-4F60-966F-59DB1B3718C5}" destId="{B1AFAA1E-3308-4356-BFF5-868F23517FBB}" srcOrd="1" destOrd="0" parTransId="{67395227-CDF7-46A8-9304-7B6F3962AA27}" sibTransId="{EAEBDEA0-E61B-4352-86EE-4D3E8115706E}"/>
    <dgm:cxn modelId="{A685C9F7-3942-40F0-A5E8-9AC0EC6D3E9B}" srcId="{357814CA-ECAA-4F60-966F-59DB1B3718C5}" destId="{EF7AC92D-86F9-4B30-AFF1-A1D832753EF0}" srcOrd="3" destOrd="0" parTransId="{81A9BC05-584B-4BF2-8454-6D6EC7399B08}" sibTransId="{C02E68F6-46FC-46BB-813A-A95DF41D0786}"/>
    <dgm:cxn modelId="{7D5BE1F7-E344-4FA3-AF8C-20DBB71BC485}" srcId="{49793D91-FFCB-4D43-8811-E31F29184705}" destId="{59013F2A-D4D8-483C-BBF4-F56BFB909E11}" srcOrd="0" destOrd="0" parTransId="{3E88DE25-D2FF-4F9C-83F1-ECE58DB19D55}" sibTransId="{41AEA0CD-D498-48FE-A4F1-5D3F1ACFAB29}"/>
    <dgm:cxn modelId="{78E4F6FB-1EC5-4CF0-B9EC-9F5EA8BBA321}" srcId="{B1AFAA1E-3308-4356-BFF5-868F23517FBB}" destId="{1B43D91C-186B-4D13-9766-D50A31B875C6}" srcOrd="0" destOrd="0" parTransId="{E998BEB2-EA90-42F2-9525-E9DE9A0CE8E6}" sibTransId="{C3EB1A88-747E-45F2-95B0-6F8967583110}"/>
    <dgm:cxn modelId="{A257E963-656F-411A-9350-D605A40F48A7}" type="presParOf" srcId="{8B3AFD5A-864D-4F41-8630-65CC78BBD43D}" destId="{1D9DA9FA-1C61-4DCF-93C3-03BCE24E3F59}" srcOrd="0" destOrd="0" presId="urn:microsoft.com/office/officeart/2005/8/layout/process1"/>
    <dgm:cxn modelId="{414CB6A3-B9FE-43A2-B0D4-018E590A2438}" type="presParOf" srcId="{8B3AFD5A-864D-4F41-8630-65CC78BBD43D}" destId="{DFDA0027-CC35-458F-A517-2C91875B3AEB}" srcOrd="1" destOrd="0" presId="urn:microsoft.com/office/officeart/2005/8/layout/process1"/>
    <dgm:cxn modelId="{643C7BD5-CF16-42D4-BC00-582E1D0ACAEA}" type="presParOf" srcId="{DFDA0027-CC35-458F-A517-2C91875B3AEB}" destId="{28B2BA2E-57F6-4D6E-8DE5-37DCFCB97D61}" srcOrd="0" destOrd="0" presId="urn:microsoft.com/office/officeart/2005/8/layout/process1"/>
    <dgm:cxn modelId="{991D55A5-E203-46BF-9084-89E4F385B2E6}" type="presParOf" srcId="{8B3AFD5A-864D-4F41-8630-65CC78BBD43D}" destId="{99665D59-34DA-41BA-B645-737EDC505C6A}" srcOrd="2" destOrd="0" presId="urn:microsoft.com/office/officeart/2005/8/layout/process1"/>
    <dgm:cxn modelId="{29180DC8-7F8D-4023-8510-1DDBD3EA913F}" type="presParOf" srcId="{8B3AFD5A-864D-4F41-8630-65CC78BBD43D}" destId="{2B059E4F-8A96-4AC3-AEC1-F0B1EA188C0E}" srcOrd="3" destOrd="0" presId="urn:microsoft.com/office/officeart/2005/8/layout/process1"/>
    <dgm:cxn modelId="{036C6D4F-CBFD-4D18-8A90-2901983DF264}" type="presParOf" srcId="{2B059E4F-8A96-4AC3-AEC1-F0B1EA188C0E}" destId="{7ACD7DFD-B030-40F6-8551-DE1E47BEC2F1}" srcOrd="0" destOrd="0" presId="urn:microsoft.com/office/officeart/2005/8/layout/process1"/>
    <dgm:cxn modelId="{0CC3E75B-D2DF-42FF-9D41-383E499CE5C2}" type="presParOf" srcId="{8B3AFD5A-864D-4F41-8630-65CC78BBD43D}" destId="{159C3EEB-2C95-45A4-AE55-B94D9185EE97}" srcOrd="4" destOrd="0" presId="urn:microsoft.com/office/officeart/2005/8/layout/process1"/>
    <dgm:cxn modelId="{84DCCF20-3A75-4088-BA6B-2B8BD064BEEA}" type="presParOf" srcId="{8B3AFD5A-864D-4F41-8630-65CC78BBD43D}" destId="{FAE2994C-3D58-4400-8D7B-5741FC8064DF}" srcOrd="5" destOrd="0" presId="urn:microsoft.com/office/officeart/2005/8/layout/process1"/>
    <dgm:cxn modelId="{70C19CAB-5D98-4ACA-A0AB-C453B4DBC572}" type="presParOf" srcId="{FAE2994C-3D58-4400-8D7B-5741FC8064DF}" destId="{526E0B25-3E67-431D-99EC-52604E5776B7}" srcOrd="0" destOrd="0" presId="urn:microsoft.com/office/officeart/2005/8/layout/process1"/>
    <dgm:cxn modelId="{A4B459FC-5AC7-4E3A-9AC6-C9F79354B0A7}" type="presParOf" srcId="{8B3AFD5A-864D-4F41-8630-65CC78BBD43D}" destId="{F837EC09-403B-4EE3-BE76-F794D3D1A88B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9DA9FA-1C61-4DCF-93C3-03BCE24E3F59}">
      <dsp:nvSpPr>
        <dsp:cNvPr id="0" name=""/>
        <dsp:cNvSpPr/>
      </dsp:nvSpPr>
      <dsp:spPr>
        <a:xfrm>
          <a:off x="3639" y="386770"/>
          <a:ext cx="1591084" cy="954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tcpcli01.c</a:t>
          </a:r>
          <a:endParaRPr lang="zh-CN" altLang="en-US" sz="24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900" kern="1200" dirty="0" err="1"/>
            <a:t>str_cli.c</a:t>
          </a:r>
          <a:endParaRPr lang="zh-CN" altLang="en-US" sz="1900" kern="1200" dirty="0"/>
        </a:p>
      </dsp:txBody>
      <dsp:txXfrm>
        <a:off x="31600" y="414731"/>
        <a:ext cx="1535162" cy="898728"/>
      </dsp:txXfrm>
    </dsp:sp>
    <dsp:sp modelId="{DFDA0027-CC35-458F-A517-2C91875B3AEB}">
      <dsp:nvSpPr>
        <dsp:cNvPr id="0" name=""/>
        <dsp:cNvSpPr/>
      </dsp:nvSpPr>
      <dsp:spPr>
        <a:xfrm>
          <a:off x="1753832" y="666801"/>
          <a:ext cx="337310" cy="3945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kern="1200"/>
        </a:p>
      </dsp:txBody>
      <dsp:txXfrm>
        <a:off x="1753832" y="745719"/>
        <a:ext cx="236117" cy="236753"/>
      </dsp:txXfrm>
    </dsp:sp>
    <dsp:sp modelId="{99665D59-34DA-41BA-B645-737EDC505C6A}">
      <dsp:nvSpPr>
        <dsp:cNvPr id="0" name=""/>
        <dsp:cNvSpPr/>
      </dsp:nvSpPr>
      <dsp:spPr>
        <a:xfrm>
          <a:off x="2231158" y="386770"/>
          <a:ext cx="1591084" cy="954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/>
            <a:t>tcpcli01.c</a:t>
          </a:r>
          <a:endParaRPr lang="zh-CN" altLang="en-US" sz="24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900" kern="1200" dirty="0" err="1"/>
            <a:t>str_cli.c</a:t>
          </a:r>
          <a:endParaRPr lang="zh-CN" altLang="en-US" sz="1900" kern="1200" dirty="0"/>
        </a:p>
      </dsp:txBody>
      <dsp:txXfrm>
        <a:off x="2259119" y="414731"/>
        <a:ext cx="1535162" cy="898728"/>
      </dsp:txXfrm>
    </dsp:sp>
    <dsp:sp modelId="{2B059E4F-8A96-4AC3-AEC1-F0B1EA188C0E}">
      <dsp:nvSpPr>
        <dsp:cNvPr id="0" name=""/>
        <dsp:cNvSpPr/>
      </dsp:nvSpPr>
      <dsp:spPr>
        <a:xfrm>
          <a:off x="3981351" y="666801"/>
          <a:ext cx="337310" cy="3945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kern="1200"/>
        </a:p>
      </dsp:txBody>
      <dsp:txXfrm>
        <a:off x="3981351" y="745719"/>
        <a:ext cx="236117" cy="236753"/>
      </dsp:txXfrm>
    </dsp:sp>
    <dsp:sp modelId="{159C3EEB-2C95-45A4-AE55-B94D9185EE97}">
      <dsp:nvSpPr>
        <dsp:cNvPr id="0" name=""/>
        <dsp:cNvSpPr/>
      </dsp:nvSpPr>
      <dsp:spPr>
        <a:xfrm>
          <a:off x="4458676" y="386770"/>
          <a:ext cx="1591084" cy="954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/>
            <a:t>tcpcli01.c</a:t>
          </a:r>
          <a:endParaRPr lang="zh-CN" altLang="en-US" sz="24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900" kern="1200" dirty="0" err="1"/>
            <a:t>str_cli.c</a:t>
          </a:r>
          <a:endParaRPr lang="zh-CN" altLang="en-US" sz="1900" kern="1200" dirty="0"/>
        </a:p>
      </dsp:txBody>
      <dsp:txXfrm>
        <a:off x="4486637" y="414731"/>
        <a:ext cx="1535162" cy="898728"/>
      </dsp:txXfrm>
    </dsp:sp>
    <dsp:sp modelId="{FAE2994C-3D58-4400-8D7B-5741FC8064DF}">
      <dsp:nvSpPr>
        <dsp:cNvPr id="0" name=""/>
        <dsp:cNvSpPr/>
      </dsp:nvSpPr>
      <dsp:spPr>
        <a:xfrm>
          <a:off x="6208870" y="666801"/>
          <a:ext cx="337310" cy="3945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kern="1200"/>
        </a:p>
      </dsp:txBody>
      <dsp:txXfrm>
        <a:off x="6208870" y="745719"/>
        <a:ext cx="236117" cy="236753"/>
      </dsp:txXfrm>
    </dsp:sp>
    <dsp:sp modelId="{F837EC09-403B-4EE3-BE76-F794D3D1A88B}">
      <dsp:nvSpPr>
        <dsp:cNvPr id="0" name=""/>
        <dsp:cNvSpPr/>
      </dsp:nvSpPr>
      <dsp:spPr>
        <a:xfrm>
          <a:off x="6686195" y="386770"/>
          <a:ext cx="1591084" cy="954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/>
            <a:t>tcpcli01.c</a:t>
          </a:r>
          <a:endParaRPr lang="zh-CN" altLang="en-US" sz="24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900" kern="1200"/>
            <a:t>str_cli.c</a:t>
          </a:r>
          <a:endParaRPr lang="zh-CN" altLang="en-US" sz="1900" kern="1200" dirty="0"/>
        </a:p>
      </dsp:txBody>
      <dsp:txXfrm>
        <a:off x="6714156" y="414731"/>
        <a:ext cx="1535162" cy="8987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0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51.77993" units="1/cm"/>
          <inkml:channelProperty channel="Y" name="resolution" value="51.72414" units="1/cm"/>
          <inkml:channelProperty channel="T" name="resolution" value="1" units="1/dev"/>
        </inkml:channelProperties>
      </inkml:inkSource>
      <inkml:timestamp xml:id="ts0" timeString="2016-03-24T16:30:38.10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6499 4022 0,'0'-22'235,"0"1"-235,-22 0 15,1 0 1,0 0-16,21 0 16,-21 0-16,0-1 31,0 1-31,-1 0 16,1 0-1,0 21 1,-42-21-1,20-22 1,1 43 0,0 0-1,-1 0 1,-20 0 0,-1 0-1,1 0 1,-1 0-1,22 0 1,21 0 0,-22 0-1,22 21 17,0 1-17,-21 20 1,21 0-1,-22-20 1,22-1-16,0 0 16,0-21-16,21 21 15,0 0 1,-21 0-16,-1 22 16,22-22-16,-21-21 15,-21 63 1,42-41-1,-21-1 1,0 21 0,21-21-1,0 0 17,-22 0-17,22 1-15,0 20 16,-21-21-16,21 22 15,0-1 1,0-21 0,0 21-1,0 1 1,21-1 0,-21 0-1,43 1 1,-43-1-1,42-21 1,-21 43 0,22-1 15,-22-20-15,21-1-1,0-42 1,-20 42-1,20-21 1,21 43 0,-20-43-1,20 21 1,-20-20 0,-1 20-1,-21-21-15,21 21 16,1-42-1,-22 21-15,0 1 16,0-1 0,22 0 15,-22 0-15,0 0-1,0-21 1,21 0-1,-20 0-15,-22 22 16,21-22-16,0 21 16,0-21-1,21 0-15,1 0 16,-22 0 0,0 0-16,21 0 15,1 0 1,-1 0-1,0 0 1,-20 0 0,-1 0 15,0 0-31,0 0 16,-21-21-16,21 21 0,0 0 15,1-22 1,-1 1-1,0 0 1,0 0 0,0 0-1,43-22 1,-43 22 0,21-42-1,-21 42 1,-21-1-1,43 1 1,-43 0-16,21-21 16,0-1-1,-21 22 1,0-21 0,0 21-1,21-22 1,-21 1-1,0 0 1,0-1 0,0 1-1,0 0 1,0-1 0,0 1-16,0 0 15,0 20 1,0 1-16,-21-21 15,0-21 1,21 41 0,-21-20 15,0 0-15,-1-1-1,1 22 1,0 0-1,0 0 1,0 0 0,0 21-16,21-21 15,-22-1 1,1 22-16,0-21 16,-21 0-1,-1 21 1,22-21-1,-21 21 1,21-21 0,-22 21 15,43-22-15,-42 22-1,21 0 1,0 0-1,0 0 1</inkml:trace>
  <inkml:trace contextRef="#ctx0" brushRef="#br0" timeOffset="3156.42">14330 4445 0</inkml:trace>
  <inkml:trace contextRef="#ctx0" brushRef="#br0" timeOffset="5250.27">14330 4445 0,'0'-21'62,"0"0"-46,-42 0-16,-22-1 15,43-20 1,-106 0 0,21 20-1,-21-20 1,43 21 0,20 0-16,1 21 15,20 0-15,22 0 16,-63 0-1,41 0 1,1 0 0,0 0-1,20 0 1,-20 0 0,-21 42-1,-1 0 1,1 22 15,-22 0-15,64-43-1,0 21 1,-1-21 0,-20 43-1,42-22 1,0 0-1,-21 1 1,0 41 0,21-41-1,0 63 1,-21-106 0,21 63-1,0-42-15,0 21 31,0 1-31,0-22 16,0 43 0,21-22-1,0 0 1,21 22 0,1-22-1,20 0 1,-42 1-16,22-22 15,-22 21-15,0-42 16,21 21-16,64 22 16,-42-1-1,41 0 1,22 1 0,0-1-1,0-21 16,-42 0-15,42-21 0,-42 21-1,21-21 1,-1 0 0,-41 0-16,63 22 15,-85-22-15,22 0 16,-1 0-1,1 0 1,-1 0 0,-42 0-1,1-22 1,-1 1 0,21 0-1,-21-21 16,43-22-15,-64 43-16,21-21 16,21 21-16,-42-1 15,21-20 1,-21-21 0,22 20-1,-1 1 1,-21 21-1,0 0 1,21-22 0,-21 1-1,0-21 1,0-1 0,0 22-16,0-22 31,0 22-31,0 21 15,0-22 1,0 1 0,0 21-1,-21-43 1,0 64 0,21-42-1,0 21-15,-22 21 16,1-21-16,21 0 15,-63-22 1,42 22 0,-43 0-1,22-22 1,-1 43 0,-20-42-1,-1 21 16,1-21-15,21 42 0,-43-21-1,64 21-15,-22 0 16,22 0-16,-21-22 16,21 22-1,-22 0 1,1 0-1,0 0 1,-1 0 0,1 0-1,0 0 1,21 0 0</inkml:trace>
  <inkml:trace contextRef="#ctx0" brushRef="#br0" timeOffset="32736.1">7176 6477 0,'0'-21'140,"0"-21"-124,-21 20 0,21-20-1,-21 0 1,-1 20-16,-41-41 15,-1 21 1,22-22 0,-21 43 15,20-21-15,-41 42-1,41 0 1,-20-22-1,-43 1 1,0 21 0,-21 0-1,42 0 1,-20 0 0,-1 0-1,21 0 1,43 0-16,-43 21 15,43 1 1,-22-22-16,-20 42 16,-1 0 15,21 1-15,1-22-1,-22 42 1,43 1-1,-43-1 1,-21 22 0,43-22-1,-1 1 1,64-43-16,-42 22 16,21-1-1,0-21 1,0 21-1,21-21 1,0 1-16,-22 41 16,22 43 15,0 0-15,0 0-1,0 21 1,22 0-1,20 0 1,-21-85-16,64 106 16,-43-84-16,0-1 15,22 1 1,21 41 0,-22-20-1,22-43 1,-1 22-1,43-1 1,0 1 0,-21-43 15,21 0-15,-42 1-1,-22-1-15,43-21 16,-42 0-16,-1 0 15,64 0 1,-42 0 0,-22 0-1,1 0 1,-22-43 0,1 22-1,20-64 1,-21 22-1,22-1 1,-43 22 0,21 0-1,-20 21-15,-1-1 16,21-41 0,0 0-1,1-1 1,-22-21-1,21 43 1,-21-21 0,1-22-1,20 0 1,0 22 0,-21-64-1,-21 63 1,0 1-1,0 20 1,22 1 15,-22-43-15,0 64 0,0 0-1,0-42 1,0 41-1,0-62 1,0 62 0,0-62-1,0 42 1,0 20 0,-22-20-1,1 42 1,21-21-1,-21 0 1,0 21 15,0 0-15,21-22-16,-21 22 16,-1-21-16,1 0 15,0 21 1,-21 0-1,21 0 1,-1 0 0,1 0-1,0 0 1,21-21 0</inkml:trace>
  <inkml:trace contextRef="#ctx0" brushRef="#br0" timeOffset="35876.88">14478 6562 0,'0'-22'79,"0"1"-64,-21 0 1,-21 0-1,0 0 1,-22-21 0,-21 20-1,1 22 1,-22 0 0,42-21-1,-41 21 1,41 0-1,1 0 1,-1 0 0,-42 0-1,22 0 1,-1 21 0,21-21-1,1 22 1,-1-1-1,43 0 17,0 0-17,0-21 1,0 21 0,-22 0-1,43 0-15,-42 22 16,21-22-1,0 0-15,0 0 16,-43 43 0,22-43-1,21 21 1,-1-21 0,22 1-1,-21-1 1,0 21-1,21-21 17,0 1-32,0 20 15,0-21-15,0 0 16,0 43 0,0-22-1,0 0 1,21 1-1,0 20 1,43 1 0,-22-1-1,22-20 1,-22-1 0,-21-21-1,22 0-15,20 21 16,-42-42-1,22 0-15,41 43 32,1-22-17,21 21 1,21-42 0,0 22-1,-21-22 1,42 0-1,-42 0 1,-22 0 0,1 0-1,-22 0-15,1 0 16,-1 0 0,1 0-16,21 0 15,-22-22 1,22 1-1,-1 0 17,1 0-17,21 0 1,-21-1 0,-22-41-1,-42 63 1,0-21-1,-21 0-15,43-22 16,-22 22-16,-21 0 16,63-21-1,-41-22 1,-1 22 0,21-22-1,-42 43 1,21-21 15,0-43-15,1 64-1,-22-21 1,0 21 0,0-1-1,0-20 1,0 0-1,0-22 1,-22 22 0,1 0-1,0 20 1,-21-20 0,42 21-16,-21 0 31,-1 21-31,1-22 31,0 22-15,-42-42-1,-1 21 1,1 0 0,-1 0-1,1 21 1,-22-43-1,0 22 1,1 0 0,41 0-16,-20 21 15,42 0 1,-22 0-16,22 0 16,-21 0-1,-1 0 1,1 0 15,21 0-15,-21 0-1,-1 0 1,1 0 0,0 0-1,-1 0 1,22 0-1,0 0 1,0 21 0,0-21-1,-1 21 1</inkml:trace>
  <inkml:trace contextRef="#ctx0" brushRef="#br0" timeOffset="53627.82">6774 4085 0,'21'0'485,"0"-21"-470,0 21 1,-21-21 0,21 21-1,1 0 1,-22-21-16,21 21 15,0-22-15,0 1 32,21 21-17,-20-42 1,-1 42 0,0 0-16,21-42 15,-21 42-15,1-21 16,-1 21-1,-21-22 1,21 22 0,21-21-1,-21 21 17,1 0-32,-1 0 31,0-21-16,0 21 17,0 0-17,0 0 1,1 0 15,-1 0-15,0-21 15,0 21-15,0 0-1,0 0 32,1 0-31,-1 0 15,0 0 0,0 0 1</inkml:trace>
  <inkml:trace contextRef="#ctx0" brushRef="#br0" timeOffset="54674.75">7896 3789 0,'21'0'110,"0"0"-95,0 0-15,0 0 16,43 0 0,-1 0-1,-42 0-15,43 0 16,-43 0-1,0 0-15,22 0 16,-22 0 15,21 0-15,-21 0 0,22 0-1,-22 0 16,0 0 16</inkml:trace>
  <inkml:trace contextRef="#ctx0" brushRef="#br0" timeOffset="55612.31">8742 3789 0,'21'0'16,"1"0"15,-1 0 0,0 0-31,21 0 16,-21 0 0,1 0-1,20 0 1,43 0-1,-22 0 1,-21 21 0,1-21-16,20 0 15,-20 0 1,-22 0-16,21 0 16,-21 0-1,0 0 1,1 0-1,-1 0 17,0 0-17,0 0 1</inkml:trace>
  <inkml:trace contextRef="#ctx0" brushRef="#br0" timeOffset="56424.84">9822 3831 0,'21'0'31,"0"0"0,21 0-15,-20 0-16,41 0 15,22 0 1,-1 0 0,-41 0-1,-1 0 1,0 0-1,-20 0 17,41 0-17,-21 0 1,-20 0 0,20 0-1,-21 0 1</inkml:trace>
  <inkml:trace contextRef="#ctx0" brushRef="#br0" timeOffset="57221.75">10901 3874 0,'21'0'63,"1"0"-63,20 0 15,0 0 1,-21 0-16,64 0 31,0 0-15,-1 0-1,-20 0 1,-43 0 0,0 0-16,22 0 15,-22 21 1,0-21-1,0 0 1,0 0 0</inkml:trace>
  <inkml:trace contextRef="#ctx0" brushRef="#br0" timeOffset="59237.47">11938 3979 0,'0'0'0,"22"0"31,-1 0-16,21 0 1,-21 0 0,64 0-1,0 21 1,-64-21 0,21 0-1,0 0-15,-20 0 16,-1 0-1,0 22-15,0-22 16,21 0 0,1 0-1,-1 0 1,0 0 0,-20 21-1,-1-21 16,-21 21-31,42-21 16,-21 0-16,0 0 31,1 0-15,-1 0 187,0 0-125,-21 21-62,0 0 15,21-21-15,0 0 15,-21 22 0,21-22-15,1 0 46,-1 0-46,-21 21 0,21-21 15,0 0-31,0 21 15,0-21 32,1 0 16,-22 21-63,0 0 62,21-21-46,0 0 0,-21 21-1,21-21 16,0 0 141</inkml:trace>
  <inkml:trace contextRef="#ctx0" brushRef="#br0" timeOffset="60987.58">12891 3958 0,'21'0'141,"0"0"-126,-21 21-15,21 0 16,1 1-16,-1-22 16,0 21-1,0 0 1,0 0-1,0 0 1,-21 1 0,22-22 15,-22 21-31,21 0 31,0-21-15,-21 21-1,0 0 1,21-21-16,-21 21 16,21-21-1,-21 21 17,0 1-17,0-1 251,-21 0-251,0-21-15,0 0 16,21 21-16,-43-21 16,1 0-1,21 21 1,-21 1 15,-1-22-15,22 0-1,0 0 1,0 0 0,-22 21-1,22-21 1,21 21 0,-21-21-1,0 0 1,21 21-1</inkml:trace>
  <inkml:trace contextRef="#ctx0" brushRef="#br0" timeOffset="62909.56">12870 7197 0,'-21'21'109,"-1"0"-93,-20 0-1,-21 0-15,41 0 16,-62 22 0,20-22-1,1 0 1,20-21-1,22 21 1,-21 1 0,21-1-1,-22-21 17,43 21-17,-21-21-15,0 0 16,21 21-16,-21-21 31,21 21-31,-21-21 219,21 21-204,-21-21-15</inkml:trace>
  <inkml:trace contextRef="#ctx0" brushRef="#br0" timeOffset="63784.6">11748 7662 0,'-21'0'125,"0"0"-109,-1 0 0,1 22-16,0-22 15,-21 21 1,21-21 0,-1 0-1,1 0 1</inkml:trace>
  <inkml:trace contextRef="#ctx0" brushRef="#br0" timeOffset="64597.13">11071 7747 0,'-22'0'125,"1"0"-109,-21 0-16,0 0 16,20 0-16,1 0 15,-42 0 1,-1 0-1,1 0 1,20 0 0,22 0 15,0 0-31,0 0 16,0 0-1,0 0 1,-1 0-1,1 21 173,-21-21-188</inkml:trace>
  <inkml:trace contextRef="#ctx0" brushRef="#br0" timeOffset="65409.68">9864 7810 0,'-21'0'125,"0"0"-109,-22 0-1,22 22-15,-21-22 16,0 0-1,-22 0 1,43 0 0,0 0-1,0 0-15,-1 0 32,1 0-17,0 0 63,21 21-31,-21-21 125</inkml:trace>
  <inkml:trace contextRef="#ctx0" brushRef="#br0" timeOffset="66190.98">9144 7980 0,'-21'0'62,"0"0"-46,-21 0 0,21 0-1,-1 0 1,-41 0 0,42 0-16,-43 0 15,43 0-15,0 0 16,0 0-1,0 0 17,-1 0-17,1 0 17,0 0 186,21 21-218</inkml:trace>
  <inkml:trace contextRef="#ctx0" brushRef="#br0" timeOffset="100489.66">8488 7874 0,'-21'0'375,"0"0"-344,0 0 0,0 0-15,-1 0 15,1 0-15,0 0-1,0 0 1,0 0 15,-22 0-15,22 0-1,0 0 1,0 0 0,0 0-1,0 0 1,-1 0-1,1 0 1,0 0 0,0 0 15,0 0-15,0 0 15,-1 0-16,1 0 1,0 0 0,0 0-1,0 0 17,0 0-17,-1 0 1,1 0 15,0 0-15,0 0 15,0 0 16,0 0-32,-1 0 32,1 0-31,0 0 15,0-21 0,0 21 63,21-21-63,-21 21 48,-1 0-64,1 0 32,0 0 0,0 0-31,21-22-1,-21 22-15,0 0 16,-1 0 15,22-21-15,-42 21-1,21 0 1,21-21 0,-21 21-1,0 0 16,-1 0 16,1 0-31,21-21 0,0 0 93,-21 21-62</inkml:trace>
  <inkml:trace contextRef="#ctx0" brushRef="#br0" timeOffset="103771.07">7642 7726 0,'0'-21'141,"-22"21"-78,1 0-48,0 0 1,0 0-16,0 0 15,0-21 1,-1 21 0,1 0 15,0 0-15,0 0-1,0 0 1,0 0-1,-1 0 1,1 0 0,0 0 15,0 0-15,0 0 30,0 0-30,-1 0 47,22 21-48,-21-21 1,0 0 31,21 21 296,0 0-327,0 0 0,21 0-1,-21 0 1,21-21-16,1 43 31,-1-43-15,-21 21-1,21 0 1,0 0 0,0-21-1,0 22 1,1-1 0,-22 0-1,21-21 1,0 21-1,-21 0 1</inkml:trace>
  <inkml:trace contextRef="#ctx0" brushRef="#br1" timeOffset="140148">18119 3979 0,'0'-21'78,"-42"21"-31,-1 0-47,1 0 15,-21-21-15,-43 21 32,-21 0-17,84 0-15,-62 0 16,62 0-16,1 0 15,-43 0 1,22 0 0,-22 21-1,0-21 1,22 21 0,-1-21-1,22 21 1,21 1-1,-21-1 1,20 0 0,-20 0-1,0 0 1,21 1-16,-1-22 16,1 21-1,0 21 1,-21-21-1,21 0 1,-1 0 0,1 43-1,-21-43 1,0 43 0,20-43-1,-20 21 1,21 0-16,21 1 15,0-22 1,-21 0-16,21 0 16,-21 22 15,21 20-15,0-42-1,0 22 1,0 20-1,0-20 1,21-1 0,21 42-1,-42-62-15,42 20 16,-20 0-16,-1-20 16,0-1-16,21 21 15,1 21 1,20-20-1,22 20 1,-1 22 0,1-64 15,0 21-15,-64-20-16,64 20 15,-22-21-15,-21-21 16,85 21-1,0 1 1,22 20 0,-22-42-1,0 21 1,-43 0 0,1-21-1,-43 0 1,64 0-1,-64 0 1,1 0 0,20-42 15,-20 21-15,-22 0-1,21-1 1,-42 1-1,42 0 1,-20 0 0,20 0-1,0-22 1,-21 22 0,22-21-1,-22 21-15,21-22 16,-21 22-1,22-21 1,-22-1 0,21 1 15,-21 0-15,22 21-1,-43-22 1,21 22-1,0 0 1,-21-21 0,21 20-16,-21-20 15,21 21 1,1-21 0,-22-1-1,21-20 1,-21 42-1,0-22 1,0 1 15,0 0-15,0-1 0,0 1-1,0 0 1,0 20-1,-21 1-15,-1 0 16,22 0-16,-21 0 16,-21-21-1,0-1 1,20 1 0,-20 21-1,-21-22 1,20 22-1,43 0-15,-63-21 16,20 42 0,22 0 15,0-21-31,-21 21 16,21-22-1,-1 22 1,-20 0-1,21-21 1,-43 21 0,22 0-1,0 0 1,-1 0 0,1-21-16,21 21 15,0 0 1,-22-21-16,22 21 15,-21 0 1,21-21 15,0 21-15,-1 0 0,1 0-1,0 0 1,0 0 46,0 0-46,0 0 0,-1 0-1,1 0 1,0 0-1,0 21 1,0-21 15,0 0 1</inkml:trace>
  <inkml:trace contextRef="#ctx0" brushRef="#br1" timeOffset="143007.5">18500 6329 0,'0'-21'78,"0"-1"-78,-42 1 0,-22 0 15,22 0 1,-64-21 0,-84-1-1,126 22-15,-105-21 16,126 42 0,-20 0-16,-64-21 15,21 21 1,21 0-1,1 0 17,-22 0-17,0 21 1,43 0 0,-1 0-16,-21 0 15,22 1-15,21-1 16,-43 21-1,0 0 1,22 22 0,-22-1-1,43-20 1,-22 20 0,22 1-1,0 20 1,-22 1 15,22-22-31,-1 65 16,22-86-16,21 21 15,-21 22 1,0-43 0,21 64-1,0-42 1,0-22-1,42 22 1,22-22 0,-1 42-1,22-41 1,21 42 0,-43-43-16,297 64 46,-275-85-46,42 0 0,-64-21 16,64 21 0,21-21-1,43 0 1,-64 0 0,21 0-1,-42 0 1,0 0-1,21-63 1,-21 41 0,-85 22-16,42-21 15,-42 0 1,1 0-16,41-21 16,22-22-1,-22 22 1,1-1 15,-43-20-15,21 42-1,-42-21 1,64-1 0,-43 1-1,21-1 1,-42 22-16,43-42 15,-22 21 1,-21 20-16,0-20 31,0 21-31,21-22 16,0 1 0,0 0-1,-21 21 1,0-22 15,0 1-15,0 21-1,0-22 1,0 22 0,-21-21-1,0 0 1,0 21-1,-22-43 1,22 43 0,0 21-1,21-43 1,-63 43 0,20-42-1,22 21 1,0 21-1,-21-21 1,-1 21-16,22-21 16,-21 0-1,-1 21 1,-20-22 0,42 1-1,0 0 1,-22 21-1,22 0 1,0 0-16,-21-21 16,20 21 31,1 0 46</inkml:trace>
  <inkml:trace contextRef="#ctx0" brushRef="#br1" timeOffset="198869.81">18310 2392 0,'0'21'297,"0"0"-281,0 21 0,21-42-1,-21 22 1,0-1-1,0 0 1,21 0 0,-21 0-1,21 1 1,-21-1 0,21 0-1,-21 0 1,0 0-1,0 0 17,0 0-17,21 1-15,-21-1 32,22 0-17,-22 0 1,0 0-1,0 1 1,0-1 0,0 0-1,0 0 1,0 21 0,0-21-1,0 1 1,0-1-1,0 0 1,0 21 0,0-20-1,0-1 1,0 0 0,0 21 15,0-21-16,0 0 1,-22 1 0,22 20-1,-21-21 1,21 22 0,-21-22-1,0 21 1,21-21-1,-21 0 1,21 0 0,-21 1-1,21-1 1,0 0 15,0 0-15,-22 0-1,22 1 1,-21-1 0,21 0 15,-21-21-31,21 21 31</inkml:trace>
  <inkml:trace contextRef="#ctx0" brushRef="#br1" timeOffset="205151.4">18394 2434 0,'21'0'157,"1"0"-142,-1-21-15,21 21 16,0 0-16,22 0 15,-43 0 1,0 0-16,43-21 16,-1 21-1,-42 0 1,1 0 15,-1 0-15,0 0-1,0 0 1,-21-21 0,21 21-1,0 0 1,-21 42 296,0 0-296,0-21-16,0 1 31,0-1-31,0 0 16,0 21 0,0-20 15,0 20-16,0-21 1,0 0 0,0 0-1,0 0 1,0 22 0,0-22-1,0 43 1,0-22-1,0-21 1,0 0-16,0 21 16,0-20-1,0-1-15,0 21 32,0-21-17,0 22 1,0-1-1,0-21 1,0 21 0,0 1-1,0-1 1,0-21 0,0 22-1,0-22 1,0 21-1,-21 0 1,21-20 0,0 20-1,0-21 17,0 0-17,0 1 1,0-1-1,-21 0 1,21 0 0,0 0-1,0 0 17,0 0 108,-21-21 1485,21-21-1547,-21 21-62,21-21 0,0 0 15,0 0 94,0 0-110,0 0 48,-21 21 62,21-22-109,0 1 343,-22 21 94,1 0-375,0 0-62,0 0-1,0 0 220</inkml:trace>
  <inkml:trace contextRef="#ctx0" brushRef="#br1" timeOffset="206588.96">18500 2900 0,'21'0'125,"22"-21"-109,-1 21 0,-21 0 15,0 0 0,0 0 16,1 0-31,-1 0-1,0 0 16,0 0 32,0 0-32,0 0-15,1 0 31,-1 0-16,0 0 16</inkml:trace>
  <inkml:trace contextRef="#ctx0" brushRef="#br1" timeOffset="207682.79">18415 3196 0,'22'0'110,"-1"0"-110,21 0 15,22 0 1,-1 0 0,-21 0-1,1 0 1,-22 0 0,0 0-16,0 0 15,0 0 16,1 0 1,-1 0 30,0 0-31,0 0 16,0 0-31</inkml:trace>
  <inkml:trace contextRef="#ctx0" brushRef="#br1" timeOffset="209229.72">19114 2476 0,'21'0'141,"-21"22"-126,0-1 1,0 21-16,0-21 16,0 43-1,0 20 1,0 44 0,0-65-1,0-21 1,0-21-16,0 43 15,0-43 1,0 22 0,0-22-16,0 0 15,0 0 1,0 42 0,0-41 15,0 20-16,0 0 1,0-20 0,0 20-1,0 0 1,0-21-16,0 0 16,0 1-1,0-1 1,0 0-1,0 0 1,0 0 15,0 1 1,0-1-32,0 0 62,0 0 63</inkml:trace>
  <inkml:trace contextRef="#ctx0" brushRef="#br1" timeOffset="211057.95">19135 2582 0,'21'0'16,"-21"-21"31,21 21-16,-21-21 0,22 21-31,20-21 16,0 21 0,1 0-1,20-21 1,-42 21 0,22 0-1,-22 0 1,0 0-1,0 0 17,0 0-32,0 0 31,1 0-31,-1 0 31,0 0-15,0 0-1,0 0 1,0 0 0,1 0-1,-1 0 17,-21 21 108,0 0-124,0 0 15,0 0-31,-21 1 16,-1-1-1,1 0 1,0-21-16,0 21 16,21 0-1,-21-21 1,0 21-1,-1-21-15,22 21 16,-21-21 0,21 22-16,-21-22 47</inkml:trace>
  <inkml:trace contextRef="#ctx0" brushRef="#br1" timeOffset="212308.01">19283 2984 0,'43'0'78,"-1"0"-62,0 0-16,1 0 15,-22 0-15,0 0 16,21 0 15,-21 0-15,1 0-1,-1 22 17,0-22-17,-21 21 1,0 0-1,21 0 1,0-21-16,0 43 16,-21-22-1,0 0 1,22 0 0,-22 0-1,0 0 1,0 22-1,0-22 1,0 21 0,-22-21-1,-20 22 17,0-22-17,-1 21 1,1-42-1,21 21 1,0-21 0,0 21-1,-22-21 1,22 22 0,-21-1-1,21-21 1,-1 21-1,22 0 32,-21-21-15,21 21-17,-21-21 1</inkml:trace>
  <inkml:trace contextRef="#ctx0" brushRef="#br1" timeOffset="213120.57">19283 3238 0,'43'0'62,"-22"0"-46,0 43-16,21-43 16,43 63-1,21 1 1,0-1-1,-43 22 1,-42-64-16,22 22 16,-22-43-1,0 21-15,-21 0 32,21-21-17,0 21 1,0-21-1,-21 21 1,22-21 47</inkml:trace>
  <inkml:trace contextRef="#ctx0" brushRef="#br1" timeOffset="214526.89">20469 2434 0,'0'21'109,"-22"-21"-109,1 0 16,0 0-1,-21 43 1,21-22 0,-1-21-1,22 21 1,0 0 0,22-21 124,41 0-124,1 0-16,20 0 15,-20 0 1,-43 0-16,42 0 16,-41 0-1,-1 0 17,-21 21-32,21 1 15,-21-1 16,0 0-15,21 0 0,-21 0-1,0 0 1,0 0-16,0 1 16,-42 20-16,-22-21 15,1 22-15,-64 20 16,42-42-16,0 0 15,-63 0 1,42-21 0,22 0-1,-1 0 1,22 0 0,41 0-1,-20 0 1,21 0 15,21-21 94,21 0-109,21 21-1,1-21-15,-22 21 16,21-42 0,1 21-1,-22-1 1</inkml:trace>
  <inkml:trace contextRef="#ctx0" brushRef="#br1" timeOffset="-214141.68">20066 2752 0,'22'0'15,"-1"0"1,0 0-16,21 0 15,22 0 1,63 0 15,-21 0-15,-43 0-16,64 42 16,-85-21-16,1 0 15,41 22 1,-41-43-1,-1 0 1,-42 21 0,21-21-1,0 0 1,1 21 0,20-21-1,-21 0 1,0 0-1,0 21-15,1-21 47,-1 0 0,0 0-31,0 0-1,0 0 1,-21 21 125,-42 0-126,-43-21 1,1 43-16</inkml:trace>
  <inkml:trace contextRef="#ctx0" brushRef="#br1" timeOffset="-212922.85">20257 3196 0,'21'0'78,"21"0"-78,22 0 15,21 0-15,-22 0 16,-21 0-16,64 0 31,-42 0-15,-43 0 0,0 0-1,0 0 1,0 0-1,1 21 1,-1-21 0,21 21-1,-21 1 1,0-22 15,-21 21-15,22 0-1,-1 0 1,0-21 15,-21 43-15,0-22 0,0 21-1,0-21 1,0 0-1,0 22 1,-106 41 0,43-41-1,-1-22 1,1 0 0,-1 0-1,43 0 1,0-21-1,0 0 17,-1 0 46,22 21 31,0 1-78,-21-22-15</inkml:trace>
  <inkml:trace contextRef="#ctx0" brushRef="#br1" timeOffset="-211672.78">20659 3048 0,'-21'21'110,"0"22"-95,0-1-15,-1-42 16,22 42-16,-42-21 31,21 22-15,0-22-1,0 0 1,-1 0 0,-20 22-1,21-22 1,0 0-1,-22 0 1,22 0 0,-21 0-1,21 0 1,0 1 0,-1-1-1,1-21 16,0 0 1,21 21-17,-21 0 17,0-21-17,-22 0 1,22 21-1,0-21 48</inkml:trace>
  <inkml:trace contextRef="#ctx0" brushRef="#br1" timeOffset="-210078.95">21400 2688 0,'21'0'141,"0"0"-125,-21 21-16,0 0 15,43-21 1,-22 22 0,21-22-1,-42 21 1,21-21-1,0 0 1,1 0 0,20 0-1,-21 0 1,43-21-16,-22 21 31,-21-22-31,-21 1 110,0 0-95,0 0 1,0 0-1,0 0 32,-21 21-31,0 0-16,0-21 16,-1 21 15,-41 0-16,21 0 1,-22-22 0,22 22-1,21 0 1,-1 0 0,1 0-1,0 22 1,0-22-1,0 0 1,-22 21 0,43 0-1,0 0 17,0 0 108,0 0-124,22-21-1,-1 0-15,0 0 16</inkml:trace>
  <inkml:trace contextRef="#ctx0" brushRef="#br1" timeOffset="-208610.13">22014 2688 0,'0'21'171,"0"0"-139,21 1-32,-21-1 15,42-21-15,-21 21 16,1 0 0,20 0-1,43-21 1,-43 0-1,21 0 1,-20 0 0,-1 0-1,-21 0 1,0 0 0,1 0 15,20-21-16,-42 0 1,0 0 47,0 0-48,0-1 16,0 1-15,0 0 15,-42 21-15,42-21-16,-64 21 16,-21-21 15,43 21-16,-21 0 1,41-21 0,-20 21-1,21 0 1,0 0 15,0 0 32,-1 0-32,1 0-31,21 21 172</inkml:trace>
  <inkml:trace contextRef="#ctx0" brushRef="#br1" timeOffset="-207672.58">21336 3069 0,'43'0'47,"41"-21"-31,-20 21-16,63-21 15,21 21 1,-42 0-1,-43 0 1,22 0 0,-43 0-1,-20 0 1,20 0 15,-21 0-15,0 0-1,0 0 1,1 0 0,-22 21-1,21-21 32,-64 0 125,-20 0-156,21 0-16</inkml:trace>
  <inkml:trace contextRef="#ctx0" brushRef="#br1" timeOffset="-206860.03">21802 2773 0,'0'42'78,"0"1"-62,0-22-1,0 0 1,-21 21 0,21-21-1,-21 22 1,-22 20-1,43-42 1,-21 1 0,-21-1-1,21 0 1,0 0 0,-1-21 62,1 0-63,0 0-15,0 21 16,-21-21 0,20 0-16,-20 0 15,21 0-15,21 21 0,-21-21 16</inkml:trace>
  <inkml:trace contextRef="#ctx0" brushRef="#br1" timeOffset="-206031.88">21675 3154 0,'21'0'62,"0"0"-46,1 0-16,20 21 16,-21 21-16,0-42 15,64 43 1,-64-1 0,21-21-1,1 0 1,-22-21-1,21 0 1,-21 0 0,1 0-1,20 0 17,-21 0-32,0 0 15,22 0-15,-22 0 16,-42-21 171</inkml:trace>
  <inkml:trace contextRef="#ctx0" brushRef="#br1" timeOffset="-205438.09">22056 2879 0,'0'21'219</inkml:trace>
  <inkml:trace contextRef="#ctx0" brushRef="#br1" timeOffset="-203547.38">21336 3429 0,'0'21'125,"0"0"-125,0 22 16,22-22 0,-22 0-1,0 0-15,21-21 188,-21-21-173,0-21-15,21-1 16,42 1 0,-41 0-1,20 21 1,-21-1-1,0 22 1,0 0 15,1 0-15,20 0 0,0 0-1,1 0 1,-22 0-1,0 0 1,-21 22 0,0-1-1,21 0 1,-21 21 0,0-21-1,0 22 1,0-22-1,-21 0 1,0-21 15,-22 21-15,-20-21 0,21 0-1,20 0 1,1 0 46,0 0-46,21 21 296,-21-21-296</inkml:trace>
  <inkml:trace contextRef="#ctx0" brushRef="#br1" timeOffset="-201766.02">21908 3514 0,'21'0'32,"-21"-22"-32,21 1 15,0 21 1,1 0 0,20 0-1,0-21 1,-21 21-16,22-21 15,-1 21-15,-21 0 16,22-21 0,-1 21-1,-21 0 1,0 0 15,0 0-15,1 21 31,-22 0-32,0 0 1,0 0 0,0 1-1,0 20 1,0-21 15,0 0-15,-22-21-1,1 0 1,0 43 0,0-43-1,-21 21 1,20-21-16,1 0 31,0 0-31,0 0 16,-21 0-1,20 0 1,1 0 0,0 0 15,0 0-16,0 0 1,21-21 15,-21 21-15,21-21 0,-22 21-16,1 0 109,21-22-93,-21 22 234</inkml:trace>
  <inkml:trace contextRef="#ctx0" brushRef="#br1" timeOffset="-199469.03">22882 2794 0,'21'-21'109,"0"21"-109,21 0 16,43 0-16,0 0 15,63 0 1,42-21 0,-63 21-1,-63 0 1,-43 0 0,0 21 30,-21 0-30,0 21 0,0 1-1,-106 41 1,-42 1 0,-21-21-1,105-43 1,43-21-1,21 21 126,42-21-110,-20 21-31,-1-21 32,0 0-17,-21 21-15,0 0 16,42-21-1,-21 21 1,-21 1-16,22-1 16,-1-21-1,-21 21 1,0 0-16,0 0 16,0 43-1,21-22 16,-21 0-15,0-20 0,0 41-1,0-42-15,0 22 16,-21-22 0,0 21-1,-1-21-15,22 22 16,-21-22-16,0 0 15,0 0 1,21 0 0,-21-21 77,0 0-61,-1 0-17,1 0-15,0 0 16</inkml:trace>
  <inkml:trace contextRef="#ctx0" brushRef="#br1" timeOffset="-198593.97">22882 3366 0,'21'0'110,"21"0"-110,22 0 15,-22 0 1,43 0-16,84 0 16,-42 0-1,-42 0 1,-43 0 0,-21 0 15,0 0 16</inkml:trace>
  <inkml:trace contextRef="#ctx0" brushRef="#br1" timeOffset="-195984.47">24152 2942 0,'21'0'109,"21"0"-93,-21 0-16,43 0 15,42 0 1,21 0-1,-64 0 1,-42 0 0,-21 21 31,21 0-1,-21 1-46,0-1 32,0 0-17,-42 0 1,-21 43 0,-43-22-1,63-21 1,22 0-1,21 0 157,21-21-172,1 0 16,20 0-16,0 0 16,-21 22 30,-21-1 17,22 0-63,-22 21 16,0-20-1,0 20 1,0 0-1,0-21-15,0 22 16,-22-1-16,1 0 16,0-20-1,-21 41 1,42-42 0,0 0 30,-21-21 17,-22 0 31,22 0-79,-21-21-15,-1 0 16,-20-64 0,42 64-16,-22 0 15,43 0-15,-21-22 16,0 1-1,0 21 1,21 0 0,0 0 15,21 21 203,0 0-218,0 0 0,1 0 15,-22 21 63,0 0-79,0 0 16,0 0 32,-22-21-47,1 0-1,21 21-15,-21-21 16,0 0-1,0 22 1,-22-22 0,1 0-1,21 0 1,-21 0 0,20 0-1,1 0 1,0 0-1,0 0 1,0 0 125,21 21-126,0 0 1,0 0 0</inkml:trace>
  <inkml:trace contextRef="#ctx0" brushRef="#br1" timeOffset="-194656.28">24765 3450 0,'22'0'15,"-44"0"204,1 0-203,-21 0-16,0 0 15,-1 0 1,-20 0-16,20 21 16,43 0-16,-21-21 0,21 22 125,0-1-125,43 0 15,-1 0-15,0 0 16,22 22-16,-1-22 15,-63 0 1,43 0-16,-22 0 16,0-21-1,0 0 1,0 0 0,-84 0 202,-22 0-218,22 0 16</inkml:trace>
  <inkml:trace contextRef="#ctx0" brushRef="#br1" timeOffset="-193124.93">23834 3450 0,'0'21'78,"0"0"-62,0 1-16,0 20 15,0 0 1,0 22 0,0-43-1,0 21 1,0 1-1,0-22 1,0 21 0,21-21-1,0 1 17,22-1-17,-1-21 1,43 42-1,42-42 1,-21 21 15,-22-21-15,1 21 0,-22-21-1,22 0 1,-43 0-1,-20 0 1,20 0 0,0 0-1,1 0 1,20 0 0,-42 0-1,0 0 1,1 0 15,-1 0-31,0 0 31,0 0-15,0 0 0,-21-21 77,0-21-77,21 42-16,-21-42 16,0-22-1,22 0 1,-22 43-16,21-42 15,0 21 1,-21 20-16,0-20 31,0 21-15,21 21 0,-21-21-1,-21 63 204,-43 22-219,43-22 16,-42 0-16</inkml:trace>
  <inkml:trace contextRef="#ctx0" brushRef="#br1" timeOffset="-192343.66">24236 4297 0,'0'21'94,"21"21"-79,1 1 1,-1-43-16,0 21 16,0 21-16,0-21 15,0-21-15,-21 21 16</inkml:trace>
  <inkml:trace contextRef="#ctx0" brushRef="#br1" timeOffset="-191406.09">24787 4339 0,'0'21'78,"0"1"-78,-22-1 15,-41 0-15,42 0 16,-127 42 0,-43-20-1,128-43 1,-43 21-1,63-21 1,-41 21 0,63-21-16,-22 0 15,1 0 1,21 0 0,42 0 155,42 21-171,-20-21 16,20 0 0,85 22-1,22-1 1,-64 0 0,-64-21-1,-21 0 1,-63 0 187</inkml:trace>
  <inkml:trace contextRef="#ctx0" brushRef="#br1" timeOffset="-190624.8">24448 4191 0,'0'21'63,"0"0"-63,0 22 16,0 20-16,0 1 15,0 20 1,0 1 15,-21 21-15,21-43-1,-21-20 1,21-1 0,0-21-1,0 0 1,-22 1-1,1-22 173,0 0-157</inkml:trace>
  <inkml:trace contextRef="#ctx0" brushRef="#br1" timeOffset="-190031.03">24279 4762 0,'-22'0'63,"1"0"-48,0 0 1,21 22 0,-21-22-1,0 21 1,21 0 15,-21-21-15,-1 0-1,1 0 1</inkml:trace>
  <inkml:trace contextRef="#ctx0" brushRef="#br1" timeOffset="-189312.25">24406 4847 0,'21'0'78,"0"0"-62,0 21-16,0 1 15,-21-1-15,0 0 16,43 0 0,-22 21-1,0-42 1,-42 0 187</inkml:trace>
  <inkml:trace contextRef="#ctx0" brushRef="#br1" timeOffset="-188437.19">24342 4911 0,'0'0'0,"-21"0"32,0 0-17,0 0 1,-1 0 0,1 0-16,0 21 31,0 21-16,0-21-15,0 43 16,-1-64-16,1 42 16,0 1-1,-21-1 1,21 0 0,21 0-1,0 1 1,0-22-1,0 21 1,0-20 0,0-1-1,21 0-15,0 0 16,0 21-16,21 1 16,1-22-16,20 21 31,-42 1-16,22-22 1,-22 0 0,0-21 31,-21 21-47,21-21 15,-42 0 141,21-21-140,-21-21-16</inkml:trace>
  <inkml:trace contextRef="#ctx0" brushRef="#br1" timeOffset="-187327.76">24321 5249 0,'0'21'94,"0"1"-79,0-1 1,-21-21-16,-43 21 16,-20 0-1,-1 0-15,-21 1 16,64-1 0,21-21-16,-1 0 31,1 0-16,0 0 1,0 0 0,-43-43-1,22 1 1,0-22 0,-1 43-1,43 0 1,-21 21-16,21-21 15,0 0 1,0 0 62,0 0-62,43-1-1,126 1 1,106-21 0,-233 42-1,64-21 1,-85 21-16,22 0 16,-22 0-16,21 0 15,1 0 1,-22 0-1,0 0 1,0 0 0</inkml:trace>
  <inkml:trace contextRef="#ctx0" brushRef="#br1" timeOffset="-185890.17">24914 4572 0,'0'21'78,"0"0"-78,-22 1 16,1-1-16,0 21 16,0 0-1,21-21 16,-21-21-15,21 22-16,0-1 31,0 0-31,-21 0 16,21 0 31,21-21 62,0 0-93,0 0-16,21 0 15,-20 0-15,20 0 16,64 0 0,-64 0-1,-21 0 1,-21 22 93,0-1-77,0 21-32,0 0 15,-21 43 1,-42-43-1,41 1 1,-41-1 0,42-21-1,-43 21 1,1-20 15,-1 20-15,1 0-1,-1-42 1,43 0 0,0 0-1,-21 22 1,-22-1 0,1-21-1,41 0 1,1 21-1</inkml:trace>
  <inkml:trace contextRef="#ctx0" brushRef="#br1" timeOffset="-184937.01">24575 5059 0,'42'42'94,"-42"1"-94,21-1 15,1 21-15,-1 22 16,21-43-1,-21 64 1,43-64 0,-43-20-16,-21 20 15,21-42 1,0 21 46,-21 0-46,21-21 0,1 22-16,-1-1 15,0 0 17,0-21-17,-21 21-15,21 0 16,0-21-16,1 0 15,-1 21 17,0-21-32,-21 21 15,21-21 1,-21 22 187,-21-22-187</inkml:trace>
  <inkml:trace contextRef="#ctx0" brushRef="#br0" timeOffset="-166139.15">8086 2053 0,'0'21'156,"0"1"-156,0-1 32,0 0-17,-21-21-15,0 21 16,0 21 0,-22 1 15,22-22-16,-21 21 1,42-21 0,-21 1-1,-1-1 1,22 0 0,-21 0-1,0-21 1</inkml:trace>
  <inkml:trace contextRef="#ctx0" brushRef="#br0" timeOffset="-164826.57">8044 2286 0,'21'0'16,"0"0"15,21 0-31,43 0 16,63-21 0,22 0-1,-22 21 1,-21-22-1,-106 22-15,21 0 16,1 0 0,-1 0-16,0 0 15,1 0-15,20 0 16,-21 0 0,-20 0-1,-1 0 1,0 0-1,-21 22 110,0-1-93,0 0-17,0 0 1,-21 22 0,21-22-1,-43-21 1,43 21-1,0 0 1,-21 0 31,21 0 0,-21-21-47,21 21 47</inkml:trace>
  <inkml:trace contextRef="#ctx0" brushRef="#br0" timeOffset="-163889.01">8912 1968 0,'0'22'188,"0"-1"-188,0 0 16,0 0-16,0 22 15,0-1 1,0-21-1,0 42 1</inkml:trace>
  <inkml:trace contextRef="#ctx0" brushRef="#br0" timeOffset="-162435.82">8785 2392 0,'-22'21'125,"1"-21"-110,0 42 1,0-42-16,0 0 16,21 21-1,-21 1 1,-1-22 0,22 21-1,-21-21 1,0 21-1,0 0-15,0-21 47,42 0 125,0 0-156,21 0-16,1 0 15,-1 0-15,22 0 16,-22 21 0,-21 1 15,21-22-15,43 42-1,-85-21-15,42-21 16,-42 21 62,0 0-62,0 0-1,0 1 1,-42-1-16,42 0 15,-106 0 1,43 0 0,-1 1-1,-42-1 1,43 0-16,-1 0 16,1 0-1,-1-21 1,22 0-1,0 0 1,21 0 0,-1 0-1,1 0 1,0 21 0,-21-21-1</inkml:trace>
  <inkml:trace contextRef="#ctx0" brushRef="#br0" timeOffset="-161529.53">8382 2667 0,'22'0'16,"-1"0"0,42 0-1,1 0 1,20 42-1,22 1 1,-21-22 0,0 42-1,-22-20 1,1-22 0,-1 0-1,-42 0-15,43 0 16,-22 0-1,-21-21-15,22 0 16,-22 0 15,0 0-15,0 0 78</inkml:trace>
  <inkml:trace contextRef="#ctx0" brushRef="#br0" timeOffset="-160045.08">8679 3112 0,'0'21'110,"0"0"-95,0 21-15,0-21 16,0 0-1,21 64 1,0-64 0,-21 1-16,21-1 15,-21 0 1,21 0 15,1-21-15,-22 21-1,21-21-15,21 0 32,0 0-17,-20 0-15,-1 0 16,0 0 0,21 0-1,-21 0 1,22-21-1,-43 0 1,21 21 15,-21-21-31,21 0 16,-21-1 0,21-20-1,-21 21 32,0 0-31,0-1-1,0 1 1,0 0 0,-21 0-1,0 21 16,0-21-31,0 21 32,-1 0-32,1 0 15,-21-21 1,0 21 0,-1-21-1,22 21 1,0 0-1,0 0 17,0 0-17,-1 0 1,1 0 15</inkml:trace>
  <inkml:trace contextRef="#ctx0" brushRef="#br0" timeOffset="-158935.65">9525 2455 0,'43'-21'31,"-22"21"-31,0-21 15,43 0-15,126-21 32,1 20-17,-22 1 1,-84 21 0,-22 0-1,-21 0 1,-20 0 15,-22 21 110,-22 1-126,-20 20-15,-21 0 16,20-21 0,1 22-16,0-22 15,20 0-15,1 0 16,-21-21-1,21 21 1,-22 1 0,22-22-1</inkml:trace>
  <inkml:trace contextRef="#ctx0" brushRef="#br0" timeOffset="-158295">9483 2752 0,'21'0'78,"43"0"-62,-1 0-16,22 0 16,21 0-1,63-22 1,-127 22-16,1-21 16,-22 21-16</inkml:trace>
  <inkml:trace contextRef="#ctx0" brushRef="#br0" timeOffset="-157419.94">9716 2455 0,'0'21'94,"-21"22"-79,0-43-15,21 42 16,-22 1-1,1 20 1,0 0 0,0 1-1,0-22 1,0 1 0,-1-1-1,22 0 1,-21 22-1,0-43 1,0 0 0,21 0-1,0 1 1,0-1 0,-42 0-1,42 0 16,0 0-15</inkml:trace>
  <inkml:trace contextRef="#ctx0" brushRef="#br0" timeOffset="-156529.28">9822 1905 0,'21'0'110,"0"21"-110,-21 0 15,21 22 1,-21-22-16,21 0 16,22 43-1,-43-1 1,42-42 0,-42 0 15,0 0 0,21-21-31,-21 22 16</inkml:trace>
  <inkml:trace contextRef="#ctx0" brushRef="#br0" timeOffset="-154497.91">10584 2265 0,'21'0'125,"21"0"-125,-21 21 15,22-21-15,-1 0 16,0 0 0,-20 21-1,-1-21 1,0 21-1,0 1 1,0-22 15,-21 21 1,0 0-32,0 21 15,-63 22 16,-1-22-15,-42 43 0,64-64-1,0-21 1,84 21 140,-21-21-156,0 0 16,22 0-1,-43 21 48,0 0-47,21-21-1,-21 21-15,0 1 16,0 20-1,0 0 1,0 43 0,0-22-1,0 22 1,0-42 0,-21 20-1,0-21-15,21-21 31,0 1-15,-22-1 62,1-21 219,0 0-266,0 0-15,0-21-16,21-1 16,-21 22-1,-1 0-15,22-21 16,0 0-16,-21 21 15,21-21 79,-21 21-63</inkml:trace>
  <inkml:trace contextRef="#ctx0" brushRef="#br0" timeOffset="-153607.25">10393 2900 0,'21'-21'94,"22"21"-79,-1 0-15,22 0 16,-43 0-16,42 0 15,22 0 1,-22 0 0,-20 0-16,20 0 15,-42 0 1,1 0 0,20 0-1,-21 0 1,0 0 46</inkml:trace>
  <inkml:trace contextRef="#ctx0" brushRef="#br0" timeOffset="-151216.5">11261 2265 0,'21'0'141,"0"0"-141,1 0 15,20 0 1,0 0-1,22 0 1,-22 0 0,22 0-1,-43 0 1,0 0 46,-21 21-62,0 21 47,-21-20-31,21 20 0,-21-42-1,-22 21 1,1 21-1,21-42 1,0 0 0,21 21 109,21 1-110,-21-1-15,42-21 16,-21 0 0,0 21-1,1-21 1,-22 21-1,0 0 32,0 1-47,0-1 16,0 21 0,0-21-1,0 21 1,0 1-1,0-1-15,0-21 16,0 22 0,0-22-16,0 42 31,0 1-15,-22-43-1,1-21 32,0 0 109,0-21-140,0 0-16,0-1 0,-1 1 16,1 0 15,21 0-16,-21-21-15,-21 21 16,42-22-16,-21 22 16,21 0-1,0 0 17,-22 21-32,22-22 15,0 1 141,22 21-140,-1 0 15,0 0-15,0 0 0,0 0-1,0 0 1,1 0 15,-22 21-31,21-21 16,0 22-1,-21-1 48,0 0-16,0 0-16,0 0-31,-21-21 16,0 22-16,-85-1 15,63 0 1,-20 0-1,42-21 1</inkml:trace>
  <inkml:trace contextRef="#ctx0" brushRef="#br0" timeOffset="-150122.69">11811 2773 0,'-21'0'125,"-21"0"-110,0 0-15,20 0 16,1 21 0,21 0 15,-21-21 16,0 0 0,21 21-1,21 22 17,0-43-47,22 21-16,-1 0 15,43 21 1,-1-21-1,-41-21 1,-22 0 15,-64 0 157</inkml:trace>
  <inkml:trace contextRef="#ctx0" brushRef="#br0" timeOffset="-148622.62">11071 2752 0,'0'63'94,"0"-20"-78,0-1-16,0 0 15,-22 43 1,22 0 0,0-64-1,0 0-15,43 0 156,20-21-156,-20 0 16,20 0-16,43 21 16,42 0-1,0-21 1,-21 0 0,-21 0-1,-64 0 1,22 0-1,-22 0 1,-21 0 15,1 0-31,-1 0 16,0 0 156,-21-21-157,0 0-15,21-42 16,-21-1 0,21-42-1,0 0 1,1 22 0,-1 41-1,-21 22 1,0 0-1</inkml:trace>
  <inkml:trace contextRef="#ctx0" brushRef="#br0" timeOffset="-147903.8">12552 2307 0,'21'0'94,"1"0"-63,20 43-31,-42-1 16,42-21-16,-21 21 15,1-21-15,-1 1 16</inkml:trace>
  <inkml:trace contextRef="#ctx0" brushRef="#br0" timeOffset="-146856.89">13124 2265 0,'0'21'62,"-43"0"-46,22 22-16,-21-1 16,0 0-1,-22 0 1,-21 22 0,43-43-1,21 0-15,0 1 16,0-1-1,-22 0 17,-20 0-17,-1 0 1,43-21 0,0 0 30,63 0 142,1 0-188,41 0 16,43 0-1,0 0 1,-63 0-1,-43 0 1,0 0 0</inkml:trace>
  <inkml:trace contextRef="#ctx0" brushRef="#br0" timeOffset="-145513.06">12806 2244 0,'0'21'79,"0"21"-64,0-21-15,0 127 16,0-20 15,0-23-15,0-20-1,0-43 1,0 1-16,0-22 16,0 0-1,-21 0 298,0 0-298,0-21 1,0 21 0,-1-21-16,1 43 15,0-43 16,0 42-15,21-21 0,0 1-1,0-1 1,0 0 15,0 0-15,0 0-1,21 21 1,43 1 0,-22-22-1,0 21 1,22 1 0,-43-22-1,0 0 16,0-21 16,-42-21 78,0 21-109,21-21-16,-42 0 16,42-1-1</inkml:trace>
  <inkml:trace contextRef="#ctx0" brushRef="#br0" timeOffset="-144497.39">12849 3217 0,'-22'0'187,"1"0"-171,0 0 0,21 21-16,-42-21 15,21 22 1,-1-22 0,1 0-1,-21 0 1,21 0-1,-43 0 1,22-43 0,0 1-1,-22 21 1,43 21 15,21-21-15,-21 0-1,21-1 1,-21 1 0,-1 0-1,44 21 79,20-21-78,43 0-16,-1-1 15,1 22-15,21-21 16,42 21 0,-63-21-1,-43 21 1,21 0-16,-41 0 0,-1 0 15,0 0 1,0 0 0</inkml:trace>
  <inkml:trace contextRef="#ctx0" brushRef="#br0" timeOffset="-143387.97">13547 2392 0,'-21'21'78,"-21"42"-62,20 1-16,-20-22 16,-64 43-1,64-22 1,105-63 140,-20 0-140,20 0-16,22 22 15,21-22 1,-22 0 0,-84 21 93,22-21-109,-22 21 16,0 0-1,0 22 1,-22 20-1,-62 43 1,-1 21 0,-42-43-1,21 22 1,43-63-16,-43 20 16,85-63-16,-22 21 15,22-21 1,0 21-16,-42 1 15,20-22 1,22 0 0,0 0-1,0 0 142</inkml:trace>
  <inkml:trace contextRef="#ctx0" brushRef="#br0" timeOffset="-142512.92">13251 3112 0,'21'0'109,"0"0"-109,21 63 16,-20-21-16,20 22 16,43 21-1,-1-1 1,22-20 0,-42-43-1,-1 0 1,-42-21-1,22 0 1,-22 0 15,0 0-31,42 0 16,22 0 15,-21 0-15,-43 0-16,0 0 15,0 0 1,0 0 0</inkml:trace>
  <inkml:trace contextRef="#ctx0" brushRef="#br1" timeOffset="-108573.63">20786 7324 0,'21'0'94,"-21"21"-78,21-21-16,1 42 15,-1-21 1,-21 1 0,21-1-1,0 0 1,0 0-1,0 21 1,1-21 0,-1-21-1,0 22 1,-21-1 0,21 21-1,0-21 1</inkml:trace>
  <inkml:trace contextRef="#ctx0" brushRef="#br1" timeOffset="-107714.22">21463 7324 0,'-42'0'109,"42"21"-109,-21 0 16,0-21 0,0 64-1,-22-22 1,-20 0 0,42 0-1,-22-20 1,1-1-1,21 21 1,-22-21 0</inkml:trace>
  <inkml:trace contextRef="#ctx0" brushRef="#br1" timeOffset="-106917.3">20490 7874 0,'21'0'62,"42"0"-46,1 0-16,105 0 15,-42 0 1,21 0 0,-21 0-1,-42 0 1,0 0-1,-64 0 1,0 0 15,0 0-31,0 0 16,1 0-16,-1 0 31,0 0-15,0 0-1</inkml:trace>
  <inkml:trace contextRef="#ctx0" brushRef="#br1" timeOffset="-105792.23">20511 8340 0,'0'0'0,"42"0"188,-21 0-188,43 21 16,21-21-16,-1 0 15,22 0-15,-21 0 16,-22 0-16,64 21 15,-106-21 1,22 0-16,20 0 31,-20 0-15,20 21 0,-42-21-1,22 21 1,-1-21-1,0 22 1,1-22 0,-22 0 31,0 0-47,-21 21 15,42-21 1,-21 21-1</inkml:trace>
  <inkml:trace contextRef="#ctx0" brushRef="#br1" timeOffset="-104745.3">21040 8064 0,'0'22'110,"0"41"-110,0-42 15,0 22 1,0-22-16,0 21 16,0 0-16,0-20 15,-21 20 1,21-21-16,-21 22 15,0-22 1,-1 21 0,-20 0-1,0 1 1,-1 20 0,1-20-1,21-22 1,0 0-1,0 0 17</inkml:trace>
  <inkml:trace contextRef="#ctx0" brushRef="#br1" timeOffset="-103620.24">21421 7980 0,'0'21'46,"21"21"-30,-21-21-16,0 22 16,0 41-1,21 1 1,-21 42 0,0-106-16,0 85 15,0-64 1,0 1-16,0-1 31,0 22-15,0 20-1,0-20 1,0-43 0,0 21-1,0-20 16,-21-22 188,0 0-203</inkml:trace>
  <inkml:trace contextRef="#ctx0" brushRef="#br1" timeOffset="-102776.46">22120 7705 0,'0'42'94,"0"0"-79,-43-21-15,22 43 16,0-22-16,-21 22 16,-1-1-1,22-42 1,21 1 15,-21-22-15</inkml:trace>
  <inkml:trace contextRef="#ctx0" brushRef="#br1" timeOffset="-101995.18">21971 8043 0,'22'-21'78,"20"0"-78,-21 21 0,21 0 16,22 0-16,-43-21 15,106-21 1,-21 20 0,-43 1-1,-20 0 1,-22 21 15,0 0-31,0 0 31,0 0-15,1 0 0,20 0-1,-21 0 1</inkml:trace>
  <inkml:trace contextRef="#ctx0" brushRef="#br1" timeOffset="-101213.88">22585 7514 0,'-21'0'16,"-21"21"-1,42 0-15,-21 22 16,-1-1-16,-20 22 16,-43 20-1,43 43 1,-43-42-1,1 42 1,20-42 0,1-1-1,-1 1 1,1 0 0,20-43 15,22 21-16,0-63-15,0 43 16,21-22-16,0 0 16,-21 0-1,0-21 1,21 22 0,-22-1-1,22 0 1</inkml:trace>
  <inkml:trace contextRef="#ctx0" brushRef="#br1" timeOffset="-99979.42">22183 8276 0,'21'-21'15,"0"21"-15,22-21 16,20 21-16,-20 0 16,84-21-1,-22-1 1,1 22 15,-42 0-15,-43 0-1,0 0 17,-21 22 15,0-1-16,0 21-31,-21 0 15,-43 22 1,1-22 0,-22 22-1,64-43-15,-64 42 16,85-41 0,-42-22-1,0 21 1,-43 0-1,43 21 1,-22-42 0,1 22-1,42-1 1,-1-21 0,1 0-1,21 21 1,-21-21-1,0 0 17,0 0-1,21 21-15,-21-21-1,-1 0 1,1 21-1</inkml:trace>
  <inkml:trace contextRef="#ctx0" brushRef="#br1" timeOffset="-98916.88">22056 8403 0,'0'-21'32,"42"21"46,-20 21-78,-1 0 15,0 1-15,42 20 16,1 21 0,-22 1-1,43-43 1,-43 43 0,22-43-1,-22 21 1,-21-42-1,22 21 1,-22 0 0,0-21-1,0 21 17,21-21-32,-20 0 15,20 0-15,-21 0 16,43 0-1,-22 0 1,21 0 0,-20 0-1,-1 0 1,0 0 0,-20 0-1</inkml:trace>
  <inkml:trace contextRef="#ctx0" brushRef="#br1" timeOffset="-97916.82">22733 7662 0,'22'0'125,"-1"0"-110,0 0-15,0 0 16,0 0-1,22 0 1,-1 0 0,-21 22-1,0-22 1,22 21 0,-22-21-1,-21 21 1,21-21-1,0 0 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47963" y="1524000"/>
            <a:ext cx="5789613" cy="1752600"/>
          </a:xfrm>
        </p:spPr>
        <p:txBody>
          <a:bodyPr/>
          <a:lstStyle>
            <a:lvl1pPr>
              <a:defRPr sz="5000" b="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47962" y="3962400"/>
            <a:ext cx="5786437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 b="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C6494-7E4E-4626-947D-1A770238C0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8045" y="1497141"/>
            <a:ext cx="1877731" cy="176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090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649F21-2000-4FBB-8D91-75F7BC4E3D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2936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5757CF-276D-45E9-A1A5-0784B8DE91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0001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6A1E5F-28C4-415D-A7D2-69D1047588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1617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A0C4D-185A-4468-AE80-A881EDFC1A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6709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BA431-F4F6-4220-9FF3-4CFDAF2082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0110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06D35C-AA5F-416F-90D4-A0FADE882C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678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BBF82-803B-4F16-9804-EF86F03F70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801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29C2D-3F4B-4BED-9277-F45754F844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5329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1881D1-EDB1-4731-BC75-277B63CE1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229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5A6AD3-3328-4185-9D9F-301D73795D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6950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7570788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j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F2DB2934-007C-4AB4-90B8-06DF940E3E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174093" y="12858"/>
            <a:ext cx="969348" cy="9205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b="1">
          <a:solidFill>
            <a:schemeClr val="tx1"/>
          </a:solidFill>
          <a:latin typeface="+mn-lt"/>
          <a:ea typeface="+mn-ea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b="1">
          <a:solidFill>
            <a:schemeClr val="tx1"/>
          </a:solidFill>
          <a:latin typeface="+mn-lt"/>
          <a:ea typeface="+mn-ea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b="1">
          <a:solidFill>
            <a:schemeClr val="tx1"/>
          </a:solidFill>
          <a:latin typeface="+mn-lt"/>
          <a:ea typeface="+mn-ea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47963" y="1524000"/>
            <a:ext cx="5789612" cy="1752600"/>
          </a:xfrm>
        </p:spPr>
        <p:txBody>
          <a:bodyPr anchor="ctr"/>
          <a:lstStyle/>
          <a:p>
            <a:pPr eaLnBrk="1" hangingPunct="1"/>
            <a:r>
              <a:rPr lang="zh-CN" altLang="en-US" b="1"/>
              <a:t>网络编程技术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63713" y="3962400"/>
            <a:ext cx="6770687" cy="1752600"/>
          </a:xfrm>
        </p:spPr>
        <p:txBody>
          <a:bodyPr/>
          <a:lstStyle/>
          <a:p>
            <a:pPr eaLnBrk="1" hangingPunct="1"/>
            <a:r>
              <a:rPr lang="zh-CN" altLang="en-US" b="1" dirty="0"/>
              <a:t>第五讲 </a:t>
            </a:r>
            <a:r>
              <a:rPr lang="en-US" altLang="zh-CN" b="1" dirty="0"/>
              <a:t>TCP</a:t>
            </a:r>
            <a:r>
              <a:rPr lang="zh-CN" altLang="en-US" b="1" dirty="0"/>
              <a:t>客户</a:t>
            </a:r>
            <a:r>
              <a:rPr lang="en-US" altLang="zh-CN" b="1" dirty="0"/>
              <a:t>-</a:t>
            </a:r>
            <a:r>
              <a:rPr lang="zh-CN" altLang="en-US" b="1" dirty="0"/>
              <a:t>服务器程序例子</a:t>
            </a:r>
            <a:endParaRPr lang="en-US" altLang="zh-CN" b="1" dirty="0"/>
          </a:p>
          <a:p>
            <a:pPr eaLnBrk="1" hangingPunct="1"/>
            <a:r>
              <a:rPr lang="zh-CN" altLang="en-US" b="1" dirty="0"/>
              <a:t>王伟</a:t>
            </a:r>
          </a:p>
          <a:p>
            <a:pPr eaLnBrk="1" hangingPunct="1"/>
            <a:r>
              <a:rPr lang="en-US" altLang="zh-CN" b="1" dirty="0"/>
              <a:t>wellwang@126</a:t>
            </a:r>
            <a:r>
              <a:rPr lang="en-US" altLang="zh-CN" b="1"/>
              <a:t>.com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4968875"/>
          </a:xfrm>
        </p:spPr>
        <p:txBody>
          <a:bodyPr/>
          <a:lstStyle/>
          <a:p>
            <a:pPr eaLnBrk="1" hangingPunct="1"/>
            <a:r>
              <a:rPr lang="zh-CN" altLang="en-US" dirty="0"/>
              <a:t>概述</a:t>
            </a:r>
            <a:endParaRPr lang="en-US" altLang="zh-CN" dirty="0"/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TCP</a:t>
            </a:r>
            <a:r>
              <a:rPr lang="zh-CN" altLang="en-US" dirty="0">
                <a:solidFill>
                  <a:srgbClr val="FF0000"/>
                </a:solidFill>
              </a:rPr>
              <a:t>回射服务器</a:t>
            </a:r>
            <a:r>
              <a:rPr lang="en-US" altLang="zh-CN">
                <a:solidFill>
                  <a:srgbClr val="FF0000"/>
                </a:solidFill>
              </a:rPr>
              <a:t>-</a:t>
            </a:r>
            <a:r>
              <a:rPr lang="zh-CN" altLang="en-US">
                <a:solidFill>
                  <a:srgbClr val="FF0000"/>
                </a:solidFill>
              </a:rPr>
              <a:t>客户</a:t>
            </a:r>
            <a:r>
              <a:rPr lang="zh-CN" altLang="en-US" dirty="0">
                <a:solidFill>
                  <a:srgbClr val="FF0000"/>
                </a:solidFill>
              </a:rPr>
              <a:t>程序</a:t>
            </a: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正常启动与终止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 err="1"/>
              <a:t>Posix</a:t>
            </a:r>
            <a:r>
              <a:rPr lang="zh-CN" altLang="en-US" dirty="0"/>
              <a:t>信号处理</a:t>
            </a:r>
            <a:endParaRPr lang="en-US" altLang="zh-CN" dirty="0"/>
          </a:p>
          <a:p>
            <a:pPr eaLnBrk="1" hangingPunct="1"/>
            <a:r>
              <a:rPr lang="zh-CN" altLang="en-US" dirty="0"/>
              <a:t>处理</a:t>
            </a:r>
            <a:r>
              <a:rPr lang="en-US" altLang="zh-CN" dirty="0"/>
              <a:t>SIGCHLD</a:t>
            </a:r>
            <a:r>
              <a:rPr lang="zh-CN" altLang="en-US" dirty="0"/>
              <a:t>信号</a:t>
            </a:r>
            <a:endParaRPr lang="en-US" altLang="zh-CN" dirty="0"/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wait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 err="1">
                <a:solidFill>
                  <a:srgbClr val="FF0000"/>
                </a:solidFill>
              </a:rPr>
              <a:t>waitpid</a:t>
            </a:r>
            <a:r>
              <a:rPr lang="zh-CN" altLang="en-US" dirty="0">
                <a:solidFill>
                  <a:srgbClr val="FF0000"/>
                </a:solidFill>
              </a:rPr>
              <a:t>函数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/>
              <a:t>程序运行异常处理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数据格式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/>
              <a:t>小结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ChangeArrowheads="1"/>
          </p:cNvSpPr>
          <p:nvPr/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200">
                <a:solidFill>
                  <a:schemeClr val="tx2"/>
                </a:solidFill>
                <a:latin typeface="Garamond" panose="02020404030301010803" pitchFamily="18" charset="0"/>
              </a:rPr>
              <a:t>一、概述</a:t>
            </a:r>
          </a:p>
        </p:txBody>
      </p:sp>
      <p:pic>
        <p:nvPicPr>
          <p:cNvPr id="7171" name="Picture 4" descr="D:\简单的回射客户-服务器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557338"/>
            <a:ext cx="7862887" cy="151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84213" y="3357563"/>
            <a:ext cx="7848600" cy="50323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000" kern="0" dirty="0"/>
              <a:t>1</a:t>
            </a:r>
            <a:r>
              <a:rPr lang="zh-CN" altLang="en-US" sz="2000" kern="0" dirty="0"/>
              <a:t>）客户从标准输入读一行文本，写到服务器上；</a:t>
            </a:r>
            <a:endParaRPr lang="en-US" altLang="zh-CN" sz="2000" kern="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84213" y="4076700"/>
            <a:ext cx="7848600" cy="5048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000" kern="0" dirty="0"/>
              <a:t>2</a:t>
            </a:r>
            <a:r>
              <a:rPr lang="zh-CN" altLang="en-US" sz="2000" kern="0" dirty="0"/>
              <a:t>）服务器从网络输入读此行，并回射给客户；</a:t>
            </a:r>
            <a:endParaRPr lang="en-US" altLang="zh-CN" sz="2000" kern="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4213" y="4797425"/>
            <a:ext cx="7848600" cy="50323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000" kern="0" dirty="0"/>
              <a:t>3</a:t>
            </a:r>
            <a:r>
              <a:rPr lang="zh-CN" altLang="en-US" sz="2000" kern="0" dirty="0"/>
              <a:t>）客户读此回射行并写到标准输出。</a:t>
            </a:r>
            <a:endParaRPr lang="en-US" altLang="zh-CN" sz="2000" kern="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/>
              <p14:cNvContentPartPr/>
              <p14:nvPr/>
            </p14:nvContentPartPr>
            <p14:xfrm>
              <a:off x="1737360" y="685800"/>
              <a:ext cx="7308000" cy="253800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8000" y="676440"/>
                <a:ext cx="7326720" cy="2556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二、</a:t>
            </a:r>
            <a:r>
              <a:rPr lang="en-US" altLang="zh-CN"/>
              <a:t>TCP</a:t>
            </a:r>
            <a:r>
              <a:rPr lang="zh-CN" altLang="en-US"/>
              <a:t>回射服务器</a:t>
            </a:r>
            <a:r>
              <a:rPr lang="en-US" altLang="zh-CN"/>
              <a:t>/</a:t>
            </a:r>
            <a:r>
              <a:rPr lang="zh-CN" altLang="en-US"/>
              <a:t>客户程序</a:t>
            </a:r>
            <a:br>
              <a:rPr lang="zh-CN" altLang="en-US"/>
            </a:br>
            <a:br>
              <a:rPr lang="zh-CN" altLang="en-US"/>
            </a:br>
            <a:endParaRPr lang="zh-CN" altLang="en-US"/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684213" y="1397000"/>
            <a:ext cx="7848600" cy="8921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服务器程序：</a:t>
            </a:r>
            <a:endParaRPr lang="en-US" altLang="zh-CN" sz="2000" b="1" dirty="0"/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Socket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Bind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Listen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Accept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Fork</a:t>
            </a:r>
            <a:r>
              <a:rPr lang="zh-CN" altLang="en-US" sz="2000" b="1" dirty="0"/>
              <a:t>，</a:t>
            </a:r>
            <a:r>
              <a:rPr lang="en-US" altLang="zh-CN" sz="2000" b="1" dirty="0" err="1">
                <a:solidFill>
                  <a:srgbClr val="FF0000"/>
                </a:solidFill>
              </a:rPr>
              <a:t>str_echo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Close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84213" y="2492375"/>
            <a:ext cx="7848600" cy="100806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defPPr>
              <a:defRPr lang="zh-CN"/>
            </a:defPPr>
            <a:lvl1pPr marL="0" indent="0" eaLnBrk="1" hangingPunct="1"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 sz="2000" b="1" kern="0">
                <a:solidFill>
                  <a:schemeClr val="tx1"/>
                </a:solidFill>
              </a:defRPr>
            </a:lvl1pPr>
            <a:lvl2pPr marL="669925" indent="-325438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 b="1">
                <a:solidFill>
                  <a:schemeClr val="tx1"/>
                </a:solidFill>
              </a:defRPr>
            </a:lvl2pPr>
            <a:lvl3pPr marL="1022350" indent="-350838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 b="1">
                <a:solidFill>
                  <a:schemeClr val="tx1"/>
                </a:solidFill>
              </a:defRPr>
            </a:lvl3pPr>
            <a:lvl4pPr marL="1339850" indent="-31591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 b="1">
                <a:solidFill>
                  <a:schemeClr val="tx1"/>
                </a:solidFill>
              </a:defRPr>
            </a:lvl4pPr>
            <a:lvl5pPr marL="1681163" indent="-339725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9pPr>
          </a:lstStyle>
          <a:p>
            <a:pPr>
              <a:defRPr/>
            </a:pPr>
            <a:r>
              <a:rPr lang="en-US" altLang="zh-CN" dirty="0" err="1"/>
              <a:t>str_echo</a:t>
            </a:r>
            <a:r>
              <a:rPr lang="zh-CN" altLang="en-US" dirty="0"/>
              <a:t>函数：</a:t>
            </a:r>
            <a:endParaRPr lang="en-US" altLang="zh-CN" dirty="0"/>
          </a:p>
          <a:p>
            <a:pPr>
              <a:defRPr/>
            </a:pPr>
            <a:r>
              <a:rPr lang="en-US" altLang="zh-CN" dirty="0" err="1"/>
              <a:t>Readline</a:t>
            </a:r>
            <a:r>
              <a:rPr lang="zh-CN" altLang="en-US" dirty="0"/>
              <a:t>，</a:t>
            </a:r>
            <a:r>
              <a:rPr lang="en-US" altLang="zh-CN" dirty="0" err="1"/>
              <a:t>Writen</a:t>
            </a:r>
            <a:endParaRPr lang="zh-CN" altLang="en-US" dirty="0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84213" y="3716338"/>
            <a:ext cx="7848600" cy="100806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defPPr>
              <a:defRPr lang="zh-CN"/>
            </a:defPPr>
            <a:lvl1pPr marL="0" indent="0" eaLnBrk="1" hangingPunct="1"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 sz="2000" b="1" kern="0">
                <a:solidFill>
                  <a:schemeClr val="tx1"/>
                </a:solidFill>
              </a:defRPr>
            </a:lvl1pPr>
            <a:lvl2pPr marL="669925" indent="-325438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 b="1">
                <a:solidFill>
                  <a:schemeClr val="tx1"/>
                </a:solidFill>
              </a:defRPr>
            </a:lvl2pPr>
            <a:lvl3pPr marL="1022350" indent="-350838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 b="1">
                <a:solidFill>
                  <a:schemeClr val="tx1"/>
                </a:solidFill>
              </a:defRPr>
            </a:lvl3pPr>
            <a:lvl4pPr marL="1339850" indent="-31591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 b="1">
                <a:solidFill>
                  <a:schemeClr val="tx1"/>
                </a:solidFill>
              </a:defRPr>
            </a:lvl4pPr>
            <a:lvl5pPr marL="1681163" indent="-339725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9pPr>
          </a:lstStyle>
          <a:p>
            <a:pPr>
              <a:defRPr/>
            </a:pPr>
            <a:r>
              <a:rPr lang="zh-CN" altLang="en-US" dirty="0"/>
              <a:t>客户程序：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Socket</a:t>
            </a:r>
            <a:r>
              <a:rPr lang="zh-CN" altLang="en-US" dirty="0"/>
              <a:t>，</a:t>
            </a:r>
            <a:r>
              <a:rPr lang="en-US" altLang="zh-CN" dirty="0" err="1"/>
              <a:t>Inet_pton</a:t>
            </a:r>
            <a:r>
              <a:rPr lang="zh-CN" altLang="en-US" dirty="0"/>
              <a:t>，</a:t>
            </a:r>
            <a:r>
              <a:rPr lang="en-US" altLang="zh-CN" dirty="0"/>
              <a:t>Connect</a:t>
            </a:r>
            <a:r>
              <a:rPr lang="zh-CN" altLang="en-US" dirty="0"/>
              <a:t>，</a:t>
            </a:r>
            <a:r>
              <a:rPr lang="en-US" altLang="zh-CN" dirty="0" err="1">
                <a:solidFill>
                  <a:srgbClr val="FF0000"/>
                </a:solidFill>
              </a:rPr>
              <a:t>str_cli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684213" y="4941888"/>
            <a:ext cx="7848600" cy="100806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defPPr>
              <a:defRPr lang="zh-CN"/>
            </a:defPPr>
            <a:lvl1pPr marL="0" indent="0" eaLnBrk="1" hangingPunct="1"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 sz="2000" b="1" kern="0">
                <a:solidFill>
                  <a:schemeClr val="tx1"/>
                </a:solidFill>
              </a:defRPr>
            </a:lvl1pPr>
            <a:lvl2pPr marL="669925" indent="-325438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 b="1">
                <a:solidFill>
                  <a:schemeClr val="tx1"/>
                </a:solidFill>
              </a:defRPr>
            </a:lvl2pPr>
            <a:lvl3pPr marL="1022350" indent="-350838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 b="1">
                <a:solidFill>
                  <a:schemeClr val="tx1"/>
                </a:solidFill>
              </a:defRPr>
            </a:lvl3pPr>
            <a:lvl4pPr marL="1339850" indent="-31591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 b="1">
                <a:solidFill>
                  <a:schemeClr val="tx1"/>
                </a:solidFill>
              </a:defRPr>
            </a:lvl4pPr>
            <a:lvl5pPr marL="1681163" indent="-339725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</a:defRPr>
            </a:lvl9pPr>
          </a:lstStyle>
          <a:p>
            <a:pPr>
              <a:defRPr/>
            </a:pPr>
            <a:r>
              <a:rPr lang="en-US" altLang="zh-CN" dirty="0" err="1"/>
              <a:t>str_cli</a:t>
            </a:r>
            <a:r>
              <a:rPr lang="zh-CN" altLang="en-US" dirty="0"/>
              <a:t>函数：</a:t>
            </a:r>
            <a:endParaRPr lang="en-US" altLang="zh-CN" dirty="0"/>
          </a:p>
          <a:p>
            <a:pPr>
              <a:defRPr/>
            </a:pPr>
            <a:r>
              <a:rPr lang="en-US" altLang="zh-CN" dirty="0" err="1"/>
              <a:t>Fgets</a:t>
            </a:r>
            <a:r>
              <a:rPr lang="zh-CN" altLang="en-US" dirty="0"/>
              <a:t>，</a:t>
            </a:r>
            <a:r>
              <a:rPr lang="en-US" altLang="zh-CN" dirty="0" err="1"/>
              <a:t>Writen</a:t>
            </a:r>
            <a:r>
              <a:rPr lang="zh-CN" altLang="en-US" dirty="0"/>
              <a:t>，</a:t>
            </a:r>
            <a:r>
              <a:rPr lang="en-US" altLang="zh-CN" dirty="0" err="1"/>
              <a:t>Readline</a:t>
            </a:r>
            <a:r>
              <a:rPr lang="zh-CN" altLang="en-US" dirty="0"/>
              <a:t>，</a:t>
            </a:r>
            <a:r>
              <a:rPr lang="en-US" altLang="zh-CN" dirty="0" err="1"/>
              <a:t>Fputs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三、正常启动与终止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611188" y="1341438"/>
            <a:ext cx="7921625" cy="45085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./tcpserv01  &amp;</a:t>
            </a:r>
            <a:endParaRPr lang="zh-CN" altLang="en-US" sz="2000" b="1" dirty="0">
              <a:solidFill>
                <a:srgbClr val="000000"/>
              </a:solidFill>
            </a:endParaRP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11188" y="1989138"/>
            <a:ext cx="7921625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服务器启动后，调用</a:t>
            </a:r>
            <a:r>
              <a:rPr lang="en-US" altLang="zh-CN" sz="2000" b="1" dirty="0">
                <a:solidFill>
                  <a:srgbClr val="000000"/>
                </a:solidFill>
              </a:rPr>
              <a:t>socket</a:t>
            </a:r>
            <a:r>
              <a:rPr lang="zh-CN" altLang="en-US" sz="2000" b="1" dirty="0">
                <a:solidFill>
                  <a:srgbClr val="000000"/>
                </a:solidFill>
              </a:rPr>
              <a:t>、</a:t>
            </a:r>
            <a:r>
              <a:rPr lang="en-US" altLang="zh-CN" sz="2000" b="1" dirty="0">
                <a:solidFill>
                  <a:srgbClr val="000000"/>
                </a:solidFill>
              </a:rPr>
              <a:t>bind</a:t>
            </a:r>
            <a:r>
              <a:rPr lang="zh-CN" altLang="en-US" sz="2000" b="1" dirty="0">
                <a:solidFill>
                  <a:srgbClr val="000000"/>
                </a:solidFill>
              </a:rPr>
              <a:t>、 </a:t>
            </a:r>
            <a:r>
              <a:rPr lang="en-US" altLang="zh-CN" sz="2000" b="1" dirty="0">
                <a:solidFill>
                  <a:srgbClr val="000000"/>
                </a:solidFill>
              </a:rPr>
              <a:t>listen</a:t>
            </a:r>
            <a:r>
              <a:rPr lang="zh-CN" altLang="en-US" sz="2000" b="1" dirty="0">
                <a:solidFill>
                  <a:srgbClr val="000000"/>
                </a:solidFill>
              </a:rPr>
              <a:t>和</a:t>
            </a:r>
            <a:r>
              <a:rPr lang="en-US" altLang="zh-CN" sz="2000" b="1" dirty="0">
                <a:solidFill>
                  <a:srgbClr val="000000"/>
                </a:solidFill>
              </a:rPr>
              <a:t>accept</a:t>
            </a:r>
            <a:r>
              <a:rPr lang="zh-CN" altLang="en-US" sz="2000" b="1" dirty="0">
                <a:solidFill>
                  <a:srgbClr val="000000"/>
                </a:solidFill>
              </a:rPr>
              <a:t>，并阻塞于</a:t>
            </a:r>
            <a:r>
              <a:rPr lang="en-US" altLang="zh-CN" sz="2000" b="1" dirty="0">
                <a:solidFill>
                  <a:srgbClr val="000000"/>
                </a:solidFill>
              </a:rPr>
              <a:t>accept</a:t>
            </a:r>
            <a:r>
              <a:rPr lang="zh-CN" altLang="en-US" sz="2000" b="1" dirty="0">
                <a:solidFill>
                  <a:srgbClr val="000000"/>
                </a:solidFill>
              </a:rPr>
              <a:t>调用（还没有启动客户）。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三、正常启动与终止</a:t>
            </a: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468313" y="1196975"/>
            <a:ext cx="8280400" cy="12922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客户调用</a:t>
            </a:r>
            <a:r>
              <a:rPr lang="en-US" altLang="zh-CN" sz="2000" b="1" dirty="0">
                <a:solidFill>
                  <a:srgbClr val="000000"/>
                </a:solidFill>
              </a:rPr>
              <a:t>socket </a:t>
            </a:r>
            <a:r>
              <a:rPr lang="zh-CN" altLang="en-US" sz="2000" b="1" dirty="0">
                <a:solidFill>
                  <a:srgbClr val="000000"/>
                </a:solidFill>
              </a:rPr>
              <a:t>和</a:t>
            </a:r>
            <a:r>
              <a:rPr lang="en-US" altLang="zh-CN" sz="2000" b="1" dirty="0">
                <a:solidFill>
                  <a:srgbClr val="000000"/>
                </a:solidFill>
              </a:rPr>
              <a:t>connect</a:t>
            </a:r>
            <a:r>
              <a:rPr lang="zh-CN" altLang="en-US" sz="2000" b="1" dirty="0">
                <a:solidFill>
                  <a:srgbClr val="000000"/>
                </a:solidFill>
              </a:rPr>
              <a:t>，后者引起</a:t>
            </a:r>
            <a:r>
              <a:rPr lang="en-US" altLang="zh-CN" sz="2000" b="1" dirty="0">
                <a:solidFill>
                  <a:srgbClr val="000000"/>
                </a:solidFill>
              </a:rPr>
              <a:t>TCP</a:t>
            </a:r>
            <a:r>
              <a:rPr lang="zh-CN" altLang="en-US" sz="2000" b="1" dirty="0">
                <a:solidFill>
                  <a:srgbClr val="000000"/>
                </a:solidFill>
              </a:rPr>
              <a:t>的三路握手过程。当三路握手完成后，</a:t>
            </a:r>
            <a:r>
              <a:rPr lang="en-US" altLang="zh-CN" sz="2000" b="1" dirty="0">
                <a:solidFill>
                  <a:srgbClr val="000000"/>
                </a:solidFill>
              </a:rPr>
              <a:t>connect</a:t>
            </a:r>
            <a:r>
              <a:rPr lang="zh-CN" altLang="en-US" sz="2000" b="1" dirty="0">
                <a:solidFill>
                  <a:srgbClr val="000000"/>
                </a:solidFill>
              </a:rPr>
              <a:t>返回客户，</a:t>
            </a:r>
            <a:r>
              <a:rPr lang="en-US" altLang="zh-CN" sz="2000" b="1" dirty="0">
                <a:solidFill>
                  <a:srgbClr val="000000"/>
                </a:solidFill>
              </a:rPr>
              <a:t>accept </a:t>
            </a:r>
            <a:r>
              <a:rPr lang="zh-CN" altLang="en-US" sz="2000" b="1" dirty="0">
                <a:solidFill>
                  <a:srgbClr val="000000"/>
                </a:solidFill>
              </a:rPr>
              <a:t>返回服务器，连接建立，接着执行以下步骤：</a:t>
            </a:r>
          </a:p>
        </p:txBody>
      </p:sp>
      <p:sp>
        <p:nvSpPr>
          <p:cNvPr id="8" name="TextBox 2"/>
          <p:cNvSpPr txBox="1">
            <a:spLocks noChangeArrowheads="1"/>
          </p:cNvSpPr>
          <p:nvPr/>
        </p:nvSpPr>
        <p:spPr bwMode="auto">
          <a:xfrm>
            <a:off x="468313" y="2605088"/>
            <a:ext cx="8280400" cy="8921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</a:rPr>
              <a:t>）客户调用</a:t>
            </a:r>
            <a:r>
              <a:rPr lang="en-US" altLang="zh-CN" sz="2000" b="1" dirty="0" err="1">
                <a:solidFill>
                  <a:srgbClr val="000000"/>
                </a:solidFill>
              </a:rPr>
              <a:t>str_cli</a:t>
            </a:r>
            <a:r>
              <a:rPr lang="zh-CN" altLang="en-US" sz="2000" b="1" dirty="0">
                <a:solidFill>
                  <a:srgbClr val="000000"/>
                </a:solidFill>
              </a:rPr>
              <a:t>函数，该函数将阻塞于</a:t>
            </a:r>
            <a:r>
              <a:rPr lang="en-US" altLang="zh-CN" sz="2000" b="1" dirty="0" err="1">
                <a:solidFill>
                  <a:srgbClr val="000000"/>
                </a:solidFill>
              </a:rPr>
              <a:t>fgets</a:t>
            </a:r>
            <a:r>
              <a:rPr lang="zh-CN" altLang="en-US" sz="2000" b="1" dirty="0">
                <a:solidFill>
                  <a:srgbClr val="000000"/>
                </a:solidFill>
              </a:rPr>
              <a:t>调用，因为我们还从未输入过一行文本。</a:t>
            </a: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468313" y="3597275"/>
            <a:ext cx="8280400" cy="8921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</a:rPr>
              <a:t>）当</a:t>
            </a:r>
            <a:r>
              <a:rPr lang="en-US" altLang="zh-CN" sz="2000" b="1" dirty="0">
                <a:solidFill>
                  <a:srgbClr val="000000"/>
                </a:solidFill>
              </a:rPr>
              <a:t>accept</a:t>
            </a:r>
            <a:r>
              <a:rPr lang="zh-CN" altLang="en-US" sz="2000" b="1" dirty="0">
                <a:solidFill>
                  <a:srgbClr val="000000"/>
                </a:solidFill>
              </a:rPr>
              <a:t>返回服务器后，服务器调用</a:t>
            </a:r>
            <a:r>
              <a:rPr lang="en-US" altLang="zh-CN" sz="2000" b="1" dirty="0">
                <a:solidFill>
                  <a:srgbClr val="000000"/>
                </a:solidFill>
              </a:rPr>
              <a:t>fork</a:t>
            </a:r>
            <a:r>
              <a:rPr lang="zh-CN" altLang="en-US" sz="2000" b="1" dirty="0">
                <a:solidFill>
                  <a:srgbClr val="000000"/>
                </a:solidFill>
              </a:rPr>
              <a:t>。由子进程调用</a:t>
            </a:r>
            <a:r>
              <a:rPr lang="en-US" altLang="zh-CN" sz="2000" b="1" dirty="0" err="1">
                <a:solidFill>
                  <a:srgbClr val="000000"/>
                </a:solidFill>
              </a:rPr>
              <a:t>str_echo</a:t>
            </a:r>
            <a:r>
              <a:rPr lang="zh-CN" altLang="en-US" sz="2000" b="1" dirty="0">
                <a:solidFill>
                  <a:srgbClr val="000000"/>
                </a:solidFill>
              </a:rPr>
              <a:t>。此函数调用</a:t>
            </a:r>
            <a:r>
              <a:rPr lang="en-US" altLang="zh-CN" sz="2000" b="1" dirty="0" err="1">
                <a:solidFill>
                  <a:srgbClr val="000000"/>
                </a:solidFill>
              </a:rPr>
              <a:t>readline</a:t>
            </a:r>
            <a:r>
              <a:rPr lang="zh-CN" altLang="en-US" sz="2000" b="1" dirty="0">
                <a:solidFill>
                  <a:srgbClr val="000000"/>
                </a:solidFill>
              </a:rPr>
              <a:t>，它又因调用</a:t>
            </a:r>
            <a:r>
              <a:rPr lang="en-US" altLang="zh-CN" sz="2000" b="1" dirty="0">
                <a:solidFill>
                  <a:srgbClr val="000000"/>
                </a:solidFill>
              </a:rPr>
              <a:t>read</a:t>
            </a:r>
            <a:r>
              <a:rPr lang="zh-CN" altLang="en-US" sz="2000" b="1" dirty="0">
                <a:solidFill>
                  <a:srgbClr val="000000"/>
                </a:solidFill>
              </a:rPr>
              <a:t>而阻塞，等待客户送出一行。</a:t>
            </a:r>
          </a:p>
        </p:txBody>
      </p:sp>
      <p:sp>
        <p:nvSpPr>
          <p:cNvPr id="10" name="TextBox 2"/>
          <p:cNvSpPr txBox="1">
            <a:spLocks noChangeArrowheads="1"/>
          </p:cNvSpPr>
          <p:nvPr/>
        </p:nvSpPr>
        <p:spPr bwMode="auto">
          <a:xfrm>
            <a:off x="468313" y="4652963"/>
            <a:ext cx="8280400" cy="8921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</a:rPr>
              <a:t>）另一方面，服务器父进程再次调用</a:t>
            </a:r>
            <a:r>
              <a:rPr lang="en-US" altLang="zh-CN" sz="2000" b="1" dirty="0">
                <a:solidFill>
                  <a:srgbClr val="000000"/>
                </a:solidFill>
              </a:rPr>
              <a:t>accept </a:t>
            </a:r>
            <a:r>
              <a:rPr lang="zh-CN" altLang="en-US" sz="2000" b="1" dirty="0">
                <a:solidFill>
                  <a:srgbClr val="000000"/>
                </a:solidFill>
              </a:rPr>
              <a:t>阻塞，等待下一个客户连接。</a:t>
            </a:r>
          </a:p>
        </p:txBody>
      </p:sp>
      <p:sp>
        <p:nvSpPr>
          <p:cNvPr id="11" name="TextBox 2"/>
          <p:cNvSpPr txBox="1">
            <a:spLocks noChangeArrowheads="1"/>
          </p:cNvSpPr>
          <p:nvPr/>
        </p:nvSpPr>
        <p:spPr bwMode="auto">
          <a:xfrm>
            <a:off x="468313" y="5732463"/>
            <a:ext cx="8280400" cy="84931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FF0000"/>
                </a:solidFill>
              </a:rPr>
              <a:t>至此，我们有三个进程，它们都在睡眠（阻塞）：客户、服务器父进程和服务器子进程。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三、正常启动与终止</a:t>
            </a: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468313" y="1196975"/>
            <a:ext cx="8280400" cy="4921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在标准输入上输入，得到回射。键入</a:t>
            </a:r>
            <a:r>
              <a:rPr lang="en-US" altLang="zh-CN" sz="2000" b="1" dirty="0">
                <a:solidFill>
                  <a:srgbClr val="000000"/>
                </a:solidFill>
              </a:rPr>
              <a:t>EOF</a:t>
            </a:r>
            <a:r>
              <a:rPr lang="zh-CN" altLang="en-US" sz="2000" b="1" dirty="0">
                <a:solidFill>
                  <a:srgbClr val="000000"/>
                </a:solidFill>
              </a:rPr>
              <a:t>字符（</a:t>
            </a:r>
            <a:r>
              <a:rPr lang="en-US" altLang="zh-CN" sz="2000" b="1" dirty="0" err="1">
                <a:solidFill>
                  <a:srgbClr val="000000"/>
                </a:solidFill>
              </a:rPr>
              <a:t>Ctrl+D</a:t>
            </a:r>
            <a:r>
              <a:rPr lang="zh-CN" altLang="en-US" sz="2000" b="1" dirty="0">
                <a:solidFill>
                  <a:srgbClr val="000000"/>
                </a:solidFill>
              </a:rPr>
              <a:t>）以终止客户。</a:t>
            </a:r>
          </a:p>
        </p:txBody>
      </p:sp>
      <p:sp>
        <p:nvSpPr>
          <p:cNvPr id="8" name="TextBox 2"/>
          <p:cNvSpPr txBox="1">
            <a:spLocks noChangeArrowheads="1"/>
          </p:cNvSpPr>
          <p:nvPr/>
        </p:nvSpPr>
        <p:spPr bwMode="auto">
          <a:xfrm>
            <a:off x="468313" y="1828800"/>
            <a:ext cx="8280400" cy="8921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</a:rPr>
              <a:t>）当我们键入</a:t>
            </a:r>
            <a:r>
              <a:rPr lang="en-US" altLang="zh-CN" sz="2000" b="1" dirty="0">
                <a:solidFill>
                  <a:srgbClr val="000000"/>
                </a:solidFill>
              </a:rPr>
              <a:t>EOF</a:t>
            </a:r>
            <a:r>
              <a:rPr lang="zh-CN" altLang="en-US" sz="2000" b="1" dirty="0">
                <a:solidFill>
                  <a:srgbClr val="000000"/>
                </a:solidFill>
              </a:rPr>
              <a:t>（</a:t>
            </a:r>
            <a:r>
              <a:rPr lang="en-US" altLang="zh-CN" sz="2000" b="1" dirty="0" err="1">
                <a:solidFill>
                  <a:srgbClr val="000000"/>
                </a:solidFill>
              </a:rPr>
              <a:t>Ctrl+D</a:t>
            </a:r>
            <a:r>
              <a:rPr lang="zh-CN" altLang="en-US" sz="2000" b="1" dirty="0">
                <a:solidFill>
                  <a:srgbClr val="000000"/>
                </a:solidFill>
              </a:rPr>
              <a:t>）字符时，</a:t>
            </a:r>
            <a:r>
              <a:rPr lang="en-US" altLang="zh-CN" sz="2000" b="1" dirty="0" err="1">
                <a:solidFill>
                  <a:srgbClr val="000000"/>
                </a:solidFill>
              </a:rPr>
              <a:t>fgets</a:t>
            </a:r>
            <a:r>
              <a:rPr lang="zh-CN" altLang="en-US" sz="2000" b="1" dirty="0">
                <a:solidFill>
                  <a:srgbClr val="000000"/>
                </a:solidFill>
              </a:rPr>
              <a:t>返回一个空指针，于是</a:t>
            </a:r>
            <a:r>
              <a:rPr lang="en-US" altLang="zh-CN" sz="2000" b="1" dirty="0" err="1">
                <a:solidFill>
                  <a:srgbClr val="000000"/>
                </a:solidFill>
              </a:rPr>
              <a:t>str_cli</a:t>
            </a:r>
            <a:r>
              <a:rPr lang="zh-CN" altLang="en-US" sz="2000" b="1" dirty="0">
                <a:solidFill>
                  <a:srgbClr val="000000"/>
                </a:solidFill>
              </a:rPr>
              <a:t>返回。</a:t>
            </a: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468313" y="2820988"/>
            <a:ext cx="8280400" cy="4476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</a:rPr>
              <a:t>）当</a:t>
            </a:r>
            <a:r>
              <a:rPr lang="en-US" altLang="zh-CN" sz="2000" b="1" dirty="0" err="1">
                <a:solidFill>
                  <a:srgbClr val="000000"/>
                </a:solidFill>
              </a:rPr>
              <a:t>str_cli</a:t>
            </a:r>
            <a:r>
              <a:rPr lang="zh-CN" altLang="en-US" sz="2000" b="1" dirty="0">
                <a:solidFill>
                  <a:srgbClr val="000000"/>
                </a:solidFill>
              </a:rPr>
              <a:t>返回到客户的函数</a:t>
            </a:r>
            <a:r>
              <a:rPr lang="en-US" altLang="zh-CN" sz="2000" b="1" dirty="0">
                <a:solidFill>
                  <a:srgbClr val="000000"/>
                </a:solidFill>
              </a:rPr>
              <a:t>main</a:t>
            </a:r>
            <a:r>
              <a:rPr lang="zh-CN" altLang="en-US" sz="2000" b="1" dirty="0">
                <a:solidFill>
                  <a:srgbClr val="000000"/>
                </a:solidFill>
              </a:rPr>
              <a:t>时，</a:t>
            </a:r>
            <a:r>
              <a:rPr lang="en-US" altLang="zh-CN" sz="2000" b="1" dirty="0">
                <a:solidFill>
                  <a:srgbClr val="000000"/>
                </a:solidFill>
              </a:rPr>
              <a:t>main</a:t>
            </a:r>
            <a:r>
              <a:rPr lang="zh-CN" altLang="en-US" sz="2000" b="1" dirty="0">
                <a:solidFill>
                  <a:srgbClr val="000000"/>
                </a:solidFill>
              </a:rPr>
              <a:t>通过调用</a:t>
            </a:r>
            <a:r>
              <a:rPr lang="en-US" altLang="zh-CN" sz="2000" b="1" dirty="0">
                <a:solidFill>
                  <a:srgbClr val="000000"/>
                </a:solidFill>
              </a:rPr>
              <a:t>exit</a:t>
            </a:r>
            <a:r>
              <a:rPr lang="zh-CN" altLang="en-US" sz="2000" b="1" dirty="0">
                <a:solidFill>
                  <a:srgbClr val="000000"/>
                </a:solidFill>
              </a:rPr>
              <a:t>终止。</a:t>
            </a:r>
          </a:p>
        </p:txBody>
      </p:sp>
      <p:sp>
        <p:nvSpPr>
          <p:cNvPr id="10" name="TextBox 2"/>
          <p:cNvSpPr txBox="1">
            <a:spLocks noChangeArrowheads="1"/>
          </p:cNvSpPr>
          <p:nvPr/>
        </p:nvSpPr>
        <p:spPr bwMode="auto">
          <a:xfrm>
            <a:off x="468313" y="3429000"/>
            <a:ext cx="8280400" cy="12477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</a:rPr>
              <a:t>）进程终止处理的一部分是关闭所有打开的描述字，所以客户套接口由内核关闭。这导致客户</a:t>
            </a:r>
            <a:r>
              <a:rPr lang="en-US" altLang="zh-CN" sz="2000" b="1" dirty="0">
                <a:solidFill>
                  <a:srgbClr val="000000"/>
                </a:solidFill>
              </a:rPr>
              <a:t>TCP</a:t>
            </a:r>
            <a:r>
              <a:rPr lang="zh-CN" altLang="en-US" sz="2000" b="1" dirty="0">
                <a:solidFill>
                  <a:srgbClr val="000000"/>
                </a:solidFill>
              </a:rPr>
              <a:t>发送一个</a:t>
            </a:r>
            <a:r>
              <a:rPr lang="en-US" altLang="zh-CN" sz="2000" b="1" dirty="0">
                <a:solidFill>
                  <a:srgbClr val="000000"/>
                </a:solidFill>
              </a:rPr>
              <a:t>FIN</a:t>
            </a:r>
            <a:r>
              <a:rPr lang="zh-CN" altLang="en-US" sz="2000" b="1" dirty="0">
                <a:solidFill>
                  <a:srgbClr val="000000"/>
                </a:solidFill>
              </a:rPr>
              <a:t>给服务器，服务器</a:t>
            </a:r>
            <a:r>
              <a:rPr lang="en-US" altLang="zh-CN" sz="2000" b="1" dirty="0">
                <a:solidFill>
                  <a:srgbClr val="000000"/>
                </a:solidFill>
              </a:rPr>
              <a:t>TCP</a:t>
            </a:r>
            <a:r>
              <a:rPr lang="zh-CN" altLang="en-US" sz="2000" b="1" dirty="0">
                <a:solidFill>
                  <a:srgbClr val="000000"/>
                </a:solidFill>
              </a:rPr>
              <a:t>则以</a:t>
            </a:r>
            <a:r>
              <a:rPr lang="en-US" altLang="zh-CN" sz="2000" b="1" dirty="0">
                <a:solidFill>
                  <a:srgbClr val="000000"/>
                </a:solidFill>
              </a:rPr>
              <a:t>ACK</a:t>
            </a:r>
            <a:r>
              <a:rPr lang="zh-CN" altLang="en-US" sz="2000" b="1" dirty="0">
                <a:solidFill>
                  <a:srgbClr val="000000"/>
                </a:solidFill>
              </a:rPr>
              <a:t>响应，这就是</a:t>
            </a:r>
            <a:r>
              <a:rPr lang="en-US" altLang="zh-CN" sz="2000" b="1" dirty="0">
                <a:solidFill>
                  <a:srgbClr val="000000"/>
                </a:solidFill>
              </a:rPr>
              <a:t>TCP</a:t>
            </a:r>
            <a:r>
              <a:rPr lang="zh-CN" altLang="en-US" sz="2000" b="1" dirty="0">
                <a:solidFill>
                  <a:srgbClr val="000000"/>
                </a:solidFill>
              </a:rPr>
              <a:t>连接终止序列的前半部分。</a:t>
            </a:r>
          </a:p>
        </p:txBody>
      </p:sp>
      <p:sp>
        <p:nvSpPr>
          <p:cNvPr id="12" name="TextBox 2"/>
          <p:cNvSpPr txBox="1">
            <a:spLocks noChangeArrowheads="1"/>
          </p:cNvSpPr>
          <p:nvPr/>
        </p:nvSpPr>
        <p:spPr bwMode="auto">
          <a:xfrm>
            <a:off x="468313" y="4845050"/>
            <a:ext cx="8278812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4</a:t>
            </a:r>
            <a:r>
              <a:rPr lang="zh-CN" altLang="en-US" sz="2000" b="1" dirty="0">
                <a:solidFill>
                  <a:srgbClr val="000000"/>
                </a:solidFill>
              </a:rPr>
              <a:t>）当服务器</a:t>
            </a:r>
            <a:r>
              <a:rPr lang="en-US" altLang="zh-CN" sz="2000" b="1" dirty="0">
                <a:solidFill>
                  <a:srgbClr val="000000"/>
                </a:solidFill>
              </a:rPr>
              <a:t>TCP</a:t>
            </a:r>
            <a:r>
              <a:rPr lang="zh-CN" altLang="en-US" sz="2000" b="1" dirty="0">
                <a:solidFill>
                  <a:srgbClr val="000000"/>
                </a:solidFill>
              </a:rPr>
              <a:t>接收</a:t>
            </a:r>
            <a:r>
              <a:rPr lang="en-US" altLang="zh-CN" sz="2000" b="1" dirty="0">
                <a:solidFill>
                  <a:srgbClr val="000000"/>
                </a:solidFill>
              </a:rPr>
              <a:t>FIN</a:t>
            </a:r>
            <a:r>
              <a:rPr lang="zh-CN" altLang="en-US" sz="2000" b="1" dirty="0">
                <a:solidFill>
                  <a:srgbClr val="000000"/>
                </a:solidFill>
              </a:rPr>
              <a:t>时，服务器子进程阻塞于</a:t>
            </a:r>
            <a:r>
              <a:rPr lang="en-US" altLang="zh-CN" sz="2000" b="1" dirty="0" err="1">
                <a:solidFill>
                  <a:srgbClr val="000000"/>
                </a:solidFill>
              </a:rPr>
              <a:t>readline</a:t>
            </a:r>
            <a:r>
              <a:rPr lang="zh-CN" altLang="en-US" sz="2000" b="1" dirty="0">
                <a:solidFill>
                  <a:srgbClr val="000000"/>
                </a:solidFill>
              </a:rPr>
              <a:t>调用，于是</a:t>
            </a:r>
            <a:r>
              <a:rPr lang="en-US" altLang="zh-CN" sz="2000" b="1" dirty="0" err="1">
                <a:solidFill>
                  <a:srgbClr val="000000"/>
                </a:solidFill>
              </a:rPr>
              <a:t>readline</a:t>
            </a:r>
            <a:r>
              <a:rPr lang="zh-CN" altLang="en-US" sz="2000" b="1" dirty="0">
                <a:solidFill>
                  <a:srgbClr val="000000"/>
                </a:solidFill>
              </a:rPr>
              <a:t>返回</a:t>
            </a:r>
            <a:r>
              <a:rPr lang="en-US" altLang="zh-CN" sz="2000" b="1" dirty="0">
                <a:solidFill>
                  <a:srgbClr val="000000"/>
                </a:solidFill>
              </a:rPr>
              <a:t>0</a:t>
            </a:r>
            <a:r>
              <a:rPr lang="zh-CN" altLang="en-US" sz="2000" b="1" dirty="0">
                <a:solidFill>
                  <a:srgbClr val="000000"/>
                </a:solidFill>
              </a:rPr>
              <a:t>，这导致函数</a:t>
            </a:r>
            <a:r>
              <a:rPr lang="en-US" altLang="zh-CN" sz="2000" b="1" dirty="0" err="1">
                <a:solidFill>
                  <a:srgbClr val="000000"/>
                </a:solidFill>
              </a:rPr>
              <a:t>str_echo</a:t>
            </a:r>
            <a:r>
              <a:rPr lang="zh-CN" altLang="en-US" sz="2000" b="1" dirty="0">
                <a:solidFill>
                  <a:srgbClr val="000000"/>
                </a:solidFill>
              </a:rPr>
              <a:t>返回服务器子进程的</a:t>
            </a:r>
            <a:r>
              <a:rPr lang="en-US" altLang="zh-CN" sz="2000" b="1" dirty="0">
                <a:solidFill>
                  <a:srgbClr val="000000"/>
                </a:solidFill>
              </a:rPr>
              <a:t>main</a:t>
            </a:r>
            <a:r>
              <a:rPr lang="zh-CN" altLang="en-US" sz="2000" b="1" dirty="0">
                <a:solidFill>
                  <a:srgbClr val="000000"/>
                </a:solidFill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三、正常启动与终止</a:t>
            </a:r>
          </a:p>
        </p:txBody>
      </p:sp>
      <p:sp>
        <p:nvSpPr>
          <p:cNvPr id="8" name="TextBox 2"/>
          <p:cNvSpPr txBox="1">
            <a:spLocks noChangeArrowheads="1"/>
          </p:cNvSpPr>
          <p:nvPr/>
        </p:nvSpPr>
        <p:spPr bwMode="auto">
          <a:xfrm>
            <a:off x="468313" y="1323975"/>
            <a:ext cx="8280400" cy="44926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5</a:t>
            </a:r>
            <a:r>
              <a:rPr lang="zh-CN" altLang="en-US" sz="2000" b="1" dirty="0">
                <a:solidFill>
                  <a:srgbClr val="000000"/>
                </a:solidFill>
              </a:rPr>
              <a:t>）服务器子进程通过调用</a:t>
            </a:r>
            <a:r>
              <a:rPr lang="en-US" altLang="zh-CN" sz="2000" b="1" dirty="0">
                <a:solidFill>
                  <a:srgbClr val="000000"/>
                </a:solidFill>
              </a:rPr>
              <a:t>exit</a:t>
            </a:r>
            <a:r>
              <a:rPr lang="zh-CN" altLang="en-US" sz="2000" b="1" dirty="0">
                <a:solidFill>
                  <a:srgbClr val="000000"/>
                </a:solidFill>
              </a:rPr>
              <a:t>来终止。</a:t>
            </a: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468313" y="1916113"/>
            <a:ext cx="8280400" cy="124936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6</a:t>
            </a:r>
            <a:r>
              <a:rPr lang="zh-CN" altLang="en-US" sz="2000" b="1" dirty="0">
                <a:solidFill>
                  <a:srgbClr val="000000"/>
                </a:solidFill>
              </a:rPr>
              <a:t>）服务器子进程中打开的所有描述字随之关闭。由子进程来关闭已连接套接口引发</a:t>
            </a:r>
            <a:r>
              <a:rPr lang="en-US" altLang="zh-CN" sz="2000" b="1" dirty="0">
                <a:solidFill>
                  <a:srgbClr val="000000"/>
                </a:solidFill>
              </a:rPr>
              <a:t>TCP</a:t>
            </a:r>
            <a:r>
              <a:rPr lang="zh-CN" altLang="en-US" sz="2000" b="1" dirty="0">
                <a:solidFill>
                  <a:srgbClr val="000000"/>
                </a:solidFill>
              </a:rPr>
              <a:t>连接终止序列的最后两个分节。至此，连接完全终止，客户套接口进入</a:t>
            </a:r>
            <a:r>
              <a:rPr lang="en-US" altLang="zh-CN" sz="2000" b="1" dirty="0">
                <a:solidFill>
                  <a:srgbClr val="000000"/>
                </a:solidFill>
              </a:rPr>
              <a:t>TIME_WAIT</a:t>
            </a:r>
            <a:r>
              <a:rPr lang="zh-CN" altLang="en-US" sz="2000" b="1" dirty="0">
                <a:solidFill>
                  <a:srgbClr val="000000"/>
                </a:solidFill>
              </a:rPr>
              <a:t>状态。</a:t>
            </a:r>
          </a:p>
        </p:txBody>
      </p:sp>
      <p:sp>
        <p:nvSpPr>
          <p:cNvPr id="10" name="TextBox 2"/>
          <p:cNvSpPr txBox="1">
            <a:spLocks noChangeArrowheads="1"/>
          </p:cNvSpPr>
          <p:nvPr/>
        </p:nvSpPr>
        <p:spPr bwMode="auto">
          <a:xfrm>
            <a:off x="468313" y="3357563"/>
            <a:ext cx="8280400" cy="12477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7</a:t>
            </a:r>
            <a:r>
              <a:rPr lang="zh-CN" altLang="en-US" sz="2000" b="1" dirty="0">
                <a:solidFill>
                  <a:srgbClr val="000000"/>
                </a:solidFill>
              </a:rPr>
              <a:t>）进程终止处理的另一部分是在服务器子进程终止时，内核给父进程发一个信号</a:t>
            </a:r>
            <a:r>
              <a:rPr lang="en-US" altLang="zh-CN" sz="2000" b="1" dirty="0">
                <a:solidFill>
                  <a:srgbClr val="000000"/>
                </a:solidFill>
              </a:rPr>
              <a:t>SIGGCHLD</a:t>
            </a:r>
            <a:r>
              <a:rPr lang="zh-CN" altLang="en-US" sz="2000" b="1" dirty="0">
                <a:solidFill>
                  <a:srgbClr val="000000"/>
                </a:solidFill>
              </a:rPr>
              <a:t>。这在本例中发生了，但我们在代码中未捕获这个信号，而这个信号的缺省动作是忽略的。</a:t>
            </a:r>
          </a:p>
        </p:txBody>
      </p:sp>
      <p:sp>
        <p:nvSpPr>
          <p:cNvPr id="11" name="TextBox 2"/>
          <p:cNvSpPr txBox="1">
            <a:spLocks noChangeArrowheads="1"/>
          </p:cNvSpPr>
          <p:nvPr/>
        </p:nvSpPr>
        <p:spPr bwMode="auto">
          <a:xfrm>
            <a:off x="468313" y="4781550"/>
            <a:ext cx="8280400" cy="4476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FF0000"/>
                </a:solidFill>
              </a:rPr>
              <a:t>现在，子进程的状态是</a:t>
            </a:r>
            <a:r>
              <a:rPr lang="en-US" altLang="zh-CN" sz="2000" b="1" dirty="0">
                <a:solidFill>
                  <a:srgbClr val="FF0000"/>
                </a:solidFill>
              </a:rPr>
              <a:t>Z</a:t>
            </a:r>
            <a:r>
              <a:rPr lang="zh-CN" altLang="en-US" sz="2000" b="1" dirty="0">
                <a:solidFill>
                  <a:srgbClr val="FF0000"/>
                </a:solidFill>
              </a:rPr>
              <a:t>（僵尸）。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2"/>
          <p:cNvSpPr txBox="1">
            <a:spLocks noChangeArrowheads="1"/>
          </p:cNvSpPr>
          <p:nvPr/>
        </p:nvSpPr>
        <p:spPr bwMode="auto">
          <a:xfrm>
            <a:off x="684213" y="1196975"/>
            <a:ext cx="7848600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信号是发生某事件时对进程的通知，有时称为软中断。它一般是异步的，这就是说，进程不可能提前知道信号发生的时间。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四、</a:t>
            </a:r>
            <a:r>
              <a:rPr lang="en-US" altLang="zh-CN" dirty="0" err="1"/>
              <a:t>Posix</a:t>
            </a:r>
            <a:r>
              <a:rPr lang="zh-CN" altLang="en-US" dirty="0"/>
              <a:t>信号处理</a:t>
            </a: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682625" y="2205038"/>
            <a:ext cx="7850188" cy="12922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信号可以：</a:t>
            </a:r>
            <a:endParaRPr lang="en-US" altLang="zh-CN" sz="2000" b="1" dirty="0"/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）由一进程发往另一进程（或本身）；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）由内核发往某进程。</a:t>
            </a:r>
            <a:endParaRPr lang="en-US" altLang="zh-CN" sz="2000" b="1" dirty="0"/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684213" y="3721100"/>
            <a:ext cx="7850187" cy="4921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SIGCHLD</a:t>
            </a:r>
            <a:r>
              <a:rPr lang="zh-CN" altLang="en-US" sz="2000" b="1" dirty="0"/>
              <a:t>就是内核在某进程终止时发给此进程的父进程的信号。</a:t>
            </a:r>
            <a:endParaRPr lang="en-US" altLang="zh-CN" sz="2000" b="1" dirty="0"/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684213" y="4373563"/>
            <a:ext cx="7848600" cy="16922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建立信号的处理办法的</a:t>
            </a:r>
            <a:r>
              <a:rPr lang="en-US" altLang="zh-CN" sz="2000" b="1" dirty="0" err="1">
                <a:solidFill>
                  <a:srgbClr val="000000"/>
                </a:solidFill>
              </a:rPr>
              <a:t>Posix</a:t>
            </a:r>
            <a:r>
              <a:rPr lang="zh-CN" altLang="en-US" sz="2000" b="1" dirty="0">
                <a:solidFill>
                  <a:srgbClr val="000000"/>
                </a:solidFill>
              </a:rPr>
              <a:t>方法就是调用函数</a:t>
            </a:r>
            <a:r>
              <a:rPr lang="en-US" altLang="zh-CN" sz="2000" b="1" dirty="0" err="1">
                <a:solidFill>
                  <a:srgbClr val="000000"/>
                </a:solidFill>
              </a:rPr>
              <a:t>sigaction</a:t>
            </a:r>
            <a:r>
              <a:rPr lang="zh-CN" altLang="en-US" sz="2000" b="1" dirty="0">
                <a:solidFill>
                  <a:srgbClr val="000000"/>
                </a:solidFill>
              </a:rPr>
              <a:t>。不过这有点复杂，因为该函数的一个参数是我们必须分配并填写的结构。简单些的方法就是调用函数</a:t>
            </a:r>
            <a:r>
              <a:rPr lang="en-US" altLang="zh-CN" sz="2000" b="1" dirty="0">
                <a:solidFill>
                  <a:srgbClr val="000000"/>
                </a:solidFill>
              </a:rPr>
              <a:t>signal</a:t>
            </a:r>
            <a:r>
              <a:rPr lang="zh-CN" altLang="en-US" sz="2000" b="1" dirty="0">
                <a:solidFill>
                  <a:srgbClr val="000000"/>
                </a:solidFill>
              </a:rPr>
              <a:t>，其第一个参数是信号名，第二个参数或为指向函数的指针，或为常值 </a:t>
            </a:r>
            <a:r>
              <a:rPr lang="en-US" altLang="zh-CN" sz="2000" b="1" dirty="0">
                <a:solidFill>
                  <a:srgbClr val="000000"/>
                </a:solidFill>
              </a:rPr>
              <a:t>SIG_IGN</a:t>
            </a:r>
            <a:r>
              <a:rPr lang="zh-CN" altLang="en-US" sz="2000" b="1" dirty="0">
                <a:solidFill>
                  <a:srgbClr val="000000"/>
                </a:solidFill>
              </a:rPr>
              <a:t>或</a:t>
            </a:r>
            <a:r>
              <a:rPr lang="en-US" altLang="zh-CN" sz="2000" b="1" dirty="0">
                <a:solidFill>
                  <a:srgbClr val="000000"/>
                </a:solidFill>
              </a:rPr>
              <a:t>SIG_DFL </a:t>
            </a:r>
            <a:r>
              <a:rPr lang="zh-CN" altLang="en-US" sz="2000" b="1" dirty="0">
                <a:solidFill>
                  <a:srgbClr val="000000"/>
                </a:solidFill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五、处理</a:t>
            </a:r>
            <a:r>
              <a:rPr lang="en-US" altLang="zh-CN"/>
              <a:t>SIGCHLD</a:t>
            </a:r>
            <a:r>
              <a:rPr lang="zh-CN" altLang="en-US"/>
              <a:t>信号</a:t>
            </a:r>
            <a:br>
              <a:rPr lang="zh-CN" altLang="en-US"/>
            </a:br>
            <a:br>
              <a:rPr lang="en-US" altLang="zh-CN"/>
            </a:br>
            <a:endParaRPr lang="zh-CN" altLang="en-US"/>
          </a:p>
        </p:txBody>
      </p:sp>
      <p:sp>
        <p:nvSpPr>
          <p:cNvPr id="16387" name="TextBox 1"/>
          <p:cNvSpPr txBox="1">
            <a:spLocks noChangeArrowheads="1"/>
          </p:cNvSpPr>
          <p:nvPr/>
        </p:nvSpPr>
        <p:spPr bwMode="auto">
          <a:xfrm>
            <a:off x="641350" y="1557338"/>
            <a:ext cx="7920038" cy="12477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设置僵尸（</a:t>
            </a:r>
            <a:r>
              <a:rPr lang="en-US" altLang="zh-CN" sz="2000" b="1" dirty="0">
                <a:solidFill>
                  <a:srgbClr val="000000"/>
                </a:solidFill>
              </a:rPr>
              <a:t>zombie</a:t>
            </a:r>
            <a:r>
              <a:rPr lang="zh-CN" altLang="en-US" sz="2000" b="1" dirty="0">
                <a:solidFill>
                  <a:srgbClr val="000000"/>
                </a:solidFill>
              </a:rPr>
              <a:t>）状态的目的就是维护子进程的信息，以便父进程在稍后的某个时候取回。此信息包括子进程的</a:t>
            </a:r>
            <a:r>
              <a:rPr lang="en-US" altLang="zh-CN" sz="2000" b="1" dirty="0">
                <a:solidFill>
                  <a:srgbClr val="000000"/>
                </a:solidFill>
              </a:rPr>
              <a:t>ID</a:t>
            </a:r>
            <a:r>
              <a:rPr lang="zh-CN" altLang="en-US" sz="2000" b="1" dirty="0">
                <a:solidFill>
                  <a:srgbClr val="000000"/>
                </a:solidFill>
              </a:rPr>
              <a:t>、终止状态以及子进程的资源利用信息（</a:t>
            </a:r>
            <a:r>
              <a:rPr lang="en-US" altLang="zh-CN" sz="2000" b="1" dirty="0">
                <a:solidFill>
                  <a:srgbClr val="000000"/>
                </a:solidFill>
              </a:rPr>
              <a:t>CPU</a:t>
            </a:r>
            <a:r>
              <a:rPr lang="zh-CN" altLang="en-US" sz="2000" b="1" dirty="0">
                <a:solidFill>
                  <a:srgbClr val="000000"/>
                </a:solidFill>
              </a:rPr>
              <a:t>时间、内存等等）。</a:t>
            </a: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638175" y="3013075"/>
            <a:ext cx="7921625" cy="164941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如果一个进程终止，且该进程有子进程处于僵尸状态，则所有僵尸子进程的父进程</a:t>
            </a:r>
            <a:r>
              <a:rPr lang="en-US" altLang="zh-CN" sz="2000" b="1" dirty="0"/>
              <a:t>ID</a:t>
            </a:r>
            <a:r>
              <a:rPr lang="zh-CN" altLang="en-US" sz="2000" b="1" dirty="0"/>
              <a:t>均置为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（</a:t>
            </a:r>
            <a:r>
              <a:rPr lang="en-US" altLang="zh-CN" sz="2000" b="1" dirty="0" err="1"/>
              <a:t>init</a:t>
            </a:r>
            <a:r>
              <a:rPr lang="zh-CN" altLang="en-US" sz="2000" b="1" dirty="0"/>
              <a:t>进程）。</a:t>
            </a:r>
            <a:r>
              <a:rPr lang="en-US" altLang="zh-CN" sz="2000" b="1" dirty="0" err="1"/>
              <a:t>init</a:t>
            </a:r>
            <a:r>
              <a:rPr lang="zh-CN" altLang="en-US" sz="2000" b="1" dirty="0"/>
              <a:t>进程将作为这些子进程的继父并负责清除它们（也就是说，</a:t>
            </a:r>
            <a:r>
              <a:rPr lang="en-US" altLang="zh-CN" sz="2000" b="1" dirty="0" err="1"/>
              <a:t>init</a:t>
            </a:r>
            <a:r>
              <a:rPr lang="zh-CN" altLang="en-US" sz="2000" b="1" dirty="0"/>
              <a:t>进程将</a:t>
            </a:r>
            <a:r>
              <a:rPr lang="en-US" altLang="zh-CN" sz="2000" b="1" dirty="0"/>
              <a:t>wait</a:t>
            </a:r>
            <a:r>
              <a:rPr lang="zh-CN" altLang="en-US" sz="2000" b="1" dirty="0"/>
              <a:t>它们，从而去除僵尸进程）。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五、处理</a:t>
            </a:r>
            <a:r>
              <a:rPr lang="en-US" altLang="zh-CN"/>
              <a:t>SIGCHLD</a:t>
            </a:r>
            <a:r>
              <a:rPr lang="zh-CN" altLang="en-US"/>
              <a:t>信号</a:t>
            </a:r>
            <a:br>
              <a:rPr lang="zh-CN" altLang="en-US"/>
            </a:br>
            <a:br>
              <a:rPr lang="en-US" altLang="zh-CN"/>
            </a:br>
            <a:endParaRPr lang="zh-CN" altLang="en-US"/>
          </a:p>
        </p:txBody>
      </p:sp>
      <p:sp>
        <p:nvSpPr>
          <p:cNvPr id="16387" name="TextBox 1"/>
          <p:cNvSpPr txBox="1">
            <a:spLocks noChangeArrowheads="1"/>
          </p:cNvSpPr>
          <p:nvPr/>
        </p:nvSpPr>
        <p:spPr bwMode="auto">
          <a:xfrm>
            <a:off x="641350" y="1557338"/>
            <a:ext cx="7920038" cy="12477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僵尸进程占用内核空间，最终导致我们无法正常工作。无论何时我们创建子进程都必须等待，以免变成僵尸进程。为此，我们建立了一个信号处理程序来捕获信号</a:t>
            </a:r>
            <a:r>
              <a:rPr lang="en-US" altLang="zh-CN" sz="2000" b="1" dirty="0">
                <a:solidFill>
                  <a:srgbClr val="000000"/>
                </a:solidFill>
              </a:rPr>
              <a:t>SIGCHLD</a:t>
            </a:r>
            <a:r>
              <a:rPr lang="zh-CN" altLang="en-US" sz="2000" b="1" dirty="0">
                <a:solidFill>
                  <a:srgbClr val="000000"/>
                </a:solidFill>
              </a:rPr>
              <a:t>，在处理程序中我们调用</a:t>
            </a:r>
            <a:r>
              <a:rPr lang="en-US" altLang="zh-CN" sz="2000" b="1" dirty="0">
                <a:solidFill>
                  <a:srgbClr val="000000"/>
                </a:solidFill>
              </a:rPr>
              <a:t>wait </a:t>
            </a:r>
            <a:r>
              <a:rPr lang="zh-CN" altLang="en-US" sz="2000" b="1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638175" y="2997200"/>
            <a:ext cx="7921625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调用</a:t>
            </a:r>
            <a:r>
              <a:rPr lang="en-US" altLang="zh-CN" sz="2000" b="1" dirty="0"/>
              <a:t>Listen </a:t>
            </a:r>
            <a:r>
              <a:rPr lang="zh-CN" altLang="en-US" sz="2000" b="1" dirty="0"/>
              <a:t>之后，增加函数调用：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Signal (SIGCHLD , </a:t>
            </a:r>
            <a:r>
              <a:rPr lang="en-US" altLang="zh-CN" sz="2000" b="1" dirty="0" err="1"/>
              <a:t>sig_chld</a:t>
            </a:r>
            <a:r>
              <a:rPr lang="en-US" altLang="zh-CN" sz="2000" b="1" dirty="0"/>
              <a:t> ) </a:t>
            </a:r>
            <a:r>
              <a:rPr lang="zh-CN" altLang="en-US" sz="2000" b="1" dirty="0"/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五、处理</a:t>
            </a:r>
            <a:r>
              <a:rPr lang="en-US" altLang="zh-CN"/>
              <a:t>SIGCHLD</a:t>
            </a:r>
            <a:r>
              <a:rPr lang="zh-CN" altLang="en-US"/>
              <a:t>信号</a:t>
            </a:r>
            <a:br>
              <a:rPr lang="zh-CN" altLang="en-US"/>
            </a:br>
            <a:br>
              <a:rPr lang="en-US" altLang="zh-CN"/>
            </a:br>
            <a:endParaRPr lang="zh-CN" altLang="en-US"/>
          </a:p>
        </p:txBody>
      </p:sp>
      <p:sp>
        <p:nvSpPr>
          <p:cNvPr id="16387" name="TextBox 1"/>
          <p:cNvSpPr txBox="1">
            <a:spLocks noChangeArrowheads="1"/>
          </p:cNvSpPr>
          <p:nvPr/>
        </p:nvSpPr>
        <p:spPr bwMode="auto">
          <a:xfrm>
            <a:off x="641350" y="1196975"/>
            <a:ext cx="7920038" cy="45085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编译修改后的程序，运行。</a:t>
            </a: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638175" y="1844675"/>
            <a:ext cx="7921625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）我们键入</a:t>
            </a:r>
            <a:r>
              <a:rPr lang="en-US" altLang="zh-CN" sz="2000" b="1" dirty="0"/>
              <a:t>EOF</a:t>
            </a:r>
            <a:r>
              <a:rPr lang="zh-CN" altLang="en-US" sz="2000" b="1" dirty="0"/>
              <a:t>字符来终止客户，客户</a:t>
            </a:r>
            <a:r>
              <a:rPr lang="en-US" altLang="zh-CN" sz="2000" b="1" dirty="0"/>
              <a:t>TCP</a:t>
            </a:r>
            <a:r>
              <a:rPr lang="zh-CN" altLang="en-US" sz="2000" b="1" dirty="0"/>
              <a:t>发一个</a:t>
            </a:r>
            <a:r>
              <a:rPr lang="en-US" altLang="zh-CN" sz="2000" b="1" dirty="0"/>
              <a:t>FIN</a:t>
            </a:r>
            <a:r>
              <a:rPr lang="zh-CN" altLang="en-US" sz="2000" b="1" dirty="0"/>
              <a:t>给服务器，服务器以</a:t>
            </a:r>
            <a:r>
              <a:rPr lang="en-US" altLang="zh-CN" sz="2000" b="1" dirty="0"/>
              <a:t>ACK</a:t>
            </a:r>
            <a:r>
              <a:rPr lang="zh-CN" altLang="en-US" sz="2000" b="1" dirty="0"/>
              <a:t>响应。</a:t>
            </a:r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655638" y="2852738"/>
            <a:ext cx="7921625" cy="8477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）</a:t>
            </a:r>
            <a:r>
              <a:rPr lang="en-US" altLang="zh-CN" sz="2000" b="1" dirty="0"/>
              <a:t>FIN</a:t>
            </a:r>
            <a:r>
              <a:rPr lang="zh-CN" altLang="en-US" sz="2000" b="1" dirty="0"/>
              <a:t>的接收导致服务器</a:t>
            </a:r>
            <a:r>
              <a:rPr lang="en-US" altLang="zh-CN" sz="2000" b="1" dirty="0"/>
              <a:t>TCP</a:t>
            </a:r>
            <a:r>
              <a:rPr lang="zh-CN" altLang="en-US" sz="2000" b="1" dirty="0"/>
              <a:t>递送一个</a:t>
            </a:r>
            <a:r>
              <a:rPr lang="en-US" altLang="zh-CN" sz="2000" b="1" dirty="0"/>
              <a:t>EOF</a:t>
            </a:r>
            <a:r>
              <a:rPr lang="zh-CN" altLang="en-US" sz="2000" b="1" dirty="0"/>
              <a:t>给子进程阻塞中的</a:t>
            </a:r>
            <a:r>
              <a:rPr lang="en-US" altLang="zh-CN" sz="2000" b="1" dirty="0" err="1"/>
              <a:t>readline</a:t>
            </a:r>
            <a:r>
              <a:rPr lang="zh-CN" altLang="en-US" sz="2000" b="1" dirty="0"/>
              <a:t>，从而子进程终止。</a:t>
            </a: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682625" y="3876675"/>
            <a:ext cx="7921625" cy="12477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）当信号</a:t>
            </a:r>
            <a:r>
              <a:rPr lang="en-US" altLang="zh-CN" sz="2000" b="1" dirty="0"/>
              <a:t>SIGCHLD</a:t>
            </a:r>
            <a:r>
              <a:rPr lang="zh-CN" altLang="en-US" sz="2000" b="1" dirty="0"/>
              <a:t>递交时，父进程阻塞于</a:t>
            </a:r>
            <a:r>
              <a:rPr lang="en-US" altLang="zh-CN" sz="2000" b="1" dirty="0"/>
              <a:t>accept</a:t>
            </a:r>
            <a:r>
              <a:rPr lang="zh-CN" altLang="en-US" sz="2000" b="1" dirty="0"/>
              <a:t>调用。函数</a:t>
            </a:r>
            <a:r>
              <a:rPr lang="en-US" altLang="zh-CN" sz="2000" b="1" dirty="0" err="1"/>
              <a:t>sig_chld</a:t>
            </a:r>
            <a:r>
              <a:rPr lang="zh-CN" altLang="en-US" sz="2000" b="1" dirty="0"/>
              <a:t>（信号处理程序）执行，它调用函数</a:t>
            </a:r>
            <a:r>
              <a:rPr lang="en-US" altLang="zh-CN" sz="2000" b="1" dirty="0"/>
              <a:t>wait</a:t>
            </a:r>
            <a:r>
              <a:rPr lang="zh-CN" altLang="en-US" sz="2000" b="1" dirty="0"/>
              <a:t>取到子进程的</a:t>
            </a:r>
            <a:r>
              <a:rPr lang="en-US" altLang="zh-CN" sz="2000" b="1" dirty="0"/>
              <a:t>PID</a:t>
            </a:r>
            <a:r>
              <a:rPr lang="zh-CN" altLang="en-US" sz="2000" b="1" dirty="0"/>
              <a:t>和终止状态，再调用 </a:t>
            </a:r>
            <a:r>
              <a:rPr lang="en-US" altLang="zh-CN" sz="2000" b="1" dirty="0" err="1"/>
              <a:t>printf</a:t>
            </a:r>
            <a:r>
              <a:rPr lang="zh-CN" altLang="en-US" sz="2000" b="1" dirty="0"/>
              <a:t>，然后返回。</a:t>
            </a:r>
          </a:p>
        </p:txBody>
      </p:sp>
      <p:sp>
        <p:nvSpPr>
          <p:cNvPr id="8" name="TextBox 1"/>
          <p:cNvSpPr txBox="1">
            <a:spLocks noChangeArrowheads="1"/>
          </p:cNvSpPr>
          <p:nvPr/>
        </p:nvSpPr>
        <p:spPr bwMode="auto">
          <a:xfrm>
            <a:off x="684213" y="5276850"/>
            <a:ext cx="7921625" cy="12922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）由于该信号是在父进程阻塞于慢系统调用（</a:t>
            </a:r>
            <a:r>
              <a:rPr lang="en-US" altLang="zh-CN" sz="2000" b="1" dirty="0"/>
              <a:t>accept</a:t>
            </a:r>
            <a:r>
              <a:rPr lang="zh-CN" altLang="en-US" sz="2000" b="1" dirty="0"/>
              <a:t>）时由父进程捕获的，所以</a:t>
            </a:r>
            <a:r>
              <a:rPr lang="zh-CN" altLang="en-US" sz="2000" b="1" dirty="0">
                <a:solidFill>
                  <a:srgbClr val="FF0000"/>
                </a:solidFill>
              </a:rPr>
              <a:t>内核将使</a:t>
            </a:r>
            <a:r>
              <a:rPr lang="en-US" altLang="zh-CN" sz="2000" b="1" dirty="0">
                <a:solidFill>
                  <a:srgbClr val="FF0000"/>
                </a:solidFill>
              </a:rPr>
              <a:t>accept</a:t>
            </a:r>
            <a:r>
              <a:rPr lang="zh-CN" altLang="en-US" sz="2000" b="1" dirty="0">
                <a:solidFill>
                  <a:srgbClr val="FF0000"/>
                </a:solidFill>
              </a:rPr>
              <a:t>返回一个</a:t>
            </a:r>
            <a:r>
              <a:rPr lang="en-US" altLang="zh-CN" sz="2000" b="1" dirty="0">
                <a:solidFill>
                  <a:srgbClr val="FF0000"/>
                </a:solidFill>
              </a:rPr>
              <a:t>EINTR</a:t>
            </a:r>
            <a:r>
              <a:rPr lang="zh-CN" altLang="en-US" sz="2000" b="1" dirty="0">
                <a:solidFill>
                  <a:srgbClr val="FF0000"/>
                </a:solidFill>
              </a:rPr>
              <a:t>错误（被中断的系统调用），而父进程不处理此错误，所以中止。 （</a:t>
            </a:r>
            <a:r>
              <a:rPr lang="en-US" altLang="zh-CN" sz="2000" b="1" dirty="0">
                <a:solidFill>
                  <a:srgbClr val="FF0000"/>
                </a:solidFill>
              </a:rPr>
              <a:t>P104</a:t>
            </a:r>
            <a:r>
              <a:rPr lang="zh-CN" altLang="en-US" sz="2000" b="1" dirty="0">
                <a:solidFill>
                  <a:srgbClr val="FF0000"/>
                </a:solidFill>
              </a:rPr>
              <a:t>，慢系统调用）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五、处理</a:t>
            </a:r>
            <a:r>
              <a:rPr lang="en-US" altLang="zh-CN"/>
              <a:t>SIGCHLD</a:t>
            </a:r>
            <a:r>
              <a:rPr lang="zh-CN" altLang="en-US"/>
              <a:t>信号</a:t>
            </a:r>
            <a:br>
              <a:rPr lang="zh-CN" altLang="en-US"/>
            </a:br>
            <a:br>
              <a:rPr lang="en-US" altLang="zh-CN"/>
            </a:br>
            <a:endParaRPr lang="zh-CN" altLang="en-US"/>
          </a:p>
        </p:txBody>
      </p:sp>
      <p:sp>
        <p:nvSpPr>
          <p:cNvPr id="16387" name="TextBox 1"/>
          <p:cNvSpPr txBox="1">
            <a:spLocks noChangeArrowheads="1"/>
          </p:cNvSpPr>
          <p:nvPr/>
        </p:nvSpPr>
        <p:spPr bwMode="auto">
          <a:xfrm>
            <a:off x="323850" y="1196975"/>
            <a:ext cx="8496300" cy="32924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for ( ; ; ) {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</a:t>
            </a:r>
            <a:r>
              <a:rPr lang="en-US" altLang="zh-CN" sz="2000" b="1" dirty="0" err="1">
                <a:solidFill>
                  <a:srgbClr val="000000"/>
                </a:solidFill>
              </a:rPr>
              <a:t>clilen</a:t>
            </a:r>
            <a:r>
              <a:rPr lang="en-US" altLang="zh-CN" sz="2000" b="1" dirty="0">
                <a:solidFill>
                  <a:srgbClr val="000000"/>
                </a:solidFill>
              </a:rPr>
              <a:t> = </a:t>
            </a:r>
            <a:r>
              <a:rPr lang="en-US" altLang="zh-CN" sz="2000" b="1" dirty="0" err="1">
                <a:solidFill>
                  <a:srgbClr val="000000"/>
                </a:solidFill>
              </a:rPr>
              <a:t>sizeof</a:t>
            </a:r>
            <a:r>
              <a:rPr lang="en-US" altLang="zh-CN" sz="2000" b="1" dirty="0">
                <a:solidFill>
                  <a:srgbClr val="000000"/>
                </a:solidFill>
              </a:rPr>
              <a:t> (</a:t>
            </a:r>
            <a:r>
              <a:rPr lang="en-US" altLang="zh-CN" sz="2000" b="1" dirty="0" err="1">
                <a:solidFill>
                  <a:srgbClr val="000000"/>
                </a:solidFill>
              </a:rPr>
              <a:t>cliaddr</a:t>
            </a:r>
            <a:r>
              <a:rPr lang="en-US" altLang="zh-CN" sz="2000" b="1" dirty="0">
                <a:solidFill>
                  <a:srgbClr val="000000"/>
                </a:solidFill>
              </a:rPr>
              <a:t>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        	if ( (</a:t>
            </a:r>
            <a:r>
              <a:rPr lang="en-US" altLang="zh-CN" sz="2000" b="1" dirty="0" err="1">
                <a:solidFill>
                  <a:srgbClr val="000000"/>
                </a:solidFill>
              </a:rPr>
              <a:t>connfd</a:t>
            </a:r>
            <a:r>
              <a:rPr lang="en-US" altLang="zh-CN" sz="2000" b="1" dirty="0">
                <a:solidFill>
                  <a:srgbClr val="000000"/>
                </a:solidFill>
              </a:rPr>
              <a:t> = accept (</a:t>
            </a:r>
            <a:r>
              <a:rPr lang="en-US" altLang="zh-CN" sz="2000" b="1" dirty="0" err="1">
                <a:solidFill>
                  <a:srgbClr val="000000"/>
                </a:solidFill>
              </a:rPr>
              <a:t>listenfd</a:t>
            </a:r>
            <a:r>
              <a:rPr lang="en-US" altLang="zh-CN" sz="2000" b="1" dirty="0">
                <a:solidFill>
                  <a:srgbClr val="000000"/>
                </a:solidFill>
              </a:rPr>
              <a:t>, (SA *) &amp;</a:t>
            </a:r>
            <a:r>
              <a:rPr lang="en-US" altLang="zh-CN" sz="2000" b="1" dirty="0" err="1">
                <a:solidFill>
                  <a:srgbClr val="000000"/>
                </a:solidFill>
              </a:rPr>
              <a:t>cliaddr</a:t>
            </a:r>
            <a:r>
              <a:rPr lang="en-US" altLang="zh-CN" sz="2000" b="1" dirty="0">
                <a:solidFill>
                  <a:srgbClr val="000000"/>
                </a:solidFill>
              </a:rPr>
              <a:t>, &amp;</a:t>
            </a:r>
            <a:r>
              <a:rPr lang="en-US" altLang="zh-CN" sz="2000" b="1" dirty="0" err="1">
                <a:solidFill>
                  <a:srgbClr val="000000"/>
                </a:solidFill>
              </a:rPr>
              <a:t>clilen</a:t>
            </a:r>
            <a:r>
              <a:rPr lang="en-US" altLang="zh-CN" sz="2000" b="1" dirty="0">
                <a:solidFill>
                  <a:srgbClr val="000000"/>
                </a:solidFill>
              </a:rPr>
              <a:t>)) &lt; 0) {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        		if (</a:t>
            </a:r>
            <a:r>
              <a:rPr lang="en-US" altLang="zh-CN" sz="2000" b="1" dirty="0" err="1">
                <a:solidFill>
                  <a:srgbClr val="000000"/>
                </a:solidFill>
              </a:rPr>
              <a:t>errno</a:t>
            </a:r>
            <a:r>
              <a:rPr lang="en-US" altLang="zh-CN" sz="2000" b="1" dirty="0">
                <a:solidFill>
                  <a:srgbClr val="000000"/>
                </a:solidFill>
              </a:rPr>
              <a:t> == EINTR)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                		continue;         /* back to for () */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             		else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                 		</a:t>
            </a:r>
            <a:r>
              <a:rPr lang="en-US" altLang="zh-CN" sz="2000" b="1" dirty="0" err="1">
                <a:solidFill>
                  <a:srgbClr val="000000"/>
                </a:solidFill>
              </a:rPr>
              <a:t>err_sys</a:t>
            </a:r>
            <a:r>
              <a:rPr lang="en-US" altLang="zh-CN" sz="2000" b="1" dirty="0">
                <a:solidFill>
                  <a:srgbClr val="000000"/>
                </a:solidFill>
              </a:rPr>
              <a:t> ("accept error");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        	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六、</a:t>
            </a:r>
            <a:r>
              <a:rPr lang="en-US" altLang="zh-CN" dirty="0"/>
              <a:t>wait</a:t>
            </a:r>
            <a:r>
              <a:rPr lang="zh-CN" altLang="en-US" dirty="0"/>
              <a:t>和</a:t>
            </a:r>
            <a:r>
              <a:rPr lang="en-US" altLang="zh-CN" dirty="0" err="1"/>
              <a:t>waitpid</a:t>
            </a:r>
            <a:r>
              <a:rPr lang="zh-CN" altLang="en-US" dirty="0"/>
              <a:t>函数</a:t>
            </a:r>
          </a:p>
        </p:txBody>
      </p:sp>
      <p:sp>
        <p:nvSpPr>
          <p:cNvPr id="16387" name="TextBox 1"/>
          <p:cNvSpPr txBox="1">
            <a:spLocks noChangeArrowheads="1"/>
          </p:cNvSpPr>
          <p:nvPr/>
        </p:nvSpPr>
        <p:spPr bwMode="auto">
          <a:xfrm>
            <a:off x="641350" y="1196975"/>
            <a:ext cx="7920038" cy="16484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#include &lt;sys/</a:t>
            </a:r>
            <a:r>
              <a:rPr lang="en-US" altLang="zh-CN" sz="2000" b="1" dirty="0" err="1">
                <a:solidFill>
                  <a:srgbClr val="000000"/>
                </a:solidFill>
              </a:rPr>
              <a:t>wait.h</a:t>
            </a:r>
            <a:r>
              <a:rPr lang="en-US" altLang="zh-CN" sz="2000" b="1" dirty="0">
                <a:solidFill>
                  <a:srgbClr val="000000"/>
                </a:solidFill>
              </a:rPr>
              <a:t>&gt;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pid_t</a:t>
            </a:r>
            <a:r>
              <a:rPr lang="en-US" altLang="zh-CN" sz="2000" b="1" dirty="0">
                <a:solidFill>
                  <a:srgbClr val="000000"/>
                </a:solidFill>
              </a:rPr>
              <a:t> wait(</a:t>
            </a:r>
            <a:r>
              <a:rPr lang="en-US" altLang="zh-CN" sz="2000" b="1" dirty="0" err="1">
                <a:solidFill>
                  <a:srgbClr val="000000"/>
                </a:solidFill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</a:rPr>
              <a:t> * </a:t>
            </a:r>
            <a:r>
              <a:rPr lang="en-US" altLang="zh-CN" sz="2000" b="1" dirty="0" err="1">
                <a:solidFill>
                  <a:srgbClr val="000000"/>
                </a:solidFill>
              </a:rPr>
              <a:t>statloc</a:t>
            </a:r>
            <a:r>
              <a:rPr lang="en-US" altLang="zh-CN" sz="2000" b="1" dirty="0">
                <a:solidFill>
                  <a:srgbClr val="000000"/>
                </a:solidFill>
              </a:rPr>
              <a:t>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pid_t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waitpid</a:t>
            </a:r>
            <a:r>
              <a:rPr lang="en-US" altLang="zh-CN" sz="2000" b="1" dirty="0">
                <a:solidFill>
                  <a:srgbClr val="000000"/>
                </a:solidFill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</a:rPr>
              <a:t>pid_t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pid,int</a:t>
            </a:r>
            <a:r>
              <a:rPr lang="en-US" altLang="zh-CN" sz="2000" b="1" dirty="0">
                <a:solidFill>
                  <a:srgbClr val="000000"/>
                </a:solidFill>
              </a:rPr>
              <a:t> * </a:t>
            </a:r>
            <a:r>
              <a:rPr lang="en-US" altLang="zh-CN" sz="2000" b="1" dirty="0" err="1">
                <a:solidFill>
                  <a:srgbClr val="000000"/>
                </a:solidFill>
              </a:rPr>
              <a:t>statloc,int</a:t>
            </a:r>
            <a:r>
              <a:rPr lang="en-US" altLang="zh-CN" sz="2000" b="1" dirty="0">
                <a:solidFill>
                  <a:srgbClr val="000000"/>
                </a:solidFill>
              </a:rPr>
              <a:t> options);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返回：进程</a:t>
            </a:r>
            <a:r>
              <a:rPr lang="en-US" altLang="zh-CN" sz="2000" b="1" dirty="0">
                <a:solidFill>
                  <a:srgbClr val="000000"/>
                </a:solidFill>
              </a:rPr>
              <a:t>ID——</a:t>
            </a:r>
            <a:r>
              <a:rPr lang="zh-CN" altLang="en-US" sz="2000" b="1" dirty="0">
                <a:solidFill>
                  <a:srgbClr val="000000"/>
                </a:solidFill>
              </a:rPr>
              <a:t>成功（</a:t>
            </a:r>
            <a:r>
              <a:rPr lang="en-US" altLang="zh-CN" sz="2000" b="1" dirty="0" err="1">
                <a:solidFill>
                  <a:srgbClr val="000000"/>
                </a:solidFill>
              </a:rPr>
              <a:t>waitpid</a:t>
            </a:r>
            <a:r>
              <a:rPr lang="zh-CN" altLang="en-US" sz="2000" b="1" dirty="0">
                <a:solidFill>
                  <a:srgbClr val="000000"/>
                </a:solidFill>
              </a:rPr>
              <a:t>返回有可能为</a:t>
            </a:r>
            <a:r>
              <a:rPr lang="en-US" altLang="zh-CN" sz="2000" b="1" dirty="0">
                <a:solidFill>
                  <a:srgbClr val="000000"/>
                </a:solidFill>
              </a:rPr>
              <a:t>0</a:t>
            </a:r>
            <a:r>
              <a:rPr lang="zh-CN" altLang="en-US" sz="2000" b="1" dirty="0">
                <a:solidFill>
                  <a:srgbClr val="000000"/>
                </a:solidFill>
              </a:rPr>
              <a:t>）；</a:t>
            </a:r>
            <a:r>
              <a:rPr lang="en-US" altLang="zh-CN" sz="2000" b="1" dirty="0">
                <a:solidFill>
                  <a:srgbClr val="000000"/>
                </a:solidFill>
              </a:rPr>
              <a:t>-1——</a:t>
            </a:r>
            <a:r>
              <a:rPr lang="zh-CN" altLang="en-US" sz="2000" b="1" dirty="0">
                <a:solidFill>
                  <a:srgbClr val="000000"/>
                </a:solidFill>
              </a:rPr>
              <a:t>出错</a:t>
            </a: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682625" y="3009900"/>
            <a:ext cx="7921625" cy="84931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如果没有终止的子进程让进程来调用</a:t>
            </a:r>
            <a:r>
              <a:rPr lang="en-US" altLang="zh-CN" sz="2000" b="1" dirty="0"/>
              <a:t>wait</a:t>
            </a:r>
            <a:r>
              <a:rPr lang="zh-CN" altLang="en-US" sz="2000" b="1" dirty="0"/>
              <a:t>，但有一个或多个正在执行的子进程，则</a:t>
            </a:r>
            <a:r>
              <a:rPr lang="en-US" altLang="zh-CN" sz="2000" b="1" dirty="0"/>
              <a:t>wait</a:t>
            </a:r>
            <a:r>
              <a:rPr lang="zh-CN" altLang="en-US" sz="2000" b="1" dirty="0"/>
              <a:t>阻塞直到第一个现有子进程终止。</a:t>
            </a:r>
          </a:p>
        </p:txBody>
      </p:sp>
      <p:sp>
        <p:nvSpPr>
          <p:cNvPr id="8" name="TextBox 1"/>
          <p:cNvSpPr txBox="1">
            <a:spLocks noChangeArrowheads="1"/>
          </p:cNvSpPr>
          <p:nvPr/>
        </p:nvSpPr>
        <p:spPr bwMode="auto">
          <a:xfrm>
            <a:off x="684213" y="4076700"/>
            <a:ext cx="7921625" cy="204946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/>
              <a:t>函数</a:t>
            </a:r>
            <a:r>
              <a:rPr lang="en-US" altLang="zh-CN" sz="2000" b="1" dirty="0" err="1"/>
              <a:t>waitpid</a:t>
            </a:r>
            <a:r>
              <a:rPr lang="zh-CN" altLang="en-US" sz="2000" b="1" dirty="0"/>
              <a:t>对等待哪个进程及是否阻塞给了我们更多的控制。首先，参数 </a:t>
            </a:r>
            <a:r>
              <a:rPr lang="en-US" altLang="zh-CN" sz="2000" b="1" dirty="0" err="1"/>
              <a:t>pid</a:t>
            </a:r>
            <a:r>
              <a:rPr lang="zh-CN" altLang="en-US" sz="2000" b="1" dirty="0"/>
              <a:t>让我们指定想等待的进程</a:t>
            </a:r>
            <a:r>
              <a:rPr lang="en-US" altLang="zh-CN" sz="2000" b="1" dirty="0"/>
              <a:t>ID</a:t>
            </a:r>
            <a:r>
              <a:rPr lang="zh-CN" altLang="en-US" sz="2000" b="1" dirty="0"/>
              <a:t>，值</a:t>
            </a:r>
            <a:r>
              <a:rPr lang="en-US" altLang="zh-CN" sz="2000" b="1" dirty="0"/>
              <a:t>-1</a:t>
            </a:r>
            <a:r>
              <a:rPr lang="zh-CN" altLang="en-US" sz="2000" b="1" dirty="0"/>
              <a:t>表示等待第一个终止的子进程。（也有其他选项，它们涉及到进程组</a:t>
            </a:r>
            <a:r>
              <a:rPr lang="en-US" altLang="zh-CN" sz="2000" b="1" dirty="0"/>
              <a:t>ID</a:t>
            </a:r>
            <a:r>
              <a:rPr lang="zh-CN" altLang="en-US" sz="2000" b="1" dirty="0"/>
              <a:t>，本书中不需考虑）参数</a:t>
            </a:r>
            <a:r>
              <a:rPr lang="en-US" altLang="zh-CN" sz="2000" b="1" dirty="0"/>
              <a:t>options</a:t>
            </a:r>
            <a:r>
              <a:rPr lang="zh-CN" altLang="en-US" sz="2000" b="1" dirty="0"/>
              <a:t>让我们指定附加选项，最常用的选项是</a:t>
            </a:r>
            <a:r>
              <a:rPr lang="en-US" altLang="zh-CN" sz="2000" b="1" dirty="0"/>
              <a:t>WNOHANG</a:t>
            </a:r>
            <a:r>
              <a:rPr lang="zh-CN" altLang="en-US" sz="2000" b="1" dirty="0"/>
              <a:t>，它通知内核在没有已终止子进程时不要阻塞。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六、</a:t>
            </a:r>
            <a:r>
              <a:rPr lang="en-US" altLang="zh-CN"/>
              <a:t>wait</a:t>
            </a:r>
            <a:r>
              <a:rPr lang="zh-CN" altLang="en-US"/>
              <a:t>和</a:t>
            </a:r>
            <a:r>
              <a:rPr lang="en-US" altLang="zh-CN"/>
              <a:t>waitpid</a:t>
            </a:r>
            <a:r>
              <a:rPr lang="zh-CN" altLang="en-US"/>
              <a:t>函数</a:t>
            </a:r>
          </a:p>
        </p:txBody>
      </p:sp>
      <p:pic>
        <p:nvPicPr>
          <p:cNvPr id="39939" name="Picture 3" descr="D:\与同一个并发服务器建立了5个连接的客户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197100"/>
            <a:ext cx="8378825" cy="267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5" descr="D:\客户终止导致关闭5个连接，终止5个子进程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720850"/>
            <a:ext cx="8267700" cy="357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六、</a:t>
            </a:r>
            <a:r>
              <a:rPr lang="en-US" altLang="zh-CN" dirty="0"/>
              <a:t>wait</a:t>
            </a:r>
            <a:r>
              <a:rPr lang="zh-CN" altLang="en-US" dirty="0"/>
              <a:t>和</a:t>
            </a:r>
            <a:r>
              <a:rPr lang="en-US" altLang="zh-CN" dirty="0" err="1"/>
              <a:t>waitpid</a:t>
            </a:r>
            <a:r>
              <a:rPr lang="zh-CN" altLang="en-US" dirty="0"/>
              <a:t>函数</a:t>
            </a:r>
          </a:p>
        </p:txBody>
      </p:sp>
      <p:sp>
        <p:nvSpPr>
          <p:cNvPr id="16387" name="TextBox 1"/>
          <p:cNvSpPr txBox="1">
            <a:spLocks noChangeArrowheads="1"/>
          </p:cNvSpPr>
          <p:nvPr/>
        </p:nvSpPr>
        <p:spPr bwMode="auto">
          <a:xfrm>
            <a:off x="641350" y="1196975"/>
            <a:ext cx="7920038" cy="36925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#include	"</a:t>
            </a:r>
            <a:r>
              <a:rPr lang="en-US" altLang="zh-CN" sz="2000" b="1" dirty="0" err="1">
                <a:solidFill>
                  <a:srgbClr val="000000"/>
                </a:solidFill>
              </a:rPr>
              <a:t>unp.h</a:t>
            </a:r>
            <a:r>
              <a:rPr lang="en-US" altLang="zh-CN" sz="2000" b="1" dirty="0">
                <a:solidFill>
                  <a:srgbClr val="000000"/>
                </a:solidFill>
              </a:rPr>
              <a:t>“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void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sig_chld</a:t>
            </a:r>
            <a:r>
              <a:rPr lang="en-US" altLang="zh-CN" sz="2000" b="1" dirty="0">
                <a:solidFill>
                  <a:srgbClr val="000000"/>
                </a:solidFill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</a:rPr>
              <a:t>signo</a:t>
            </a:r>
            <a:r>
              <a:rPr lang="en-US" altLang="zh-CN" sz="2000" b="1" dirty="0">
                <a:solidFill>
                  <a:srgbClr val="000000"/>
                </a:solidFill>
              </a:rPr>
              <a:t>){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</a:t>
            </a:r>
            <a:r>
              <a:rPr lang="en-US" altLang="zh-CN" sz="2000" b="1" dirty="0" err="1">
                <a:solidFill>
                  <a:srgbClr val="000000"/>
                </a:solidFill>
              </a:rPr>
              <a:t>pid_t</a:t>
            </a:r>
            <a:r>
              <a:rPr lang="en-US" altLang="zh-CN" sz="2000" b="1" dirty="0">
                <a:solidFill>
                  <a:srgbClr val="000000"/>
                </a:solidFill>
              </a:rPr>
              <a:t>	</a:t>
            </a:r>
            <a:r>
              <a:rPr lang="en-US" altLang="zh-CN" sz="2000" b="1" dirty="0" err="1">
                <a:solidFill>
                  <a:srgbClr val="000000"/>
                </a:solidFill>
              </a:rPr>
              <a:t>pid</a:t>
            </a:r>
            <a:r>
              <a:rPr lang="en-US" altLang="zh-CN" sz="2000" b="1" dirty="0">
                <a:solidFill>
                  <a:srgbClr val="000000"/>
                </a:solidFill>
              </a:rPr>
              <a:t>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</a:t>
            </a:r>
            <a:r>
              <a:rPr lang="en-US" altLang="zh-CN" sz="2000" b="1" dirty="0" err="1">
                <a:solidFill>
                  <a:srgbClr val="000000"/>
                </a:solidFill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</a:rPr>
              <a:t>	stat;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while ( (</a:t>
            </a:r>
            <a:r>
              <a:rPr lang="en-US" altLang="zh-CN" sz="2000" b="1" dirty="0" err="1">
                <a:solidFill>
                  <a:srgbClr val="000000"/>
                </a:solidFill>
              </a:rPr>
              <a:t>pid</a:t>
            </a:r>
            <a:r>
              <a:rPr lang="en-US" altLang="zh-CN" sz="2000" b="1" dirty="0">
                <a:solidFill>
                  <a:srgbClr val="000000"/>
                </a:solidFill>
              </a:rPr>
              <a:t> = </a:t>
            </a:r>
            <a:r>
              <a:rPr lang="en-US" altLang="zh-CN" sz="2000" b="1" dirty="0" err="1">
                <a:solidFill>
                  <a:srgbClr val="000000"/>
                </a:solidFill>
              </a:rPr>
              <a:t>waitpid</a:t>
            </a:r>
            <a:r>
              <a:rPr lang="en-US" altLang="zh-CN" sz="2000" b="1" dirty="0">
                <a:solidFill>
                  <a:srgbClr val="000000"/>
                </a:solidFill>
              </a:rPr>
              <a:t>(-1, &amp;stat, WNOHANG)) &gt; 0)			</a:t>
            </a:r>
            <a:r>
              <a:rPr lang="en-US" altLang="zh-CN" sz="2000" b="1" dirty="0" err="1">
                <a:solidFill>
                  <a:srgbClr val="000000"/>
                </a:solidFill>
              </a:rPr>
              <a:t>printf</a:t>
            </a:r>
            <a:r>
              <a:rPr lang="en-US" altLang="zh-CN" sz="2000" b="1" dirty="0">
                <a:solidFill>
                  <a:srgbClr val="000000"/>
                </a:solidFill>
              </a:rPr>
              <a:t>("child %d terminated\n", </a:t>
            </a:r>
            <a:r>
              <a:rPr lang="en-US" altLang="zh-CN" sz="2000" b="1" dirty="0" err="1">
                <a:solidFill>
                  <a:srgbClr val="000000"/>
                </a:solidFill>
              </a:rPr>
              <a:t>pid</a:t>
            </a:r>
            <a:r>
              <a:rPr lang="en-US" altLang="zh-CN" sz="2000" b="1" dirty="0">
                <a:solidFill>
                  <a:srgbClr val="000000"/>
                </a:solidFill>
              </a:rPr>
              <a:t>);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	return;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}</a:t>
            </a:r>
            <a:endParaRPr lang="zh-CN" altLang="en-US" sz="20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六、</a:t>
            </a:r>
            <a:r>
              <a:rPr lang="en-US" altLang="zh-CN" dirty="0"/>
              <a:t>wait</a:t>
            </a:r>
            <a:r>
              <a:rPr lang="zh-CN" altLang="en-US" dirty="0"/>
              <a:t>和</a:t>
            </a:r>
            <a:r>
              <a:rPr lang="en-US" altLang="zh-CN" dirty="0" err="1"/>
              <a:t>waitpid</a:t>
            </a:r>
            <a:r>
              <a:rPr lang="zh-CN" altLang="en-US" dirty="0"/>
              <a:t>函数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F8BEDBA-FF7C-4A09-B1A1-93CE41058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6792"/>
            <a:ext cx="9144000" cy="34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837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F313E6EC-8605-4F85-85F2-D189BA9205F3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277813"/>
            <a:ext cx="7570788" cy="11398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kern="0" dirty="0"/>
              <a:t>TCP</a:t>
            </a:r>
            <a:r>
              <a:rPr lang="zh-CN" altLang="en-US" kern="0" dirty="0"/>
              <a:t>回射服务器程序总结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69617CA-745A-4400-A59D-683CEE9BB24E}"/>
              </a:ext>
            </a:extLst>
          </p:cNvPr>
          <p:cNvGrpSpPr/>
          <p:nvPr/>
        </p:nvGrpSpPr>
        <p:grpSpPr>
          <a:xfrm>
            <a:off x="436865" y="2478568"/>
            <a:ext cx="1919301" cy="2229153"/>
            <a:chOff x="436865" y="2478568"/>
            <a:chExt cx="1919301" cy="2229153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7AA88929-120C-44B8-8A28-DA84C34F16D9}"/>
                </a:ext>
              </a:extLst>
            </p:cNvPr>
            <p:cNvGrpSpPr/>
            <p:nvPr/>
          </p:nvGrpSpPr>
          <p:grpSpPr>
            <a:xfrm>
              <a:off x="436865" y="2478568"/>
              <a:ext cx="1919301" cy="1674317"/>
              <a:chOff x="436865" y="2478568"/>
              <a:chExt cx="1919301" cy="1674317"/>
            </a:xfrm>
          </p:grpSpPr>
          <p:sp>
            <p:nvSpPr>
              <p:cNvPr id="10" name="L 形 9">
                <a:extLst>
                  <a:ext uri="{FF2B5EF4-FFF2-40B4-BE49-F238E27FC236}">
                    <a16:creationId xmlns:a16="http://schemas.microsoft.com/office/drawing/2014/main" id="{9D93F775-A616-4784-80A2-763208EFCF22}"/>
                  </a:ext>
                </a:extLst>
              </p:cNvPr>
              <p:cNvSpPr/>
              <p:nvPr/>
            </p:nvSpPr>
            <p:spPr>
              <a:xfrm rot="5400000">
                <a:off x="819028" y="2619587"/>
                <a:ext cx="1151135" cy="1915462"/>
              </a:xfrm>
              <a:prstGeom prst="corner">
                <a:avLst>
                  <a:gd name="adj1" fmla="val 16120"/>
                  <a:gd name="adj2" fmla="val 16110"/>
                </a:avLst>
              </a:pr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等腰三角形 11">
                <a:extLst>
                  <a:ext uri="{FF2B5EF4-FFF2-40B4-BE49-F238E27FC236}">
                    <a16:creationId xmlns:a16="http://schemas.microsoft.com/office/drawing/2014/main" id="{6963FC27-CA6A-4E25-940C-FF64C0FEFC81}"/>
                  </a:ext>
                </a:extLst>
              </p:cNvPr>
              <p:cNvSpPr/>
              <p:nvPr/>
            </p:nvSpPr>
            <p:spPr>
              <a:xfrm>
                <a:off x="2029885" y="2478568"/>
                <a:ext cx="326281" cy="326281"/>
              </a:xfrm>
              <a:prstGeom prst="triangle">
                <a:avLst>
                  <a:gd name="adj" fmla="val 100000"/>
                </a:avLst>
              </a:pr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C2C900B1-74EC-4CF5-949B-A75B60EAAB47}"/>
                </a:ext>
              </a:extLst>
            </p:cNvPr>
            <p:cNvSpPr/>
            <p:nvPr/>
          </p:nvSpPr>
          <p:spPr>
            <a:xfrm>
              <a:off x="626875" y="3191897"/>
              <a:ext cx="1729290" cy="1515824"/>
            </a:xfrm>
            <a:custGeom>
              <a:avLst/>
              <a:gdLst>
                <a:gd name="connsiteX0" fmla="*/ 0 w 1729290"/>
                <a:gd name="connsiteY0" fmla="*/ 0 h 1515824"/>
                <a:gd name="connsiteX1" fmla="*/ 1729290 w 1729290"/>
                <a:gd name="connsiteY1" fmla="*/ 0 h 1515824"/>
                <a:gd name="connsiteX2" fmla="*/ 1729290 w 1729290"/>
                <a:gd name="connsiteY2" fmla="*/ 1515824 h 1515824"/>
                <a:gd name="connsiteX3" fmla="*/ 0 w 1729290"/>
                <a:gd name="connsiteY3" fmla="*/ 1515824 h 1515824"/>
                <a:gd name="connsiteX4" fmla="*/ 0 w 1729290"/>
                <a:gd name="connsiteY4" fmla="*/ 0 h 15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9290" h="1515824">
                  <a:moveTo>
                    <a:pt x="0" y="0"/>
                  </a:moveTo>
                  <a:lnTo>
                    <a:pt x="1729290" y="0"/>
                  </a:lnTo>
                  <a:lnTo>
                    <a:pt x="1729290" y="1515824"/>
                  </a:lnTo>
                  <a:lnTo>
                    <a:pt x="0" y="151582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t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b="1" kern="1200" dirty="0"/>
                <a:t>tcpserv01.c</a:t>
              </a:r>
              <a:endParaRPr lang="zh-CN" altLang="en-US" sz="16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zh-CN" sz="1200" b="1" kern="1200" dirty="0" err="1"/>
                <a:t>str_echo.c</a:t>
              </a:r>
              <a:endParaRPr lang="zh-CN" altLang="en-US" sz="1200" b="1" kern="1200" dirty="0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A50D0DE1-45D9-4DBE-8970-C16841CCABAF}"/>
              </a:ext>
            </a:extLst>
          </p:cNvPr>
          <p:cNvGrpSpPr/>
          <p:nvPr/>
        </p:nvGrpSpPr>
        <p:grpSpPr>
          <a:xfrm>
            <a:off x="2553855" y="1954717"/>
            <a:ext cx="1919300" cy="2229153"/>
            <a:chOff x="2553855" y="1954717"/>
            <a:chExt cx="1919300" cy="2229153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C781B92E-3F7E-4770-9EDC-04B181D01D94}"/>
                </a:ext>
              </a:extLst>
            </p:cNvPr>
            <p:cNvGrpSpPr/>
            <p:nvPr/>
          </p:nvGrpSpPr>
          <p:grpSpPr>
            <a:xfrm>
              <a:off x="2553855" y="1954717"/>
              <a:ext cx="1919300" cy="1674316"/>
              <a:chOff x="2553855" y="1954717"/>
              <a:chExt cx="1919300" cy="1674316"/>
            </a:xfrm>
          </p:grpSpPr>
          <p:sp>
            <p:nvSpPr>
              <p:cNvPr id="13" name="L 形 12">
                <a:extLst>
                  <a:ext uri="{FF2B5EF4-FFF2-40B4-BE49-F238E27FC236}">
                    <a16:creationId xmlns:a16="http://schemas.microsoft.com/office/drawing/2014/main" id="{50605623-BA11-4B88-A52C-2B8AEFC768F5}"/>
                  </a:ext>
                </a:extLst>
              </p:cNvPr>
              <p:cNvSpPr/>
              <p:nvPr/>
            </p:nvSpPr>
            <p:spPr>
              <a:xfrm rot="5400000">
                <a:off x="2936018" y="2095735"/>
                <a:ext cx="1151135" cy="1915462"/>
              </a:xfrm>
              <a:prstGeom prst="corner">
                <a:avLst>
                  <a:gd name="adj1" fmla="val 16120"/>
                  <a:gd name="adj2" fmla="val 16110"/>
                </a:avLst>
              </a:pr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等腰三角形 14">
                <a:extLst>
                  <a:ext uri="{FF2B5EF4-FFF2-40B4-BE49-F238E27FC236}">
                    <a16:creationId xmlns:a16="http://schemas.microsoft.com/office/drawing/2014/main" id="{31365846-6784-4396-A7FD-D111663B1184}"/>
                  </a:ext>
                </a:extLst>
              </p:cNvPr>
              <p:cNvSpPr/>
              <p:nvPr/>
            </p:nvSpPr>
            <p:spPr>
              <a:xfrm>
                <a:off x="4146874" y="1954717"/>
                <a:ext cx="326281" cy="326281"/>
              </a:xfrm>
              <a:prstGeom prst="triangle">
                <a:avLst>
                  <a:gd name="adj" fmla="val 100000"/>
                </a:avLst>
              </a:pr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AEDF3E74-A1F4-4EEF-AC69-3CA2F7CD9FEB}"/>
                </a:ext>
              </a:extLst>
            </p:cNvPr>
            <p:cNvSpPr/>
            <p:nvPr/>
          </p:nvSpPr>
          <p:spPr>
            <a:xfrm>
              <a:off x="2743865" y="2668046"/>
              <a:ext cx="1729290" cy="1515824"/>
            </a:xfrm>
            <a:custGeom>
              <a:avLst/>
              <a:gdLst>
                <a:gd name="connsiteX0" fmla="*/ 0 w 1729290"/>
                <a:gd name="connsiteY0" fmla="*/ 0 h 1515824"/>
                <a:gd name="connsiteX1" fmla="*/ 1729290 w 1729290"/>
                <a:gd name="connsiteY1" fmla="*/ 0 h 1515824"/>
                <a:gd name="connsiteX2" fmla="*/ 1729290 w 1729290"/>
                <a:gd name="connsiteY2" fmla="*/ 1515824 h 1515824"/>
                <a:gd name="connsiteX3" fmla="*/ 0 w 1729290"/>
                <a:gd name="connsiteY3" fmla="*/ 1515824 h 1515824"/>
                <a:gd name="connsiteX4" fmla="*/ 0 w 1729290"/>
                <a:gd name="connsiteY4" fmla="*/ 0 h 15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9290" h="1515824">
                  <a:moveTo>
                    <a:pt x="0" y="0"/>
                  </a:moveTo>
                  <a:lnTo>
                    <a:pt x="1729290" y="0"/>
                  </a:lnTo>
                  <a:lnTo>
                    <a:pt x="1729290" y="1515824"/>
                  </a:lnTo>
                  <a:lnTo>
                    <a:pt x="0" y="151582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t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b="1" kern="1200" dirty="0"/>
                <a:t>tcpserv02.c</a:t>
              </a:r>
              <a:endParaRPr lang="zh-CN" altLang="en-US" sz="16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zh-CN" sz="1200" b="1" kern="1200" dirty="0" err="1"/>
                <a:t>str_echo.c</a:t>
              </a:r>
              <a:endParaRPr lang="zh-CN" altLang="en-US" sz="12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zh-CN" sz="1200" b="1" kern="1200" dirty="0" err="1"/>
                <a:t>sigchldwait.c</a:t>
              </a:r>
              <a:endParaRPr lang="zh-CN" altLang="en-US" sz="1200" b="1" kern="1200" dirty="0"/>
            </a:p>
            <a:p>
              <a:pPr marL="228600" lvl="2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1200" b="1" kern="1200" dirty="0" err="1"/>
                <a:t>sig_child</a:t>
              </a:r>
              <a:r>
                <a:rPr lang="en-US" altLang="en-US" sz="1200" b="1" kern="1200" dirty="0"/>
                <a:t>()</a:t>
              </a:r>
              <a:endParaRPr lang="zh-CN" altLang="en-US" sz="1200" b="1" kern="1200" dirty="0"/>
            </a:p>
            <a:p>
              <a:pPr marL="342900" lvl="3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zh-CN" sz="1200" b="1" kern="1200" dirty="0"/>
                <a:t>wait()</a:t>
              </a:r>
              <a:endParaRPr lang="zh-CN" altLang="en-US" sz="1200" b="1" kern="1200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3780238-1B0A-489F-A5E3-D6699DF0A76A}"/>
              </a:ext>
            </a:extLst>
          </p:cNvPr>
          <p:cNvGrpSpPr/>
          <p:nvPr/>
        </p:nvGrpSpPr>
        <p:grpSpPr>
          <a:xfrm>
            <a:off x="4670844" y="1430866"/>
            <a:ext cx="1919301" cy="2229153"/>
            <a:chOff x="4670844" y="1430866"/>
            <a:chExt cx="1919301" cy="2229153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0B86A8A4-698E-4997-B024-224918126B12}"/>
                </a:ext>
              </a:extLst>
            </p:cNvPr>
            <p:cNvGrpSpPr/>
            <p:nvPr/>
          </p:nvGrpSpPr>
          <p:grpSpPr>
            <a:xfrm>
              <a:off x="4670844" y="1430866"/>
              <a:ext cx="1919301" cy="1674316"/>
              <a:chOff x="4670844" y="1430866"/>
              <a:chExt cx="1919301" cy="1674316"/>
            </a:xfrm>
          </p:grpSpPr>
          <p:sp>
            <p:nvSpPr>
              <p:cNvPr id="16" name="L 形 15">
                <a:extLst>
                  <a:ext uri="{FF2B5EF4-FFF2-40B4-BE49-F238E27FC236}">
                    <a16:creationId xmlns:a16="http://schemas.microsoft.com/office/drawing/2014/main" id="{73C2DC8C-3317-4B68-A143-715DB2C1708E}"/>
                  </a:ext>
                </a:extLst>
              </p:cNvPr>
              <p:cNvSpPr/>
              <p:nvPr/>
            </p:nvSpPr>
            <p:spPr>
              <a:xfrm rot="5400000">
                <a:off x="5053007" y="1571884"/>
                <a:ext cx="1151135" cy="1915462"/>
              </a:xfrm>
              <a:prstGeom prst="corner">
                <a:avLst>
                  <a:gd name="adj1" fmla="val 16120"/>
                  <a:gd name="adj2" fmla="val 16110"/>
                </a:avLst>
              </a:pr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等腰三角形 17">
                <a:extLst>
                  <a:ext uri="{FF2B5EF4-FFF2-40B4-BE49-F238E27FC236}">
                    <a16:creationId xmlns:a16="http://schemas.microsoft.com/office/drawing/2014/main" id="{17577EFB-7728-4FF8-B64F-6FC345C6F2C2}"/>
                  </a:ext>
                </a:extLst>
              </p:cNvPr>
              <p:cNvSpPr/>
              <p:nvPr/>
            </p:nvSpPr>
            <p:spPr>
              <a:xfrm>
                <a:off x="6263864" y="1430866"/>
                <a:ext cx="326281" cy="326281"/>
              </a:xfrm>
              <a:prstGeom prst="triangle">
                <a:avLst>
                  <a:gd name="adj" fmla="val 100000"/>
                </a:avLst>
              </a:pr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9342B58A-454F-4003-8BBB-7218006AF40C}"/>
                </a:ext>
              </a:extLst>
            </p:cNvPr>
            <p:cNvSpPr/>
            <p:nvPr/>
          </p:nvSpPr>
          <p:spPr>
            <a:xfrm>
              <a:off x="4860854" y="2144195"/>
              <a:ext cx="1729290" cy="1515824"/>
            </a:xfrm>
            <a:custGeom>
              <a:avLst/>
              <a:gdLst>
                <a:gd name="connsiteX0" fmla="*/ 0 w 1729290"/>
                <a:gd name="connsiteY0" fmla="*/ 0 h 1515824"/>
                <a:gd name="connsiteX1" fmla="*/ 1729290 w 1729290"/>
                <a:gd name="connsiteY1" fmla="*/ 0 h 1515824"/>
                <a:gd name="connsiteX2" fmla="*/ 1729290 w 1729290"/>
                <a:gd name="connsiteY2" fmla="*/ 1515824 h 1515824"/>
                <a:gd name="connsiteX3" fmla="*/ 0 w 1729290"/>
                <a:gd name="connsiteY3" fmla="*/ 1515824 h 1515824"/>
                <a:gd name="connsiteX4" fmla="*/ 0 w 1729290"/>
                <a:gd name="connsiteY4" fmla="*/ 0 h 15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9290" h="1515824">
                  <a:moveTo>
                    <a:pt x="0" y="0"/>
                  </a:moveTo>
                  <a:lnTo>
                    <a:pt x="1729290" y="0"/>
                  </a:lnTo>
                  <a:lnTo>
                    <a:pt x="1729290" y="1515824"/>
                  </a:lnTo>
                  <a:lnTo>
                    <a:pt x="0" y="151582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t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b="1" kern="1200" dirty="0"/>
                <a:t>tcpserv03.c</a:t>
              </a:r>
              <a:endParaRPr lang="zh-CN" altLang="en-US" sz="16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CN" altLang="en-US" sz="1200" b="1" kern="1200" dirty="0"/>
                <a:t>处理</a:t>
              </a:r>
              <a:r>
                <a:rPr lang="en-US" altLang="en-US" sz="1200" b="1" kern="1200" dirty="0"/>
                <a:t>accept</a:t>
              </a:r>
              <a:r>
                <a:rPr lang="zh-CN" altLang="en-US" sz="1200" b="1" kern="1200" dirty="0"/>
                <a:t>返回的</a:t>
              </a:r>
              <a:r>
                <a:rPr lang="en-US" altLang="en-US" sz="1200" b="1" kern="1200" dirty="0"/>
                <a:t>EINTR</a:t>
              </a:r>
              <a:r>
                <a:rPr lang="zh-CN" altLang="en-US" sz="1200" b="1" kern="1200" dirty="0"/>
                <a:t>错误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zh-CN" sz="1200" b="1" kern="1200" dirty="0" err="1"/>
                <a:t>str_echo.c</a:t>
              </a:r>
              <a:endParaRPr lang="zh-CN" altLang="en-US" sz="12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zh-CN" sz="1200" b="1" kern="1200" dirty="0" err="1"/>
                <a:t>sigchldwait.c</a:t>
              </a:r>
              <a:endParaRPr lang="zh-CN" altLang="en-US" sz="1200" b="1" kern="1200" dirty="0"/>
            </a:p>
            <a:p>
              <a:pPr marL="228600" lvl="2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1200" b="1" kern="1200" dirty="0" err="1"/>
                <a:t>sig_child</a:t>
              </a:r>
              <a:r>
                <a:rPr lang="en-US" altLang="en-US" sz="1200" b="1" kern="1200" dirty="0"/>
                <a:t>()</a:t>
              </a:r>
              <a:endParaRPr lang="zh-CN" altLang="en-US" sz="1200" b="1" kern="1200" dirty="0"/>
            </a:p>
            <a:p>
              <a:pPr marL="342900" lvl="3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zh-CN" sz="1200" b="1" kern="1200" dirty="0"/>
                <a:t>wait()</a:t>
              </a:r>
              <a:endParaRPr lang="zh-CN" altLang="en-US" sz="1200" b="1" kern="1200" dirty="0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103E3667-D853-4F96-80F7-E482E73FD5CB}"/>
              </a:ext>
            </a:extLst>
          </p:cNvPr>
          <p:cNvGrpSpPr/>
          <p:nvPr/>
        </p:nvGrpSpPr>
        <p:grpSpPr>
          <a:xfrm>
            <a:off x="6787834" y="1430197"/>
            <a:ext cx="1919300" cy="1705971"/>
            <a:chOff x="6787834" y="1430197"/>
            <a:chExt cx="1919300" cy="1705971"/>
          </a:xfrm>
        </p:grpSpPr>
        <p:sp>
          <p:nvSpPr>
            <p:cNvPr id="19" name="L 形 18">
              <a:extLst>
                <a:ext uri="{FF2B5EF4-FFF2-40B4-BE49-F238E27FC236}">
                  <a16:creationId xmlns:a16="http://schemas.microsoft.com/office/drawing/2014/main" id="{2FA087EB-4F21-4E3B-BB69-BB7C4AA1850D}"/>
                </a:ext>
              </a:extLst>
            </p:cNvPr>
            <p:cNvSpPr/>
            <p:nvPr/>
          </p:nvSpPr>
          <p:spPr>
            <a:xfrm rot="5400000">
              <a:off x="7169997" y="1048034"/>
              <a:ext cx="1151135" cy="1915462"/>
            </a:xfrm>
            <a:prstGeom prst="corner">
              <a:avLst>
                <a:gd name="adj1" fmla="val 16120"/>
                <a:gd name="adj2" fmla="val 1611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56482D09-B106-46B6-B5F4-15B1DCCE37B9}"/>
                </a:ext>
              </a:extLst>
            </p:cNvPr>
            <p:cNvSpPr/>
            <p:nvPr/>
          </p:nvSpPr>
          <p:spPr>
            <a:xfrm>
              <a:off x="6977844" y="1620344"/>
              <a:ext cx="1729290" cy="1515824"/>
            </a:xfrm>
            <a:custGeom>
              <a:avLst/>
              <a:gdLst>
                <a:gd name="connsiteX0" fmla="*/ 0 w 1729290"/>
                <a:gd name="connsiteY0" fmla="*/ 0 h 1515824"/>
                <a:gd name="connsiteX1" fmla="*/ 1729290 w 1729290"/>
                <a:gd name="connsiteY1" fmla="*/ 0 h 1515824"/>
                <a:gd name="connsiteX2" fmla="*/ 1729290 w 1729290"/>
                <a:gd name="connsiteY2" fmla="*/ 1515824 h 1515824"/>
                <a:gd name="connsiteX3" fmla="*/ 0 w 1729290"/>
                <a:gd name="connsiteY3" fmla="*/ 1515824 h 1515824"/>
                <a:gd name="connsiteX4" fmla="*/ 0 w 1729290"/>
                <a:gd name="connsiteY4" fmla="*/ 0 h 151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9290" h="1515824">
                  <a:moveTo>
                    <a:pt x="0" y="0"/>
                  </a:moveTo>
                  <a:lnTo>
                    <a:pt x="1729290" y="0"/>
                  </a:lnTo>
                  <a:lnTo>
                    <a:pt x="1729290" y="1515824"/>
                  </a:lnTo>
                  <a:lnTo>
                    <a:pt x="0" y="151582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t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b="1" kern="1200" dirty="0"/>
                <a:t>tcpserv04.c</a:t>
              </a:r>
              <a:endParaRPr lang="zh-CN" altLang="en-US" sz="16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CN" altLang="en-US" sz="1200" b="1" kern="1200" dirty="0"/>
                <a:t>处理</a:t>
              </a:r>
              <a:r>
                <a:rPr lang="en-US" altLang="en-US" sz="1200" b="1" kern="1200" dirty="0"/>
                <a:t>accept</a:t>
              </a:r>
              <a:r>
                <a:rPr lang="zh-CN" altLang="en-US" sz="1200" b="1" kern="1200" dirty="0"/>
                <a:t>返回的</a:t>
              </a:r>
              <a:r>
                <a:rPr lang="en-US" altLang="en-US" sz="1200" b="1" kern="1200" dirty="0"/>
                <a:t>EINTR</a:t>
              </a:r>
              <a:r>
                <a:rPr lang="zh-CN" altLang="en-US" sz="1200" b="1" kern="1200" dirty="0"/>
                <a:t>错误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1200" b="1" kern="1200" dirty="0" err="1"/>
                <a:t>str_echo.c</a:t>
              </a:r>
              <a:endParaRPr lang="zh-CN" altLang="en-US" sz="1200" b="1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1200" b="1" kern="1200" dirty="0" err="1"/>
                <a:t>sigchldwait</a:t>
              </a:r>
              <a:r>
                <a:rPr lang="en-US" altLang="zh-CN" sz="1200" b="1" kern="1200" dirty="0" err="1"/>
                <a:t>pid</a:t>
              </a:r>
              <a:r>
                <a:rPr lang="en-US" altLang="en-US" sz="1200" b="1" kern="1200" dirty="0" err="1"/>
                <a:t>.c</a:t>
              </a:r>
              <a:endParaRPr lang="zh-CN" altLang="en-US" sz="1200" b="1" kern="1200" dirty="0"/>
            </a:p>
            <a:p>
              <a:pPr marL="228600" lvl="2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1200" b="1" kern="1200" dirty="0" err="1"/>
                <a:t>sig_child</a:t>
              </a:r>
              <a:r>
                <a:rPr lang="en-US" altLang="en-US" sz="1200" b="1" kern="1200" dirty="0"/>
                <a:t>()</a:t>
              </a:r>
              <a:endParaRPr lang="zh-CN" altLang="en-US" sz="1200" b="1" kern="1200" dirty="0"/>
            </a:p>
            <a:p>
              <a:pPr marL="342900" lvl="3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zh-CN" sz="1200" b="1" kern="1200" dirty="0" err="1"/>
                <a:t>waitpid</a:t>
              </a:r>
              <a:r>
                <a:rPr lang="en-US" altLang="zh-CN" sz="1200" b="1" kern="1200" dirty="0"/>
                <a:t>()</a:t>
              </a:r>
              <a:endParaRPr lang="zh-CN" altLang="en-US" sz="1200" b="1" kern="1200" dirty="0"/>
            </a:p>
          </p:txBody>
        </p:sp>
      </p:grp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6772C09F-D941-4E98-83BB-38A0D42B6F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3148183"/>
              </p:ext>
            </p:extLst>
          </p:nvPr>
        </p:nvGraphicFramePr>
        <p:xfrm>
          <a:off x="431540" y="4725144"/>
          <a:ext cx="8280920" cy="1728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EF52E957-2ECA-4FD2-A310-7876EBB9DFCB}"/>
              </a:ext>
            </a:extLst>
          </p:cNvPr>
          <p:cNvGrpSpPr/>
          <p:nvPr/>
        </p:nvGrpSpPr>
        <p:grpSpPr>
          <a:xfrm>
            <a:off x="5976156" y="3429000"/>
            <a:ext cx="1512168" cy="1368152"/>
            <a:chOff x="5976156" y="3429000"/>
            <a:chExt cx="1512168" cy="1368152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69D5C96-4AF7-444C-90E6-23A9CCAA7177}"/>
                </a:ext>
              </a:extLst>
            </p:cNvPr>
            <p:cNvSpPr/>
            <p:nvPr/>
          </p:nvSpPr>
          <p:spPr>
            <a:xfrm>
              <a:off x="5976156" y="4149080"/>
              <a:ext cx="1512168" cy="64807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tcpcli04.c</a:t>
              </a:r>
            </a:p>
            <a:p>
              <a:pPr algn="ctr"/>
              <a:r>
                <a:rPr lang="en-US" altLang="zh-CN" dirty="0" err="1">
                  <a:solidFill>
                    <a:schemeClr val="accent1"/>
                  </a:solidFill>
                </a:rPr>
                <a:t>str_cli.c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99D8F5ED-4BE7-4AC8-93EF-B467811A33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20172" y="3473586"/>
              <a:ext cx="360040" cy="531480"/>
            </a:xfrm>
            <a:prstGeom prst="straightConnector1">
              <a:avLst/>
            </a:prstGeom>
            <a:ln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91D4010A-AFBC-4F73-B423-64B7AE6F5A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4268" y="3429000"/>
              <a:ext cx="360040" cy="576064"/>
            </a:xfrm>
            <a:prstGeom prst="straightConnector1">
              <a:avLst/>
            </a:prstGeom>
            <a:ln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1763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七、程序运行异常处理</a:t>
            </a:r>
          </a:p>
        </p:txBody>
      </p:sp>
      <p:sp>
        <p:nvSpPr>
          <p:cNvPr id="16387" name="TextBox 1"/>
          <p:cNvSpPr txBox="1">
            <a:spLocks noChangeArrowheads="1"/>
          </p:cNvSpPr>
          <p:nvPr/>
        </p:nvSpPr>
        <p:spPr bwMode="auto">
          <a:xfrm>
            <a:off x="641350" y="1196975"/>
            <a:ext cx="7920038" cy="448071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1. accept</a:t>
            </a:r>
            <a:r>
              <a:rPr lang="zh-CN" altLang="en-US" sz="2000" b="1" dirty="0">
                <a:solidFill>
                  <a:srgbClr val="000000"/>
                </a:solidFill>
              </a:rPr>
              <a:t>返回前连接夭折</a:t>
            </a:r>
          </a:p>
        </p:txBody>
      </p:sp>
      <p:pic>
        <p:nvPicPr>
          <p:cNvPr id="21508" name="Picture 2" descr="D:\ESTABLISHED状态的连接在调用accept之前收到RS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16113"/>
            <a:ext cx="5916613" cy="403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7F50D19-100E-4CB9-9B35-D4168AD96FD7}"/>
              </a:ext>
            </a:extLst>
          </p:cNvPr>
          <p:cNvSpPr txBox="1"/>
          <p:nvPr/>
        </p:nvSpPr>
        <p:spPr>
          <a:xfrm>
            <a:off x="5292080" y="3400896"/>
            <a:ext cx="3779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solidFill>
                  <a:srgbClr val="FF0000"/>
                </a:solidFill>
              </a:rPr>
              <a:t>errno</a:t>
            </a:r>
            <a:r>
              <a:rPr lang="zh-CN" altLang="en-US" sz="2000" b="1" dirty="0">
                <a:solidFill>
                  <a:srgbClr val="FF0000"/>
                </a:solidFill>
              </a:rPr>
              <a:t>：</a:t>
            </a:r>
            <a:r>
              <a:rPr lang="en-US" altLang="zh-CN" sz="2000" b="1" dirty="0">
                <a:solidFill>
                  <a:srgbClr val="FF0000"/>
                </a:solidFill>
              </a:rPr>
              <a:t>ECONNABORTED</a:t>
            </a:r>
          </a:p>
          <a:p>
            <a:r>
              <a:rPr lang="zh-CN" altLang="en-US" sz="2000" b="1" dirty="0">
                <a:solidFill>
                  <a:srgbClr val="FF0000"/>
                </a:solidFill>
              </a:rPr>
              <a:t>再次调用</a:t>
            </a:r>
            <a:r>
              <a:rPr lang="en-US" altLang="zh-CN" sz="2000" b="1" dirty="0">
                <a:solidFill>
                  <a:srgbClr val="FF0000"/>
                </a:solidFill>
              </a:rPr>
              <a:t>accept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七、程序运行异常处理</a:t>
            </a:r>
          </a:p>
        </p:txBody>
      </p:sp>
      <p:sp>
        <p:nvSpPr>
          <p:cNvPr id="16387" name="TextBox 1"/>
          <p:cNvSpPr txBox="1">
            <a:spLocks noChangeArrowheads="1"/>
          </p:cNvSpPr>
          <p:nvPr/>
        </p:nvSpPr>
        <p:spPr bwMode="auto">
          <a:xfrm>
            <a:off x="641350" y="1196975"/>
            <a:ext cx="7920038" cy="4921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2. </a:t>
            </a:r>
            <a:r>
              <a:rPr lang="zh-CN" altLang="en-US" sz="2000" b="1" dirty="0">
                <a:solidFill>
                  <a:srgbClr val="000000"/>
                </a:solidFill>
              </a:rPr>
              <a:t>服务器进程终止</a:t>
            </a: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641350" y="1916113"/>
            <a:ext cx="7920038" cy="129381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服务器子进程终止（杀死该进程），作为进程终止处理的部分工作，子进程打开的描述字都关闭，这引发了一个</a:t>
            </a:r>
            <a:r>
              <a:rPr lang="en-US" altLang="zh-CN" sz="2000" b="1" dirty="0">
                <a:solidFill>
                  <a:srgbClr val="000000"/>
                </a:solidFill>
              </a:rPr>
              <a:t>FIN</a:t>
            </a:r>
            <a:r>
              <a:rPr lang="zh-CN" altLang="en-US" sz="2000" b="1" dirty="0">
                <a:solidFill>
                  <a:srgbClr val="000000"/>
                </a:solidFill>
              </a:rPr>
              <a:t>发送给客户，客户</a:t>
            </a:r>
            <a:r>
              <a:rPr lang="en-US" altLang="zh-CN" sz="2000" b="1" dirty="0">
                <a:solidFill>
                  <a:srgbClr val="000000"/>
                </a:solidFill>
              </a:rPr>
              <a:t>TCP</a:t>
            </a:r>
            <a:r>
              <a:rPr lang="zh-CN" altLang="en-US" sz="2000" b="1" dirty="0">
                <a:solidFill>
                  <a:srgbClr val="000000"/>
                </a:solidFill>
              </a:rPr>
              <a:t>相应地以</a:t>
            </a:r>
            <a:r>
              <a:rPr lang="en-US" altLang="zh-CN" sz="2000" b="1" dirty="0">
                <a:solidFill>
                  <a:srgbClr val="000000"/>
                </a:solidFill>
              </a:rPr>
              <a:t>ACK</a:t>
            </a:r>
            <a:r>
              <a:rPr lang="zh-CN" altLang="en-US" sz="2000" b="1" dirty="0">
                <a:solidFill>
                  <a:srgbClr val="000000"/>
                </a:solidFill>
              </a:rPr>
              <a:t>响应。这就是</a:t>
            </a:r>
            <a:r>
              <a:rPr lang="en-US" altLang="zh-CN" sz="2000" b="1" dirty="0">
                <a:solidFill>
                  <a:srgbClr val="000000"/>
                </a:solidFill>
              </a:rPr>
              <a:t>TCP</a:t>
            </a:r>
            <a:r>
              <a:rPr lang="zh-CN" altLang="en-US" sz="2000" b="1" dirty="0">
                <a:solidFill>
                  <a:srgbClr val="000000"/>
                </a:solidFill>
              </a:rPr>
              <a:t>连接终止的前一半工作。</a:t>
            </a:r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638175" y="3384550"/>
            <a:ext cx="7920038" cy="12922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当</a:t>
            </a:r>
            <a:r>
              <a:rPr lang="en-US" altLang="zh-CN" sz="2000" b="1" dirty="0">
                <a:solidFill>
                  <a:srgbClr val="000000"/>
                </a:solidFill>
              </a:rPr>
              <a:t>FIN</a:t>
            </a:r>
            <a:r>
              <a:rPr lang="zh-CN" altLang="en-US" sz="2000" b="1" dirty="0">
                <a:solidFill>
                  <a:srgbClr val="000000"/>
                </a:solidFill>
              </a:rPr>
              <a:t>到达套接口时，客户阻塞于</a:t>
            </a:r>
            <a:r>
              <a:rPr lang="en-US" altLang="zh-CN" sz="2000" b="1" dirty="0" err="1">
                <a:solidFill>
                  <a:srgbClr val="000000"/>
                </a:solidFill>
              </a:rPr>
              <a:t>fgets</a:t>
            </a:r>
            <a:r>
              <a:rPr lang="zh-CN" altLang="en-US" sz="2000" b="1" dirty="0">
                <a:solidFill>
                  <a:srgbClr val="000000"/>
                </a:solidFill>
              </a:rPr>
              <a:t>调用。客户工作时有两个描述字</a:t>
            </a:r>
            <a:r>
              <a:rPr lang="en-US" altLang="zh-CN" sz="2000" b="1" dirty="0">
                <a:solidFill>
                  <a:srgbClr val="000000"/>
                </a:solidFill>
              </a:rPr>
              <a:t>——</a:t>
            </a:r>
            <a:r>
              <a:rPr lang="zh-CN" altLang="en-US" sz="2000" b="1" dirty="0">
                <a:solidFill>
                  <a:srgbClr val="000000"/>
                </a:solidFill>
              </a:rPr>
              <a:t>套接口和用户输入，</a:t>
            </a:r>
            <a:r>
              <a:rPr lang="zh-CN" altLang="en-US" sz="2000" b="1" dirty="0">
                <a:solidFill>
                  <a:srgbClr val="FF0000"/>
                </a:solidFill>
              </a:rPr>
              <a:t>它不能只阻塞于两个源中的某个特定源输入，而是应阻塞于任一源的输入</a:t>
            </a:r>
            <a:r>
              <a:rPr lang="zh-CN" altLang="en-US" sz="2000" b="1" dirty="0">
                <a:solidFill>
                  <a:srgbClr val="000000"/>
                </a:solidFill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七、程序运行异常处理</a:t>
            </a:r>
          </a:p>
        </p:txBody>
      </p:sp>
      <p:sp>
        <p:nvSpPr>
          <p:cNvPr id="16387" name="TextBox 1"/>
          <p:cNvSpPr txBox="1">
            <a:spLocks noChangeArrowheads="1"/>
          </p:cNvSpPr>
          <p:nvPr/>
        </p:nvSpPr>
        <p:spPr bwMode="auto">
          <a:xfrm>
            <a:off x="641350" y="1196975"/>
            <a:ext cx="7920038" cy="4921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3. SIGPIPE</a:t>
            </a:r>
            <a:r>
              <a:rPr lang="zh-CN" altLang="en-US" sz="2000" b="1" dirty="0">
                <a:solidFill>
                  <a:srgbClr val="000000"/>
                </a:solidFill>
              </a:rPr>
              <a:t>信号</a:t>
            </a: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641350" y="1916113"/>
            <a:ext cx="7920038" cy="129381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如果客户不理会函数</a:t>
            </a:r>
            <a:r>
              <a:rPr lang="en-US" altLang="zh-CN" sz="2000" b="1" dirty="0" err="1">
                <a:solidFill>
                  <a:srgbClr val="000000"/>
                </a:solidFill>
              </a:rPr>
              <a:t>readline</a:t>
            </a:r>
            <a:r>
              <a:rPr lang="zh-CN" altLang="en-US" sz="2000" b="1" dirty="0">
                <a:solidFill>
                  <a:srgbClr val="000000"/>
                </a:solidFill>
              </a:rPr>
              <a:t>返回的错误而写入更多的数据到服务器上，又会怎样？这种情况是可能发生的，譬如，客户在读回任何东西之前对服务器写两次，而第一次写就引发了一</a:t>
            </a:r>
            <a:r>
              <a:rPr lang="en-US" altLang="zh-CN" sz="2000" b="1" dirty="0">
                <a:solidFill>
                  <a:srgbClr val="000000"/>
                </a:solidFill>
              </a:rPr>
              <a:t>RST</a:t>
            </a:r>
            <a:r>
              <a:rPr lang="zh-CN" altLang="en-US" sz="2000" b="1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638175" y="3384550"/>
            <a:ext cx="7920038" cy="12922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所用规则是当一个进程向接收了</a:t>
            </a:r>
            <a:r>
              <a:rPr lang="en-US" altLang="zh-CN" sz="2000" b="1" dirty="0">
                <a:solidFill>
                  <a:srgbClr val="000000"/>
                </a:solidFill>
              </a:rPr>
              <a:t>RST</a:t>
            </a:r>
            <a:r>
              <a:rPr lang="zh-CN" altLang="en-US" sz="2000" b="1" dirty="0">
                <a:solidFill>
                  <a:srgbClr val="000000"/>
                </a:solidFill>
              </a:rPr>
              <a:t>的套接口进行写操作时，内核给该进程发一个</a:t>
            </a:r>
            <a:r>
              <a:rPr lang="en-US" altLang="zh-CN" sz="2000" b="1" dirty="0">
                <a:solidFill>
                  <a:srgbClr val="000000"/>
                </a:solidFill>
              </a:rPr>
              <a:t>SIGPIPE</a:t>
            </a:r>
            <a:r>
              <a:rPr lang="zh-CN" altLang="en-US" sz="2000" b="1" dirty="0">
                <a:solidFill>
                  <a:srgbClr val="000000"/>
                </a:solidFill>
              </a:rPr>
              <a:t>信号。此信号的缺省行为就是终止进程，所以，进程必须捕获它以避免不情愿地被终止。</a:t>
            </a: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638175" y="4872038"/>
            <a:ext cx="7920038" cy="84931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进程不论是捕获了该信号并从其信号处理程序返回，还是不理会该信号，写操作都返回</a:t>
            </a:r>
            <a:r>
              <a:rPr lang="en-US" altLang="zh-CN" sz="2000" b="1" dirty="0">
                <a:solidFill>
                  <a:srgbClr val="000000"/>
                </a:solidFill>
              </a:rPr>
              <a:t>EPIPE</a:t>
            </a:r>
            <a:r>
              <a:rPr lang="zh-CN" altLang="en-US" sz="2000" b="1" dirty="0">
                <a:solidFill>
                  <a:srgbClr val="000000"/>
                </a:solidFill>
              </a:rPr>
              <a:t>错误。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七、程序运行异常处理</a:t>
            </a:r>
          </a:p>
        </p:txBody>
      </p:sp>
      <p:sp>
        <p:nvSpPr>
          <p:cNvPr id="16387" name="TextBox 1"/>
          <p:cNvSpPr txBox="1">
            <a:spLocks noChangeArrowheads="1"/>
          </p:cNvSpPr>
          <p:nvPr/>
        </p:nvSpPr>
        <p:spPr bwMode="auto">
          <a:xfrm>
            <a:off x="641350" y="1196975"/>
            <a:ext cx="7920038" cy="4921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4. </a:t>
            </a:r>
            <a:r>
              <a:rPr lang="zh-CN" altLang="en-US" sz="2000" b="1" dirty="0">
                <a:solidFill>
                  <a:srgbClr val="000000"/>
                </a:solidFill>
              </a:rPr>
              <a:t>服务器主机崩溃</a:t>
            </a:r>
          </a:p>
        </p:txBody>
      </p:sp>
      <p:sp>
        <p:nvSpPr>
          <p:cNvPr id="8" name="TextBox 1"/>
          <p:cNvSpPr txBox="1">
            <a:spLocks noChangeArrowheads="1"/>
          </p:cNvSpPr>
          <p:nvPr/>
        </p:nvSpPr>
        <p:spPr bwMode="auto">
          <a:xfrm>
            <a:off x="657225" y="1855788"/>
            <a:ext cx="7920038" cy="493712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5. </a:t>
            </a:r>
            <a:r>
              <a:rPr lang="zh-CN" altLang="en-US" sz="2000" b="1" dirty="0">
                <a:solidFill>
                  <a:srgbClr val="000000"/>
                </a:solidFill>
              </a:rPr>
              <a:t>服务器主机崩溃后重启</a:t>
            </a:r>
          </a:p>
        </p:txBody>
      </p:sp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684213" y="2535238"/>
            <a:ext cx="7920037" cy="4921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6. </a:t>
            </a:r>
            <a:r>
              <a:rPr lang="zh-CN" altLang="en-US" sz="2000" b="1" dirty="0">
                <a:solidFill>
                  <a:srgbClr val="000000"/>
                </a:solidFill>
              </a:rPr>
              <a:t>服务器主机关机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八、数据格式</a:t>
            </a:r>
          </a:p>
        </p:txBody>
      </p:sp>
      <p:sp>
        <p:nvSpPr>
          <p:cNvPr id="16387" name="TextBox 1"/>
          <p:cNvSpPr txBox="1">
            <a:spLocks noChangeArrowheads="1"/>
          </p:cNvSpPr>
          <p:nvPr/>
        </p:nvSpPr>
        <p:spPr bwMode="auto">
          <a:xfrm>
            <a:off x="641350" y="1196975"/>
            <a:ext cx="7920038" cy="12477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问题：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客户端从标准输入读入两个用空格隔开的整数，服务器端返回两个整数之和。</a:t>
            </a:r>
          </a:p>
        </p:txBody>
      </p:sp>
      <p:sp>
        <p:nvSpPr>
          <p:cNvPr id="8" name="TextBox 1"/>
          <p:cNvSpPr txBox="1">
            <a:spLocks noChangeArrowheads="1"/>
          </p:cNvSpPr>
          <p:nvPr/>
        </p:nvSpPr>
        <p:spPr bwMode="auto">
          <a:xfrm>
            <a:off x="657225" y="2636838"/>
            <a:ext cx="7920038" cy="4921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方法一  在客户与服务器之间传递文本串</a:t>
            </a:r>
          </a:p>
        </p:txBody>
      </p:sp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684213" y="3357563"/>
            <a:ext cx="7920037" cy="4921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方法二  在客户与服务器端传递二进制结构</a:t>
            </a:r>
          </a:p>
        </p:txBody>
      </p:sp>
      <p:sp>
        <p:nvSpPr>
          <p:cNvPr id="6" name="七角星 5"/>
          <p:cNvSpPr/>
          <p:nvPr/>
        </p:nvSpPr>
        <p:spPr>
          <a:xfrm>
            <a:off x="2987675" y="4149725"/>
            <a:ext cx="2663825" cy="1800225"/>
          </a:xfrm>
          <a:prstGeom prst="star7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b="1" dirty="0"/>
              <a:t>方法一</a:t>
            </a:r>
            <a:r>
              <a:rPr lang="en-US" altLang="zh-CN" b="1" dirty="0"/>
              <a:t>OK</a:t>
            </a:r>
            <a:r>
              <a:rPr lang="zh-CN" altLang="en-US" b="1" dirty="0"/>
              <a:t>！</a:t>
            </a:r>
            <a:endParaRPr lang="en-US" altLang="zh-CN" b="1" dirty="0"/>
          </a:p>
          <a:p>
            <a:pPr algn="ctr" eaLnBrk="1" hangingPunct="1">
              <a:defRPr/>
            </a:pPr>
            <a:r>
              <a:rPr lang="zh-CN" altLang="en-US" b="1" dirty="0"/>
              <a:t>方法二问题多多～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八、数据格式</a:t>
            </a:r>
          </a:p>
        </p:txBody>
      </p:sp>
      <p:sp>
        <p:nvSpPr>
          <p:cNvPr id="16387" name="TextBox 1"/>
          <p:cNvSpPr txBox="1">
            <a:spLocks noChangeArrowheads="1"/>
          </p:cNvSpPr>
          <p:nvPr/>
        </p:nvSpPr>
        <p:spPr bwMode="auto">
          <a:xfrm>
            <a:off x="641350" y="1196975"/>
            <a:ext cx="7920038" cy="2851486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结构体：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1.</a:t>
            </a:r>
            <a:r>
              <a:rPr lang="zh-CN" altLang="en-US" sz="2000" b="1" dirty="0">
                <a:solidFill>
                  <a:srgbClr val="000000"/>
                </a:solidFill>
              </a:rPr>
              <a:t> 整体转换成字符串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     </a:t>
            </a:r>
            <a:r>
              <a:rPr lang="en-US" altLang="zh-CN" sz="2000" b="1" dirty="0" err="1">
                <a:solidFill>
                  <a:srgbClr val="000000"/>
                </a:solidFill>
              </a:rPr>
              <a:t>memcpy</a:t>
            </a:r>
            <a:r>
              <a:rPr lang="en-US" altLang="zh-CN" sz="2000" b="1" dirty="0">
                <a:solidFill>
                  <a:srgbClr val="000000"/>
                </a:solidFill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</a:rPr>
              <a:t>sendline</a:t>
            </a:r>
            <a:r>
              <a:rPr lang="en-US" altLang="zh-CN" sz="2000" b="1" dirty="0">
                <a:solidFill>
                  <a:srgbClr val="000000"/>
                </a:solidFill>
              </a:rPr>
              <a:t>,&amp;</a:t>
            </a:r>
            <a:r>
              <a:rPr lang="en-US" altLang="zh-CN" sz="2000" b="1" dirty="0" err="1">
                <a:solidFill>
                  <a:srgbClr val="000000"/>
                </a:solidFill>
              </a:rPr>
              <a:t>args,sizeof</a:t>
            </a:r>
            <a:r>
              <a:rPr lang="en-US" altLang="zh-CN" sz="2000" b="1" dirty="0">
                <a:solidFill>
                  <a:srgbClr val="000000"/>
                </a:solidFill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</a:rPr>
              <a:t>args</a:t>
            </a:r>
            <a:r>
              <a:rPr lang="en-US" altLang="zh-CN" sz="2000" b="1" dirty="0">
                <a:solidFill>
                  <a:srgbClr val="000000"/>
                </a:solidFill>
              </a:rPr>
              <a:t>));  </a:t>
            </a:r>
            <a:r>
              <a:rPr lang="zh-CN" altLang="en-US" sz="2000" b="1" dirty="0">
                <a:solidFill>
                  <a:srgbClr val="FF0000"/>
                </a:solidFill>
              </a:rPr>
              <a:t>（可能会有问题）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2. </a:t>
            </a:r>
            <a:r>
              <a:rPr lang="en-US" altLang="zh-CN" sz="2000" b="1" dirty="0" err="1">
                <a:solidFill>
                  <a:srgbClr val="000000"/>
                </a:solidFill>
              </a:rPr>
              <a:t>snprintf</a:t>
            </a:r>
            <a:r>
              <a:rPr lang="zh-CN" altLang="en-US" sz="2000" b="1" dirty="0">
                <a:solidFill>
                  <a:srgbClr val="000000"/>
                </a:solidFill>
              </a:rPr>
              <a:t>将每个成员格式化写入到一个串中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00"/>
                </a:solidFill>
              </a:rPr>
              <a:t>3. </a:t>
            </a:r>
            <a:r>
              <a:rPr lang="zh-CN" altLang="en-US" sz="2000" b="1" dirty="0">
                <a:solidFill>
                  <a:srgbClr val="000000"/>
                </a:solidFill>
              </a:rPr>
              <a:t>序列化（</a:t>
            </a:r>
            <a:r>
              <a:rPr lang="en-US" altLang="zh-CN" sz="2000" b="1" dirty="0">
                <a:solidFill>
                  <a:srgbClr val="000000"/>
                </a:solidFill>
              </a:rPr>
              <a:t>JSON</a:t>
            </a:r>
            <a:r>
              <a:rPr lang="zh-CN" altLang="en-US" sz="2000" b="1" dirty="0">
                <a:solidFill>
                  <a:srgbClr val="000000"/>
                </a:solidFill>
              </a:rPr>
              <a:t>等） </a:t>
            </a:r>
            <a:r>
              <a:rPr lang="zh-CN" altLang="en-US" sz="2000" b="1" dirty="0">
                <a:solidFill>
                  <a:srgbClr val="FF0000"/>
                </a:solidFill>
              </a:rPr>
              <a:t>（比较好的选择）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    序列化：就是将对象转化成字节序列的过程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endParaRPr lang="en-US" altLang="zh-CN" sz="20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425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7570788" cy="1206500"/>
          </a:xfrm>
        </p:spPr>
        <p:txBody>
          <a:bodyPr/>
          <a:lstStyle/>
          <a:p>
            <a:pPr eaLnBrk="1" hangingPunct="1"/>
            <a:r>
              <a:rPr lang="zh-CN" altLang="en-US"/>
              <a:t>小结</a:t>
            </a:r>
          </a:p>
        </p:txBody>
      </p:sp>
      <p:pic>
        <p:nvPicPr>
          <p:cNvPr id="26627" name="Picture 5" descr="D:\从客户的角度总结TCP客户-服务器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412875"/>
            <a:ext cx="7075487" cy="444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7570788" cy="1206500"/>
          </a:xfrm>
        </p:spPr>
        <p:txBody>
          <a:bodyPr/>
          <a:lstStyle/>
          <a:p>
            <a:pPr eaLnBrk="1" hangingPunct="1"/>
            <a:r>
              <a:rPr lang="zh-CN" altLang="en-US"/>
              <a:t>小结</a:t>
            </a:r>
          </a:p>
        </p:txBody>
      </p:sp>
      <p:pic>
        <p:nvPicPr>
          <p:cNvPr id="27651" name="Picture 2" descr="D:\从服务器的角度总结TCP客户-服务器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8" y="1524000"/>
            <a:ext cx="7096125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7570788" cy="1206500"/>
          </a:xfrm>
        </p:spPr>
        <p:txBody>
          <a:bodyPr/>
          <a:lstStyle/>
          <a:p>
            <a:pPr eaLnBrk="1" hangingPunct="1"/>
            <a:r>
              <a:rPr lang="zh-CN" altLang="en-US"/>
              <a:t>小结</a:t>
            </a:r>
          </a:p>
        </p:txBody>
      </p:sp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41350" y="1389063"/>
            <a:ext cx="7920038" cy="20478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我们的回射客户</a:t>
            </a:r>
            <a:r>
              <a:rPr lang="en-US" altLang="zh-CN" sz="2000" b="1" dirty="0">
                <a:solidFill>
                  <a:srgbClr val="000000"/>
                </a:solidFill>
              </a:rPr>
              <a:t>-</a:t>
            </a:r>
            <a:r>
              <a:rPr lang="zh-CN" altLang="en-US" sz="2000" b="1" dirty="0">
                <a:solidFill>
                  <a:srgbClr val="000000"/>
                </a:solidFill>
              </a:rPr>
              <a:t>服务器程序第一版共约</a:t>
            </a:r>
            <a:r>
              <a:rPr lang="en-US" altLang="zh-CN" sz="2000" b="1" dirty="0">
                <a:solidFill>
                  <a:srgbClr val="000000"/>
                </a:solidFill>
              </a:rPr>
              <a:t>150</a:t>
            </a:r>
            <a:r>
              <a:rPr lang="zh-CN" altLang="en-US" sz="2000" b="1" dirty="0">
                <a:solidFill>
                  <a:srgbClr val="000000"/>
                </a:solidFill>
              </a:rPr>
              <a:t>行（包括函数</a:t>
            </a:r>
            <a:r>
              <a:rPr lang="en-US" altLang="zh-CN" sz="2000" b="1" dirty="0" err="1">
                <a:solidFill>
                  <a:srgbClr val="000000"/>
                </a:solidFill>
              </a:rPr>
              <a:t>readline</a:t>
            </a:r>
            <a:r>
              <a:rPr lang="zh-CN" altLang="en-US" sz="2000" b="1" dirty="0">
                <a:solidFill>
                  <a:srgbClr val="000000"/>
                </a:solidFill>
              </a:rPr>
              <a:t>和 </a:t>
            </a:r>
            <a:r>
              <a:rPr lang="en-US" altLang="zh-CN" sz="2000" b="1" dirty="0" err="1">
                <a:solidFill>
                  <a:srgbClr val="000000"/>
                </a:solidFill>
              </a:rPr>
              <a:t>writen</a:t>
            </a:r>
            <a:r>
              <a:rPr lang="en-US" altLang="zh-CN" sz="2000" b="1" dirty="0">
                <a:solidFill>
                  <a:srgbClr val="000000"/>
                </a:solidFill>
              </a:rPr>
              <a:t> ) </a:t>
            </a:r>
            <a:r>
              <a:rPr lang="zh-CN" altLang="en-US" sz="2000" b="1" dirty="0">
                <a:solidFill>
                  <a:srgbClr val="000000"/>
                </a:solidFill>
              </a:rPr>
              <a:t>，然而留下了待检查的许多细节向题。我们遇到的第一个问题是僵尸进程问题，通过捕获信号</a:t>
            </a:r>
            <a:r>
              <a:rPr lang="en-US" altLang="zh-CN" sz="2000" b="1" dirty="0">
                <a:solidFill>
                  <a:srgbClr val="000000"/>
                </a:solidFill>
              </a:rPr>
              <a:t>SIGCHLD</a:t>
            </a:r>
            <a:r>
              <a:rPr lang="zh-CN" altLang="en-US" sz="2000" b="1" dirty="0">
                <a:solidFill>
                  <a:srgbClr val="000000"/>
                </a:solidFill>
              </a:rPr>
              <a:t>来处理。接着，信号处理程序调用</a:t>
            </a:r>
            <a:r>
              <a:rPr lang="en-US" altLang="zh-CN" sz="2000" b="1" dirty="0" err="1">
                <a:solidFill>
                  <a:srgbClr val="000000"/>
                </a:solidFill>
              </a:rPr>
              <a:t>waitpid</a:t>
            </a:r>
            <a:r>
              <a:rPr lang="zh-CN" altLang="en-US" sz="2000" b="1" dirty="0">
                <a:solidFill>
                  <a:srgbClr val="000000"/>
                </a:solidFill>
              </a:rPr>
              <a:t>，我们已证明必须调用此函数而不是早期的</a:t>
            </a:r>
            <a:r>
              <a:rPr lang="en-US" altLang="zh-CN" sz="2000" b="1" dirty="0">
                <a:solidFill>
                  <a:srgbClr val="000000"/>
                </a:solidFill>
              </a:rPr>
              <a:t>wait</a:t>
            </a:r>
            <a:r>
              <a:rPr lang="zh-CN" altLang="en-US" sz="2000" b="1" dirty="0">
                <a:solidFill>
                  <a:srgbClr val="000000"/>
                </a:solidFill>
              </a:rPr>
              <a:t>函数，因为</a:t>
            </a:r>
            <a:r>
              <a:rPr lang="en-US" altLang="zh-CN" sz="2000" b="1" dirty="0">
                <a:solidFill>
                  <a:srgbClr val="000000"/>
                </a:solidFill>
              </a:rPr>
              <a:t>Unix</a:t>
            </a:r>
            <a:r>
              <a:rPr lang="zh-CN" altLang="en-US" sz="2000" b="1" dirty="0">
                <a:solidFill>
                  <a:srgbClr val="000000"/>
                </a:solidFill>
              </a:rPr>
              <a:t>信号是不排队的。</a:t>
            </a: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652463" y="3644900"/>
            <a:ext cx="7920037" cy="164782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我们遇到的下一问题是当服务器进程终止时，客户不知道。我们看到，客户的</a:t>
            </a:r>
            <a:r>
              <a:rPr lang="en-US" altLang="zh-CN" sz="2000" b="1" dirty="0">
                <a:solidFill>
                  <a:srgbClr val="000000"/>
                </a:solidFill>
              </a:rPr>
              <a:t>TCP</a:t>
            </a:r>
            <a:r>
              <a:rPr lang="zh-CN" altLang="en-US" sz="2000" b="1" dirty="0">
                <a:solidFill>
                  <a:srgbClr val="000000"/>
                </a:solidFill>
              </a:rPr>
              <a:t>是被通知了，但客户本身由于正阻塞于等待用户输入而未接收到此通知。我们在第</a:t>
            </a:r>
            <a:r>
              <a:rPr lang="en-US" altLang="zh-CN" sz="2000" b="1" dirty="0">
                <a:solidFill>
                  <a:srgbClr val="000000"/>
                </a:solidFill>
              </a:rPr>
              <a:t>6</a:t>
            </a:r>
            <a:r>
              <a:rPr lang="zh-CN" altLang="en-US" sz="2000" b="1" dirty="0">
                <a:solidFill>
                  <a:srgbClr val="000000"/>
                </a:solidFill>
              </a:rPr>
              <a:t>章中将用函数</a:t>
            </a:r>
            <a:r>
              <a:rPr lang="en-US" altLang="zh-CN" sz="2000" b="1" dirty="0">
                <a:solidFill>
                  <a:srgbClr val="000000"/>
                </a:solidFill>
              </a:rPr>
              <a:t>select</a:t>
            </a:r>
            <a:r>
              <a:rPr lang="zh-CN" altLang="en-US" sz="2000" b="1" dirty="0">
                <a:solidFill>
                  <a:srgbClr val="000000"/>
                </a:solidFill>
              </a:rPr>
              <a:t>和</a:t>
            </a:r>
            <a:r>
              <a:rPr lang="en-US" altLang="zh-CN" sz="2000" b="1" dirty="0">
                <a:solidFill>
                  <a:srgbClr val="000000"/>
                </a:solidFill>
              </a:rPr>
              <a:t>poll</a:t>
            </a:r>
            <a:r>
              <a:rPr lang="zh-CN" altLang="en-US" sz="2000" b="1" dirty="0">
                <a:solidFill>
                  <a:srgbClr val="000000"/>
                </a:solidFill>
              </a:rPr>
              <a:t>来处理这种情况，它等待多个描述字中的任一个准备好而不是阻塞于单个描述字。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7570788" cy="1206500"/>
          </a:xfrm>
        </p:spPr>
        <p:txBody>
          <a:bodyPr/>
          <a:lstStyle/>
          <a:p>
            <a:pPr eaLnBrk="1" hangingPunct="1"/>
            <a:r>
              <a:rPr lang="zh-CN" altLang="en-US"/>
              <a:t>小结</a:t>
            </a:r>
          </a:p>
        </p:txBody>
      </p:sp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41350" y="1389063"/>
            <a:ext cx="7920038" cy="16922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我们也发现，如果服务器主机崩溃，也要等到客户向该服务器发送了数据才能检测到。一些应用进程必须尽早意识到这个事实，在</a:t>
            </a:r>
            <a:r>
              <a:rPr lang="en-US" altLang="zh-CN" sz="2000" b="1" dirty="0">
                <a:solidFill>
                  <a:srgbClr val="000000"/>
                </a:solidFill>
              </a:rPr>
              <a:t>7.5</a:t>
            </a:r>
            <a:r>
              <a:rPr lang="zh-CN" altLang="en-US" sz="2000" b="1" dirty="0">
                <a:solidFill>
                  <a:srgbClr val="000000"/>
                </a:solidFill>
              </a:rPr>
              <a:t>节中我们将利用套接口选项</a:t>
            </a:r>
            <a:r>
              <a:rPr lang="en-US" altLang="zh-CN" sz="2000" b="1">
                <a:solidFill>
                  <a:srgbClr val="000000"/>
                </a:solidFill>
              </a:rPr>
              <a:t>SO_KEEFALIVE</a:t>
            </a:r>
            <a:r>
              <a:rPr lang="zh-CN" altLang="en-US" sz="2000" b="1" dirty="0">
                <a:solidFill>
                  <a:srgbClr val="000000"/>
                </a:solidFill>
              </a:rPr>
              <a:t>，在</a:t>
            </a:r>
            <a:r>
              <a:rPr lang="en-US" altLang="zh-CN" sz="2000" b="1" dirty="0">
                <a:solidFill>
                  <a:srgbClr val="000000"/>
                </a:solidFill>
              </a:rPr>
              <a:t>21.5</a:t>
            </a:r>
            <a:r>
              <a:rPr lang="zh-CN" altLang="en-US" sz="2000" b="1" dirty="0">
                <a:solidFill>
                  <a:srgbClr val="000000"/>
                </a:solidFill>
              </a:rPr>
              <a:t>节我们将开发一组客户</a:t>
            </a:r>
            <a:r>
              <a:rPr lang="en-US" altLang="zh-CN" sz="2000" b="1" dirty="0">
                <a:solidFill>
                  <a:srgbClr val="000000"/>
                </a:solidFill>
              </a:rPr>
              <a:t>-</a:t>
            </a:r>
            <a:r>
              <a:rPr lang="zh-CN" altLang="en-US" sz="2000" b="1" dirty="0">
                <a:solidFill>
                  <a:srgbClr val="000000"/>
                </a:solidFill>
              </a:rPr>
              <a:t>服务器心博函数来解决这个问题。</a:t>
            </a: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652463" y="3260725"/>
            <a:ext cx="7920037" cy="124777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我们的简单例子是交换文本行，由于服务器根本不检查它回射的行，所以它工作得很好，但在客户与服务器之间发送数值数据时将引发一组新问题，文中已经讲述。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进程状态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 (TASK_RUNNING)</a:t>
            </a:r>
            <a:r>
              <a:rPr lang="zh-CN" altLang="en-US" dirty="0"/>
              <a:t>，可执行状态；</a:t>
            </a:r>
            <a:endParaRPr lang="en-US" altLang="zh-CN" dirty="0"/>
          </a:p>
          <a:p>
            <a:r>
              <a:rPr lang="en-US" altLang="zh-CN" dirty="0"/>
              <a:t>S (TASK_INTERRUPTIBLE)</a:t>
            </a:r>
            <a:r>
              <a:rPr lang="zh-CN" altLang="en-US" dirty="0"/>
              <a:t>，可中断的睡眠状态；</a:t>
            </a:r>
            <a:endParaRPr lang="en-US" altLang="zh-CN" dirty="0"/>
          </a:p>
          <a:p>
            <a:r>
              <a:rPr lang="en-US" altLang="zh-CN" dirty="0"/>
              <a:t>D (TASK_UNINTERRUPTIBLE)</a:t>
            </a:r>
            <a:r>
              <a:rPr lang="zh-CN" altLang="en-US" dirty="0"/>
              <a:t>，不可中断的睡眠状态；</a:t>
            </a:r>
            <a:endParaRPr lang="en-US" altLang="zh-CN" dirty="0"/>
          </a:p>
          <a:p>
            <a:r>
              <a:rPr lang="en-US" altLang="zh-CN" dirty="0"/>
              <a:t>T (TASK_STOPPED or TASK_TRACED)</a:t>
            </a:r>
            <a:r>
              <a:rPr lang="zh-CN" altLang="en-US" dirty="0"/>
              <a:t>，暂停状态或跟踪状态；</a:t>
            </a:r>
            <a:endParaRPr lang="en-US" altLang="zh-CN" dirty="0"/>
          </a:p>
          <a:p>
            <a:r>
              <a:rPr lang="en-US" altLang="zh-CN" dirty="0"/>
              <a:t>Z (TASK_DEAD - EXIT_ZOMBIE)</a:t>
            </a:r>
            <a:r>
              <a:rPr lang="zh-CN" altLang="en-US" dirty="0"/>
              <a:t>，退出状态，进程成为僵尸进程。</a:t>
            </a:r>
          </a:p>
        </p:txBody>
      </p:sp>
    </p:spTree>
    <p:extLst>
      <p:ext uri="{BB962C8B-B14F-4D97-AF65-F5344CB8AC3E}">
        <p14:creationId xmlns:p14="http://schemas.microsoft.com/office/powerpoint/2010/main" val="1322808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多选题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AC0202-4B2F-443F-AE86-12C638569399}"/>
              </a:ext>
            </a:extLst>
          </p:cNvPr>
          <p:cNvSpPr txBox="1"/>
          <p:nvPr/>
        </p:nvSpPr>
        <p:spPr>
          <a:xfrm>
            <a:off x="601216" y="1196752"/>
            <a:ext cx="8085584" cy="500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</a:t>
            </a:r>
            <a:r>
              <a:rPr lang="zh-CN" altLang="en-US" sz="2400" b="1" dirty="0"/>
              <a:t>下面关于</a:t>
            </a:r>
            <a:r>
              <a:rPr lang="en-US" altLang="zh-CN" sz="2400" b="1" dirty="0"/>
              <a:t>TCP</a:t>
            </a:r>
            <a:r>
              <a:rPr lang="zh-CN" altLang="en-US" sz="2400" b="1" dirty="0"/>
              <a:t>回射客户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服务器的叙述，正确的是（ ）。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zh-CN" altLang="en-US" sz="2400" b="1" dirty="0"/>
              <a:t>客户有两个输入，一个是读标准输入（默认是键盘，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      </a:t>
            </a:r>
            <a:r>
              <a:rPr lang="en-US" altLang="zh-CN" sz="2400" b="1" dirty="0" err="1"/>
              <a:t>fgets</a:t>
            </a:r>
            <a:r>
              <a:rPr lang="zh-CN" altLang="en-US" sz="2400" b="1" dirty="0"/>
              <a:t>），一个读套接口（</a:t>
            </a:r>
            <a:r>
              <a:rPr lang="en-US" altLang="zh-CN" sz="2400" b="1" dirty="0" err="1"/>
              <a:t>readline</a:t>
            </a:r>
            <a:r>
              <a:rPr lang="zh-CN" altLang="en-US" sz="2400" b="1" dirty="0"/>
              <a:t>）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B. </a:t>
            </a:r>
            <a:r>
              <a:rPr lang="en-US" altLang="zh-CN" sz="2400" b="1" dirty="0" err="1"/>
              <a:t>fgets</a:t>
            </a:r>
            <a:r>
              <a:rPr lang="zh-CN" altLang="en-US" sz="2400" b="1" dirty="0"/>
              <a:t>从标准输入读一行文本，任何时候，文本行的末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     </a:t>
            </a:r>
            <a:r>
              <a:rPr lang="zh-CN" altLang="en-US" sz="2400" b="1" dirty="0"/>
              <a:t>尾都有</a:t>
            </a:r>
            <a:r>
              <a:rPr lang="en-US" altLang="zh-CN" sz="2400" b="1" dirty="0"/>
              <a:t>'\n'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'\0'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C. </a:t>
            </a:r>
            <a:r>
              <a:rPr lang="zh-CN" altLang="en-US" sz="2400" b="1" dirty="0"/>
              <a:t>在客户端，键入</a:t>
            </a:r>
            <a:r>
              <a:rPr lang="en-US" altLang="zh-CN" sz="2400" b="1" dirty="0" err="1"/>
              <a:t>Ctrl+D</a:t>
            </a:r>
            <a:r>
              <a:rPr lang="zh-CN" altLang="en-US" sz="2400" b="1" dirty="0"/>
              <a:t>，客户和对应的服务器子进程会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     </a:t>
            </a:r>
            <a:r>
              <a:rPr lang="zh-CN" altLang="en-US" sz="2400" b="1" dirty="0"/>
              <a:t>终止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D. </a:t>
            </a:r>
            <a:r>
              <a:rPr lang="zh-CN" altLang="en-US" sz="2400" b="1" dirty="0"/>
              <a:t>在初始的回射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服务器（第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章讲解的）中，</a:t>
            </a:r>
            <a:r>
              <a:rPr lang="en-US" altLang="zh-CN" sz="2400" b="1" dirty="0"/>
              <a:t>Kill</a:t>
            </a:r>
            <a:r>
              <a:rPr lang="zh-CN" altLang="en-US" sz="2400" b="1" dirty="0"/>
              <a:t>客户对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     </a:t>
            </a:r>
            <a:r>
              <a:rPr lang="zh-CN" altLang="en-US" sz="2400" b="1" dirty="0"/>
              <a:t>应的服务器子进程时，客户会立刻感受到</a:t>
            </a:r>
          </a:p>
        </p:txBody>
      </p:sp>
    </p:spTree>
    <p:extLst>
      <p:ext uri="{BB962C8B-B14F-4D97-AF65-F5344CB8AC3E}">
        <p14:creationId xmlns:p14="http://schemas.microsoft.com/office/powerpoint/2010/main" val="28728486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多选题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AC0202-4B2F-443F-AE86-12C638569399}"/>
              </a:ext>
            </a:extLst>
          </p:cNvPr>
          <p:cNvSpPr txBox="1"/>
          <p:nvPr/>
        </p:nvSpPr>
        <p:spPr>
          <a:xfrm>
            <a:off x="385192" y="1196752"/>
            <a:ext cx="8579296" cy="500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</a:t>
            </a:r>
            <a:r>
              <a:rPr lang="zh-CN" altLang="en-US" sz="2400" b="1" dirty="0"/>
              <a:t>下面关于服务器子进程的叙述，正确的是（ ）。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zh-CN" altLang="en-US" sz="2400" b="1" dirty="0"/>
              <a:t>服务器子进程终止时，内核会向父进程发送一个信号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     SIGCHLD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B. UNIX</a:t>
            </a:r>
            <a:r>
              <a:rPr lang="zh-CN" altLang="en-US" sz="2400" b="1" dirty="0"/>
              <a:t>信号一般是不排队的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C. </a:t>
            </a:r>
            <a:r>
              <a:rPr lang="en-US" altLang="zh-CN" sz="2400" b="1" dirty="0" err="1"/>
              <a:t>waitpid</a:t>
            </a:r>
            <a:r>
              <a:rPr lang="zh-CN" altLang="en-US" sz="2400" b="1" dirty="0"/>
              <a:t>函数的第三个参数</a:t>
            </a:r>
            <a:r>
              <a:rPr lang="en-US" altLang="zh-CN" sz="2400" b="1" dirty="0"/>
              <a:t>options</a:t>
            </a:r>
            <a:r>
              <a:rPr lang="zh-CN" altLang="en-US" sz="2400" b="1" dirty="0"/>
              <a:t>，当设定为</a:t>
            </a:r>
            <a:r>
              <a:rPr lang="en-US" altLang="zh-CN" sz="2400" b="1" dirty="0"/>
              <a:t>WNOHANG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     </a:t>
            </a:r>
            <a:r>
              <a:rPr lang="zh-CN" altLang="en-US" sz="2400" b="1" dirty="0"/>
              <a:t>时，它通知内核在没有已终止子进程时不要阻塞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D. </a:t>
            </a:r>
            <a:r>
              <a:rPr lang="en-US" altLang="zh-CN" sz="2400" b="1" dirty="0" err="1"/>
              <a:t>waitpid</a:t>
            </a:r>
            <a:r>
              <a:rPr lang="zh-CN" altLang="en-US" sz="2400" b="1" dirty="0"/>
              <a:t>函数可以处理所有终止的子进程，</a:t>
            </a:r>
            <a:r>
              <a:rPr lang="en-US" altLang="zh-CN" sz="2400" b="1" dirty="0"/>
              <a:t>wait</a:t>
            </a:r>
            <a:r>
              <a:rPr lang="zh-CN" altLang="en-US" sz="2400" b="1" dirty="0"/>
              <a:t>函数则是不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     </a:t>
            </a:r>
            <a:r>
              <a:rPr lang="zh-CN" altLang="en-US" sz="2400" b="1" dirty="0"/>
              <a:t>确定的（有时候能够处理所有终止的子进程，有时候不能）</a:t>
            </a:r>
          </a:p>
          <a:p>
            <a:pPr>
              <a:lnSpc>
                <a:spcPct val="150000"/>
              </a:lnSpc>
            </a:pP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270916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四则运算客户</a:t>
            </a:r>
            <a:r>
              <a:rPr lang="en-US" altLang="zh-CN" dirty="0"/>
              <a:t>-</a:t>
            </a:r>
            <a:r>
              <a:rPr lang="zh-CN" altLang="en-US" dirty="0"/>
              <a:t>服务器设计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AC0202-4B2F-443F-AE86-12C638569399}"/>
              </a:ext>
            </a:extLst>
          </p:cNvPr>
          <p:cNvSpPr txBox="1"/>
          <p:nvPr/>
        </p:nvSpPr>
        <p:spPr>
          <a:xfrm>
            <a:off x="457200" y="1502524"/>
            <a:ext cx="8229600" cy="3344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四则运算是指加法、减法、乘法和除法四种运算。客户从标准输入读入数据，发往服务器；服务器接收数据，判断是何种运算并进行计算，将计算结果发给客户；客户在标准输出上显示计算结果。服务器能够同时响应多个客户的请求。注：只考虑一个运算符的情形，如计算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的加法，计算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6</a:t>
            </a:r>
            <a:r>
              <a:rPr lang="zh-CN" altLang="en-US" sz="2400" b="1" dirty="0"/>
              <a:t>的乘法等。</a:t>
            </a:r>
          </a:p>
        </p:txBody>
      </p:sp>
    </p:spTree>
    <p:extLst>
      <p:ext uri="{BB962C8B-B14F-4D97-AF65-F5344CB8AC3E}">
        <p14:creationId xmlns:p14="http://schemas.microsoft.com/office/powerpoint/2010/main" val="583625078"/>
      </p:ext>
    </p:extLst>
  </p:cSld>
  <p:clrMapOvr>
    <a:masterClrMapping/>
  </p:clrMapOvr>
</p:sld>
</file>

<file path=ppt/theme/theme1.xml><?xml version="1.0" encoding="utf-8"?>
<a:theme xmlns:a="http://schemas.openxmlformats.org/drawingml/2006/main" name="excel2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excel2</Template>
  <TotalTime>2307</TotalTime>
  <Words>2699</Words>
  <Application>Microsoft Office PowerPoint</Application>
  <PresentationFormat>全屏显示(4:3)</PresentationFormat>
  <Paragraphs>190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6" baseType="lpstr">
      <vt:lpstr>Arial</vt:lpstr>
      <vt:lpstr>Garamond</vt:lpstr>
      <vt:lpstr>Wingdings</vt:lpstr>
      <vt:lpstr>excel2</vt:lpstr>
      <vt:lpstr>网络编程技术</vt:lpstr>
      <vt:lpstr>主要内容</vt:lpstr>
      <vt:lpstr>PowerPoint 演示文稿</vt:lpstr>
      <vt:lpstr>二、TCP回射服务器/客户程序  </vt:lpstr>
      <vt:lpstr>三、正常启动与终止</vt:lpstr>
      <vt:lpstr>三、正常启动与终止</vt:lpstr>
      <vt:lpstr>三、正常启动与终止</vt:lpstr>
      <vt:lpstr>三、正常启动与终止</vt:lpstr>
      <vt:lpstr>四、Posix信号处理</vt:lpstr>
      <vt:lpstr>五、处理SIGCHLD信号  </vt:lpstr>
      <vt:lpstr>五、处理SIGCHLD信号  </vt:lpstr>
      <vt:lpstr>五、处理SIGCHLD信号  </vt:lpstr>
      <vt:lpstr>五、处理SIGCHLD信号  </vt:lpstr>
      <vt:lpstr>六、wait和waitpid函数</vt:lpstr>
      <vt:lpstr>六、wait和waitpid函数</vt:lpstr>
      <vt:lpstr>六、wait和waitpid函数</vt:lpstr>
      <vt:lpstr>六、wait和waitpid函数</vt:lpstr>
      <vt:lpstr>PowerPoint 演示文稿</vt:lpstr>
      <vt:lpstr>七、程序运行异常处理</vt:lpstr>
      <vt:lpstr>七、程序运行异常处理</vt:lpstr>
      <vt:lpstr>七、程序运行异常处理</vt:lpstr>
      <vt:lpstr>七、程序运行异常处理</vt:lpstr>
      <vt:lpstr>八、数据格式</vt:lpstr>
      <vt:lpstr>八、数据格式</vt:lpstr>
      <vt:lpstr>小结</vt:lpstr>
      <vt:lpstr>小结</vt:lpstr>
      <vt:lpstr>小结</vt:lpstr>
      <vt:lpstr>小结</vt:lpstr>
      <vt:lpstr>Linux进程状态</vt:lpstr>
      <vt:lpstr>多选题</vt:lpstr>
      <vt:lpstr>多选题</vt:lpstr>
      <vt:lpstr>TCP四则运算客户-服务器设计</vt:lpstr>
    </vt:vector>
  </TitlesOfParts>
  <Company>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网络编程</dc:title>
  <dc:creator>q</dc:creator>
  <cp:lastModifiedBy>Wei Wang</cp:lastModifiedBy>
  <cp:revision>255</cp:revision>
  <dcterms:created xsi:type="dcterms:W3CDTF">2013-03-13T16:12:15Z</dcterms:created>
  <dcterms:modified xsi:type="dcterms:W3CDTF">2024-04-21T13:39:59Z</dcterms:modified>
</cp:coreProperties>
</file>
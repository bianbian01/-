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notesSlides/notesSlide1.xml" ContentType="application/vnd.openxmlformats-officedocument.presentationml.notesSlide+xml"/>
  <Override PartName="/ppt/notesSlides/notesSlide2.xml" ContentType="application/vnd.openxmlformats-officedocument.presentationml.notesSlide+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51"/>
  </p:notesMasterIdLst>
  <p:sldIdLst>
    <p:sldId id="256" r:id="rId2"/>
    <p:sldId id="257" r:id="rId3"/>
    <p:sldId id="302" r:id="rId4"/>
    <p:sldId id="338" r:id="rId5"/>
    <p:sldId id="268" r:id="rId6"/>
    <p:sldId id="339" r:id="rId7"/>
    <p:sldId id="340" r:id="rId8"/>
    <p:sldId id="341" r:id="rId9"/>
    <p:sldId id="342" r:id="rId10"/>
    <p:sldId id="355" r:id="rId11"/>
    <p:sldId id="343" r:id="rId12"/>
    <p:sldId id="318" r:id="rId13"/>
    <p:sldId id="344" r:id="rId14"/>
    <p:sldId id="345" r:id="rId15"/>
    <p:sldId id="346" r:id="rId16"/>
    <p:sldId id="347" r:id="rId17"/>
    <p:sldId id="372" r:id="rId18"/>
    <p:sldId id="348" r:id="rId19"/>
    <p:sldId id="349" r:id="rId20"/>
    <p:sldId id="350" r:id="rId21"/>
    <p:sldId id="319" r:id="rId22"/>
    <p:sldId id="352" r:id="rId23"/>
    <p:sldId id="351" r:id="rId24"/>
    <p:sldId id="353" r:id="rId25"/>
    <p:sldId id="354" r:id="rId26"/>
    <p:sldId id="320" r:id="rId27"/>
    <p:sldId id="357" r:id="rId28"/>
    <p:sldId id="358" r:id="rId29"/>
    <p:sldId id="359" r:id="rId30"/>
    <p:sldId id="360" r:id="rId31"/>
    <p:sldId id="361" r:id="rId32"/>
    <p:sldId id="362" r:id="rId33"/>
    <p:sldId id="364" r:id="rId34"/>
    <p:sldId id="365" r:id="rId35"/>
    <p:sldId id="366" r:id="rId36"/>
    <p:sldId id="367" r:id="rId37"/>
    <p:sldId id="368" r:id="rId38"/>
    <p:sldId id="369" r:id="rId39"/>
    <p:sldId id="370" r:id="rId40"/>
    <p:sldId id="373" r:id="rId41"/>
    <p:sldId id="375" r:id="rId42"/>
    <p:sldId id="376" r:id="rId43"/>
    <p:sldId id="377" r:id="rId44"/>
    <p:sldId id="378" r:id="rId45"/>
    <p:sldId id="379" r:id="rId46"/>
    <p:sldId id="380" r:id="rId47"/>
    <p:sldId id="381" r:id="rId48"/>
    <p:sldId id="383" r:id="rId49"/>
    <p:sldId id="363" r:id="rId50"/>
  </p:sldIdLst>
  <p:sldSz cx="9144000" cy="6858000" type="screen4x3"/>
  <p:notesSz cx="6858000" cy="9144000"/>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33CC"/>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B301B821-A1FF-4177-AEE7-76D212191A09}" styleName="中度样式 1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CF1AB2-1976-4502-BF36-3FF5EA218861}" styleName="中度样式 4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8A107856-5554-42FB-B03E-39F5DBC370BA}" styleName="中度样式 4 - 强调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BC89EF96-8CEA-46FF-86C4-4CE0E7609802}" styleName="浅色样式 3 - 强调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5DA37D80-6434-44D0-A028-1B22A696006F}" styleName="浅色样式 3 - 强调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616DA210-FB5B-4158-B5E0-FEB733F419BA}" styleName="浅色样式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浅色样式 1 - 强调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7159" autoAdjust="0"/>
  </p:normalViewPr>
  <p:slideViewPr>
    <p:cSldViewPr>
      <p:cViewPr varScale="1">
        <p:scale>
          <a:sx n="106" d="100"/>
          <a:sy n="106" d="100"/>
        </p:scale>
        <p:origin x="2074" y="86"/>
      </p:cViewPr>
      <p:guideLst>
        <p:guide orient="horz" pos="2160"/>
        <p:guide pos="2880"/>
      </p:guideLst>
    </p:cSldViewPr>
  </p:slideViewPr>
  <p:notesTextViewPr>
    <p:cViewPr>
      <p:scale>
        <a:sx n="1" d="1"/>
        <a:sy n="1" d="1"/>
      </p:scale>
      <p:origin x="0" y="0"/>
    </p:cViewPr>
  </p:notesTextViewPr>
  <p:notesViewPr>
    <p:cSldViewPr>
      <p:cViewPr varScale="1">
        <p:scale>
          <a:sx n="51" d="100"/>
          <a:sy n="51" d="100"/>
        </p:scale>
        <p:origin x="2693" y="4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ink/ink1.xml><?xml version="1.0" encoding="utf-8"?>
<inkml:ink xmlns:inkml="http://www.w3.org/2003/InkML">
  <inkml:definitions>
    <inkml:context xml:id="ctx0">
      <inkml:inkSource xml:id="inkSrc0">
        <inkml:traceFormat>
          <inkml:channel name="X" type="integer" max="1280" units="cm"/>
          <inkml:channel name="Y" type="integer" max="800" units="cm"/>
          <inkml:channel name="T" type="integer" max="2.14748E9" units="dev"/>
        </inkml:traceFormat>
        <inkml:channelProperties>
          <inkml:channelProperty channel="X" name="resolution" value="28.31858" units="1/cm"/>
          <inkml:channelProperty channel="Y" name="resolution" value="28.36879" units="1/cm"/>
          <inkml:channelProperty channel="T" name="resolution" value="1" units="1/dev"/>
        </inkml:channelProperties>
      </inkml:inkSource>
      <inkml:timestamp xml:id="ts0" timeString="2014-05-08T09:45:20.767"/>
    </inkml:context>
    <inkml:brush xml:id="br0">
      <inkml:brushProperty name="width" value="0.05292" units="cm"/>
      <inkml:brushProperty name="height" value="0.05292" units="cm"/>
      <inkml:brushProperty name="color" value="#FF0000"/>
    </inkml:brush>
  </inkml:definitions>
  <inkml:trace contextRef="#ctx0" brushRef="#br0">11096 1262 0,'0'0'156,"48"0"-156,0 0 15,23 0-15,0 0 16,25 0-16,23 0 15,24 0-15,-24 0 16,0 0-16,-24 0 16,0 0-16,48 0 15,-95 0-15,23 0 16,-47 0-16,24 0 15,-1 0-15,-23 0 16,0 24 0,-24-24-16,47 24 15,1-24-15,-24 0 16,0 0-16,23 0 15,-47 0-15,24 0 16,0 0-16,0 0 16,-24 0-16,24 0 15,23 0-15,48 0 16,-47 0-16,47 0 15,-47 0-15,-24 0 16,-24 0-16,47 0 16,-23 0-16,0 0 15,24 0-15,-25 0 16,-23 0-16,24 0 15,0 0-15,24 0 16,-24 0-16,-1 0 16,-23 0-16,24 0 15,-24 0-15,48 0 16,-24 0-16,-1 0 15,49-24-15,-1 0 16,-23 24-16,-24 0 16,-1 0-16,-23 0 15,24 0 1,-24 0-1,0-24 17,24 24 92,-24 0-14,0 48-95,0-48 1,0 47-16,0-23 15,0 24-15,0-24 16,0 23-16,-24-47 16,24 48-16,0-48 15,0 24-15,0-24 16,0 47-16,0-47 15,-24 24-15,24 0 16,0 0-16,0-24 16,0 24-16,-23-1 15,23 1 1,0-24-1,0 24-15,0 0 16,-24 0-16,24 0 16,0-24-16,-24 23 15,24 1-15,0 0 16,0-24-16,0 24 15,0 0-15,0 23 16,0 1-16,0-24 16,0-1-16,0 25 15,0-24-15,0 0 16,0 0-16,0-1 15,0 1-15,0 0 16,-24 0-16,24 23 16,0 1-16,0-24 15,0 0-15,0-1 16,0 1-16,0 0 15,0 24-15,0-24 16,0-1-16,-24 1 16,24 0-16,0-24 15,0 24-15,0-24 16,0 24-16,0-1 15,0-23-15,0 24 16,0-24-16,0 24 16</inkml:trace>
  <inkml:trace contextRef="#ctx0" brushRef="#br0" timeOffset="2922.16">11096 1286 0,'0'-24'16,"0"24"124,0 24-124,0-24-16,0 47 15,0-23-15,0 24 16,0-24-16,0 0 16,-24 23-16,24 25 15,0-1-15,0 0 16,0-23-16,0 24 15,-23-25-15,23 1 16,-24 23-16,0-23 16,24-1-16,-24 1 15,24 0-15,-24-1 16,1-23-16,23 24 15,0-24-15,0-1 16,0 25-16,0-24 16,-24-24-16,24 47 15,0-47-15,0 48 16,0-48-16,-24 24 15,24 0-15,0 0 16,0-24-16,-24 23 16,24 1-16,0 0 15,0 0-15,0-24 16,0 24-1,-24-1-15,24 1 16,0-24 0,0 0 420,48 0-436,0 24 16,23-24-16,-23 0 16,-25 0-16,49 0 15,-24 0-15,-1 24 16,-23-24-16,47 24 15,1-24-15,-48 0 16,23 0-16,-23 0 16,24 0-16,-25 23 15,1-23-15,0 0 16,0 24-16,71-24 15,-23 0 1,23 0-16,-47 0 16,-25 0-16,25 0 15,0 24-15,23-24 16,-71 0-16,48 0 15,-25 0-15,1 0 16,0 0-16,24 0 16,-1 0-16,1 0 15,-24 0-15,23 0 16,1 0-16,-24 0 15,0 0-15,-24 0 16,47 0-16,-23 0 16,0 0-16,24 0 15,-25 0-15,-23 0 16,48 0-16,-24-24 15,0 24-15,-1 0 16,1 0 0,0 0-16,0 0 15,0 0-15,-1 0 16,1 0-16,0 0 15,0 0-15,0 0 16,23 0-16,-23 0 16,24 0-16,-1 0 15,1 0-15,71 0 16,-47 0-16,-25 0 15,1 0-15,-1 0 16,25 0-16,-48 0 16,-1 0-1,1 0-15,0 0 16,0 0-16,-24 0 15</inkml:trace>
  <inkml:trace contextRef="#ctx0" brushRef="#br0" timeOffset="4820.26">12644 1857 0,'-24'0'78,"24"0"0,0-23-63,0 23 1,0-24-16,0 0 15,0 24 1,0-24 0,-24 24-1,1 0 1,23-24-16,0 24 15,-24-24 1,24 24 0,-48 0-1,48-23-15,-24 23 16,24 0-1,0 0 1,-23 0-16,-1 0 16,24 0-16,-24 0 15,-24 0-15,24 0 16,1-24-16,23 24 15,-24 0-15,0 0 16,0 0 0,0 0-1,1 0 1,-1 0-16,24 0 15,-48 0-15,48 24 16,0-24-16,-24 0 16,24 0-1,-23 0-15,-1 23 16,24-23-16,0 24 15,-24-24-15,24 24 16,0 0-16,-24-24 16,24 24-16,0-24 15,0 24-15,0-24 16,-24 47-16,24-23 15,0 0-15,-23 47 16,23-47-16,0 24 16,0-25-16,0 25 15,0-48-15,0 48 16,0-24-16,0-1 15,0 1-15,0 24 16,0-48-16,0 47 16,0-47-16,0 24 15,0-24-15,0 24 16,0-24-16,0 0 15,0 24-15,23 0 16,-23-24-16,24 0 16,-24 23-16,24-23 15,-24 0-15,24 24 16,23-24-16,1 24 15,0-24-15,23 0 16,-47 0-16,23 24 16,1-24-16,24 0 15,-49 0-15,25 0 16,-24 0-16,-24 0 15,24 0-15,-24 0 16,23 0 46</inkml:trace>
  <inkml:trace contextRef="#ctx0" brushRef="#br0" timeOffset="7811.44">17573 1405 0,'0'0'156,"0"24"-141,0-24-15,0 24 16,0 23-16,0-23 16,0 47-16,24 1 15,-24-1-15,24-23 16,-24 23-16,0-47 15,0 48-15,0-49 16,24 25-16,-24-24 16,0 47-16,0-23 15,47 0-15,-47-1 16,0 1-16,0-1 15,0-23-15,0 0 16,0 24-16,0-48 16,0 23-16,0 1 15,0 0-15,0 0 16,0 0-16,0 47 15,0-47 1,0 0-16,0 0 16,0-24-16,24 47 15,-24-23-15,0-24 16,0 48-16,0-25 15,0 1 1,0-24 0,0 24-16,0-24 46,24 24-30,-24 0 93</inkml:trace>
  <inkml:trace contextRef="#ctx0" brushRef="#br0" timeOffset="10758.61">17692 1476 0,'0'0'156,"24"0"-156,48 0 16,47 0-16,-72-23 15,1 23-15,71 0 16,-24 0-16,24-24 16,-24 24-16,-23 0 15,166 0 1,-166 0-16,-25 0 15,48 0-15,-71 0 16,71 0-16,-71 0 16,0 0-16,24 0 15,-1 0-15,-23 0 16,0 0-16,0 0 15,0 0-15,-1 0 16,-23 0-16,48 24 16,23-24-16,-23 0 15,24 0-15,-25 0 16,-23 23-16,47-23 15,-23 0-15,-24 0 16,23 0-16,-47 0 16,48 24-16,-24-24 15,0 0-15,23 24 16,1-24-16,0 0 15,-25 0-15,1 0 16,24 0-16,-48 0 16,24 0-16,23 24 15,-47-24-15,24 0 16,0 0-16,-24 0 15,0 24 329,0-1-329,0 1-15,0 24 16,0-24-16,0-1 15,0 25-15,0 0 16,0-24-16,0-1 16,0 25-16,0-24 15,0 0-15,-24-24 16,24 23-16,0-23 15,0 24-15,0 0 16,0-24 0,0 24-16,0 0 15,0-1-15,0-23 16,0 24-16,0 0 15,0 0-15,0-24 16,0 24-16,0 0 16,0 23-1,0-23-15,0-24 16,0 48-16,0-48 15,0 23-15,0 1 16,0 0-16,0-24 16,0 24-16,0 0 15,0-24-15,0 23 16,0 1-16,0-24 15,0 24-15,0 0 16,0 0-16,0 0 16,0-24-16,0 47 15,0-47-15,0 24 16,0-24-16,0 24 15,0 0 1,0-24 31,0 23 358,0 1-389,0 0 93</inkml:trace>
  <inkml:trace contextRef="#ctx0" brushRef="#br0" timeOffset="13445.76">17716 3000 0,'0'0'94,"0"0"-79,24 0-15,24 0 16,-25 0-16,1 0 16,48 0-16,-1 0 15,-23 0-15,-1 0 16,1 0-16,0 0 15,94 24 1,-70 0-16,23-24 16,-47 0-16,23 0 15,1 0-15,-25 0 16,-23 0-16,0 0 15,-24 0-15,48 0 16,-1 24-16,-47-24 16,48 0-16,-24 24 15,47-24-15,-23 0 16,-1 23-16,1-23 15,-24 0-15,23 0 16,1 24-16,-24-24 16,0 0-16,23 0 15,1 0-15,-48 0 16,47 0-16,1 0 15,-24 0-15,0 0 16,0 0-16,-1 0 16,25 0-16,0 0 15,-25 0-15,1 0 16,24 0-16,-24 0 15,23 0-15,-23 0 16,24 0-16,23 0 16,-71 0-16,48 24 15,-24-24-15,-24 0 16,23 0-16,1 0 15,0 0-15,-24 0 16,48 0-16,-48 0 16,23 0-16,25 0 15,0 0 1,-24 0-16,-24 0 15,23 0 422,-23-24-406,0 0-15,0 24 0,0-23-1,0-1-15,0 24 16,0-24-1,0 24-15,0-24 16,0 24 31,0-24-47,0 1 15,0-1 1,0 24 0,0-24-1,0 0 16,0 24-15,0-24 0,0 24-1,0-47 1,0 47-16,0-24 15,0 24 1,0-24 62,0 0-47,0 24 0,0-24-31,0 24 16,0-23 0,0 23-1,0 0 16,0-24-15,0 0 0,0 24 62</inkml:trace>
  <inkml:trace contextRef="#ctx0" brushRef="#br0" timeOffset="17562">19288 1834 0,'0'0'156,"0"0"-140,0-24-16,0 24 0,-24-24 15,24 0-15,0 24 16,0 0 0,-24 0-1,0-24 1,0 24-1,1 0 1,-25 0-16,0 0 16,1 0-1,47 0-15,-48 0 16,1 0-1,47 0-15,-48 0 0,48 0 16,-24 0-16,0 0 16,1 0-1,23 0-15,0 0 16,-24 24-1,24-24-15,-24 0 16,0 24 0,0-24-1,24 24 1,-24-24-16,24 24 15,0-1 1,0-23 0,-23 24-1,23-24-15,0 48 16,0-48-16,0 24 15,0 23-15,0-47 0,-24 48 16,24-48 0,0 24-1,0-24-15,0 47 16,0-47-1,0 24-15,0-24 16,24 0-16,-1 24 0,1-24 16,0 24-1,0-24-15,0 0 16,0 24-16,-1-24 15,1 23-15,0-23 16,-24 24-16,24-24 16,-24 0-16,24 0 15,-24 24-15,23-24 16,-23 24-16,24-24 15,-24 0-15,0 0 16,24 0-16,0 24 16,-24-24-16,24 0 15,-24 0-15,0 0 16,0 23-16,23-23 15,-23 0-15,24 0 16,-24 0-16,24 48 0,-24-48 16,0 0-1,24 0-15,-24 24 16,24-24-16,-24 24 15,0-1 1,0-23-16,0 24 16,23-24-1,-23 0-15,0 24 16,0 0-1,0-24-15,0 24 16,0-24-16,0 24 16,0-24-1,0 23-15,-23 1 16,-1-24-16,24 24 15,0-24-15,-24 0 16,24 24-16,-24 0 16,0-24-16,24 0 15,-23 23 1,23-23 31,-24 0-47,0 24 15,0-24-15,24 0 16,-24 24-16,1-24 15,23 0-15,-24 0 16,0 0 0,0 0-1,24 0 1,-24 0-1,24 0 1,-23 0 0,23 0-1,-24 0 1,0 0-1,24 0-15,-24 0 16,24 0-16,-24 0 47,0 0-32,24 0 79,0 0 0,-23 0-94,23-24 31,0 24 109,0 0-124,0-24 15,0 24 16</inkml:trace>
  <inkml:trace contextRef="#ctx0" brushRef="#br0" timeOffset="22141.26">13858 1619 0,'0'0'172,"24"0"-156,-24 0-16,24 0 15,0 0 1,0 0-16,23 0 15,1 0-15,-24 0 16,0 0-16,-24 0 16,23 0-16,-23 0 15,24 0-15,0 0 31,-24 0-31,24 0 16,0 0 0,0 0-16,-24 0 15,23 0-15,1 0 16,0 0-16,0 0 15,0 0-15,-1 0 16,1 0 0,0 0-16,-24 0 15,24 0-15,0 0 16,-1 0-16,1 0 15,-24 0 1,24 0-16,-24 0 16,24 0-1,0 0-15,-24 0 16,23 0-1,-23 0 1,24 0-16,0 0 16,-24 0-1,24 0 1,0 0-16,0 0 15,-24 0-15,23 24 16,1-24-16,0 0 16,24 0-16,-48 0 15,0 24-15,23-24 16,25 0-1,-48 0-15,24 0 16,-24 0-16,48 0 16,-48 0-16,23 0 15,1 0-15,0 0 16,0 0-16,0 0 15,23 0-15,-47 0 16,24 0-16,0 0 16,0 0-16,-1 24 15,1-24-15,0 0 16,24 0-16,-25 0 15,1 0-15,0 0 16,0 0-16,0 23 16,-24-23-16,47 0 15,-47 0-15,48 0 16,-24 0-1,0 0-15,-1 0 16,25 0 0,-24 0-16,0 0 0,0 0 15,23 0-15,-23 0 16,24 0-16,-48 0 15,23 0-15,-23 0 16,48 0 0,-48 0-16,24 0 15,0 0-15,-1 0 16,1 0-16,0 0 15,0 0-15,0 0 16,119 0 15,-24 24-15,-72 0-16,-23-24 15,24 0-15,-24 0 16,23 0-16,-23 0 16,-24 24-16,24-24 15,0 24 1,-1-24-1,-23 0-15,48 0 16,-48 24 0,24-24-16,-24 0 15,24 0-15,-24 0 0,23 0 16,1 0-16,-24 0 15,24 0-15,24 23 16,-25-23-16,1 0 16,24 0-16,0 0 15,-1 24-15,-23-24 16,-24 0-16,24 0 15,0 0-15,-24 0 16,23 0-16,-23 0 16,24 0-1,-24 0-15,48 0 0,-48 24 16,24-24 31,-24 0 109,24 0-156,-1 0 15,1 0 1,0 0-16,0 0 15,-24 0-15,24 0 16,-24 0 93,23 0-93,1 0-1,-24 0 157,24 0-110,0 0-30,0 0-17,-24 0 172,23 0-171,-23 0 78,24 0-1,0 0-77,-24 0 140,24 0-141,0 0 17</inkml:trace>
  <inkml:trace contextRef="#ctx0" brushRef="#br0" timeOffset="25095.43">17335 1691 0,'24'0'297,"-24"0"-251,24 23-30,-24-23 0,24 0 77,-24 0-77,0 24-1,23-24 17,-23 0-17,24 0-15,-24 24 16,24-24-1,-24 0-15,24 0 16,-24 24 0,24-24-16,-24 24 15,23-24-15,-23 0 31,24 0 1,-24 24-32,24-24 46,-24 0 17,0 0-1,0 23-15,24-23-31,-24 0 15,0 24 0,24-24-15,-24 24 420,0-24-389,0 24-31,-24-24-16,24 0 15,0 0-15,0 24 16,-24-24-16,0 23 16,24-23-1,-24 0-15,24 24 16,0-24-1,-23 24-15,-1-24 16,24 24 0,-24 0-1,24-24 1,-24 23-1,24-23 1,0 0-16,-24 0 16,1 24-1,23-24 32</inkml:trace>
  <inkml:trace contextRef="#ctx0" brushRef="#br0" timeOffset="152045.69">13763 2548 0,'0'24'141,"24"-24"-126,-24 0 1,48 0-1,-48 0 1,23 0 0,-23 0-1,24 0 1,-24 24-16,0-24 15,24 0-15,0 0 16,-24 0-16,24 23 16,0 1-16,-1-24 15,1 0 1,-24 0-16,24 0 15,0 0 1,23 0-16,-23 0 16,0 0-16,0 24 15,-24-24-15,48 0 16,-48 0-16,23 0 15,-23 0-15,24 0 16,0 0 0,0 0-16,-24 0 15,24 0-15,-1 0 16,25 0-16,-24 0 15,-24 24-15,0-24 16,47 0-16,-23 0 16,0 0-16,0 0 15,0 0-15,-1 0 16,-23 0-16,24 0 15,24 0-15,-24 0 16,0 0-16,-1 0 16,1 0-16,-24 0 15,24 0-15,0 0 16,0 0-16,23 0 15,-47 0-15,24 0 16,-24 0-16,24 0 16,0 0-16,0 0 15,23 0-15,-23-24 16,0 24-16,0 0 15,-1 0-15,25 0 16,-24 0-16,0 0 16,47-24-16,-47 24 15,23 0-15,49-24 16,-49 1-1,1 23-15,-24 0 16,0 0-16,47 0 16,-47 0-16,24-24 15,-1 24-15,1 0 16,-1 0-16,-23 0 15,24 0-15,-24 0 16,-24 0-16,47 0 16,-23 0-16,0 0 15,23 0-15,-23 0 16,0 0-16,24 0 15,-1 0-15,1 0 16,0 0-16,-25 0 16,25 0-16,-24 0 15,0 0-15,23 0 16,-47 0-16,48 0 15,-48 0-15,24 0 16,47 0-16,-47 0 16,0 0-16,23 0 15,-23 0-15,0 0 16,0 0-16,0 0 15,-1 0-15,1 0 16,-24 0-16,48 0 16,-24 0-1,-24 0-15,24 24 16,-1-24-16,1 0 15,0 0-15,0 0 16,-24 0-16,0 0 16,24 0-16,-1 23 15,-23-23 1,24 0-16,-24 24 15,24-24 1,-24 0-16,24 0 16,0 0-16,-24 24 15,24-24-15,-24 0 16,47 0-16,-23 0 15,0 0-15,23 0 16,-47 0-16,24 24 16,24-24-16,-48 0 15,24 0-15,-1 0 16,-23 0-16,24 0 15,-24 0 1,24 0 0,-24 0-1,24 0 1,0 0 62,-24 0-47,23 0-31,-23 24 16,24-24 30,0 0-30,-24 0-16,24 0 16,-24 0 46</inkml:trace>
  <inkml:trace contextRef="#ctx0" brushRef="#br0" timeOffset="160358.17">14049 2405 0,'0'0'468,"-24"0"-422,24 0 157,0 0-203,-24 0 31,24 0 141,0 24-156,-23-24-1,-1 0 1,24 0-1,0 24 1,0-24-16,-24 0 16,24 0-16,0 0 15,-24 0 1,24 23-1,-24-23-15,24 0 16,-24 0 0,24 24-1,-23 0 1,23-24-1,-24 0 1,24 24 31,-24-24-32,24 0 1,-24 0 15,24 24 0,-24 0-15,1-24 62,23 0-31,0 23 421,0-23-468,0 24 15,23-24-15,-23 24 16,24 0 0,0-24-16,-24 0 15,0 0-15,24 24 16,-24-24-16,24 0 15,-24 0 1,23 0 0,-23 23-1,24-23 1,-24 24-1,24-24 1,-24 0 0,24 0-1,-24 0-15,24 0 16,-24 24-1,24-24-15,-24 0 16,23 0-16,-23 0 31,24 0 0,-24 0-31,24 0 63,-24 0-48,24 0 1</inkml:trace>
  <inkml:trace contextRef="#ctx0" brushRef="#br0" timeOffset="165349.44">14073 1143 0,'0'0'266,"0"0"-251,0 24 1,0-24-1,0 0-15,0 24 16,0-1-16,0 1 16,0-24-16,0 24 15,0 0 1,0 23-1,24-47 1,-24 0 0,0 24-16,0-24 0,0 48 15,0-24 1,0-24-1,23 24-15,-23-1 16,0-23 0,0 24-16,0 0 15,0 0 1,0-24-16,0 0 15,0 24 1,0-24 0,0 23-16,0 1 15,24-24 204,-24 0-126,0-24-93,24 24 0,-24-23 16,24 23-16,-24-24 15,0 0-15,24 24 16,-24-24 0,0 24-1,0-24-15,24 24 0,-24-23 16,0 23-16,0 0 15,23-24 1,-23 24 0,0-24-16,24 24 15,-24-24-15,0 0 16,0 0-16,0 24 15,24 0 32,-24-23-31,0-1-16,24 24 296,-24 24-280,0-24-16,0 23 15,0-23-15,24 24 16,-24-24 0,0 24-16,0 0 15,23 0 1,-23-24-16,0 24 15,24-1-15,-24-23 32,24 24-1,-24-24-16,0 24 32,24-24-31,-24 24 31,0-24 280,24 0-296,-24 0-15,0-24 0,23 24-16,1-48 15,-24 48 1,0-23-16,0 23 15,0-24-15,0 24 16,0-24-16,0 0 16,24 0-1,-24 24-15,0-47 16,0 47-16,0-24 15,0 24-15,0-24 16,24 0 0,-24 24-1,0-24 1,0 24-1,0-23 1,0-1 46</inkml:trace>
  <inkml:trace contextRef="#ctx0" brushRef="#br0" timeOffset="170318.74">16978 1286 0,'24'0'265,"-24"24"-249,24-24-1,-24 0 1,23 23-16,-23 1 31,24-24-15,-24 0-16,0 0 0,0 24 15,24-24-15,-24 0 16,24 24 46,0 0-46,-24-24 46,0 0-46,0 24 15,23-24 0,-23 23-15,0-23-1,0 24 17,0 0-1,0-24-31,0 24 15,0-24 1,0 24-16,0-1 16,0-23-16,0 0 15,0 24-15,0 0 16,-23-24-16,23 0 15,0 24 1,-24 0-16,24-24 16,0 23-1,0 1-15,0 0 16,-24-24 31,24 0-16,0 24-16,0-24 453,0 0-452,0-24 0,0 24-16,0-24 15,0 0 1,0 24-16,24 0 15,-24-23 1,0 23 0,0-24 15,24 24-31,-24-24 78,0 24-63,0-24 17,0 24 14,0-24-30,0 24 15,23-23-31,-23-1 16,0 24-1,0-24 1,24 24-16,-24-24 16,0 0-16,24 1 15,-24 23-15,0-24 16,24 0-1,-24 24 1,0 0-16,24-24 16,-24 24-16,0-24 15,0 24 16,0 0-15,24-24 0,-1 24 15,-23-23-31,24 23 47,-24-24-32,0 24-15,24 0 16,-24 0-1,0-24 1,24 24 31,0-24-32,-24 24 1</inkml:trace>
  <inkml:trace contextRef="#ctx0" brushRef="#br0" timeOffset="176044.06">16906 2762 0,'0'0'218,"0"0"-186,24 48-17,-24-48-15,0 24 16,0-1-16,0 1 15,0 0-15,24 0 16,-24 0-16,0-24 16,0 24-16,24-1 15,-24-23 1,24 24-16,-24-24 15,0 0-15,0 24 16,0 0-16,0-24 16,24 24-1,-24-24 1,0 23-1,0-23 32,23 0 172,-23 0-219,0-23 15,24-1-15,-24 24 16,24-24-16,-24 0 15,0 0-15,0 1 16,24 23-16,-24-24 16,0 0-16,0 24 15,24 0 1,-24-24 15,0 24-15,0-24 30,23 24-30,-23 0 31,0 0 218,0 0-249,0 24-16,0 0 15,0 0 1,0-24-16,0 24 15,0-1 1,0 1 0,0-24-16,0 24 15,0-24-15,0 24 16,0 0-1,0-24 1,24 0 31,-24 23-32,0-23 157,24 0-172,-24 0 16,24-23-16,-24-1 15,24 24 1,-24-24-16,0 24 15,24 0-15,-1-48 16,-23 48-16,24 0 16,-24-23-16,0 23 15,24-24-15,-24 24 16,0 0-16,0-24 15,24 0 1,0 24 0,-24-24-1,0 24 1,23-24-1,-23 1 63,0 23-31</inkml:trace>
  <inkml:trace contextRef="#ctx0" brushRef="#br0" timeOffset="185154.59">14216 2762 0,'0'-24'94,"24"24"-16,-1 0-63,-23 0 1,0 24-1,24-24 1,0 0-16,0 24 16,-24-24-1,24 24 32,-24 0-31,0-24-1,0 23 16,0-23-15,0 24 31,0 0-32,23-24 1,-23 24 0,0-24 15,0 24-31,0 0 47,0 23-47,0-23 15,0-24 1,0 24-1,0 0-15,0-24 16,0 23-16,0-23 16,0 24-1,0 0-15,0-24 16,0 24-1,-23-24-15,23 0 16,0 24 0,0-24-1,0 23-15,-24-23 16,24 24-1,0-24 17,0 24-1,-24-24 31,24 0 375,0 0-406,24 0-15,-24 0-16,0 0 15,24 0 17,-24 0 61,0-24-77,23 24-1,-23-24 656,0 24-608,0 0-1,0-23-46,0 23-16,0-24 46,0 24-46,0-24 16,0 0 109,0 24-110,0-24 32,0 24-31,0-23 31,0-1-1,0 24-14,0-24 14,0 0-14,24 24-17,-24-24 16,24 24 1,-24 0-17,0-23 1,0 23-1,0 0 17,0-24 14,0 24 48,24-48-78,-24 48-1,0-24 1,0 24-1,0-24 17,0 24-32,0-23 46,24 23 32,-24 0-62,23 0 31,-23-24-32,0 24 32,24 0-31,-24-24 46,24 24-62,0 0 16,-24-24-1,24 24 32,-24 0-31,23 0-1,-23 0 1,24 0 46,0 0-46,-24-24-16,0 24 16,24 0 15,-24 0 62</inkml:trace>
  <inkml:trace contextRef="#ctx0" brushRef="#br0" timeOffset="193662.07">8977 1476 0,'0'0'266,"0"0"-251,24 0-15,0 0 16,-24 0-1,23 0-15,-23 0 16,0 0-16,24 0 16,0 0-1,-24 0 1,24 0-16,-24 0 15,24 0-15,-24 0 16,23 0-16,1 0 16,0 0-16,-24 0 15,0 24-15,24-24 16,0 0-1,-24 0-15,23 0 16,-23 0-16,24 0 16,0 0-1,0 0 1,-24 24-1,24-24-15,-24 0 16,24 24 15,-1-24-31,-23 0 16,24 0-1,0 0-15,0 0 16,-24 0-16,24 0 16,-24 24-16,23-24 15,1 0-15,-24 0 16,24 0-16,24 0 15,-48 23-15,24-23 16,-24 0-16,23 0 16,1 0-1,0 0-15,-24 0 16,24 0-1,0 0-15,-24 0 16,23 24-16,1-24 16,0 0-16,0 24 15,-24-24-15,24 0 16,-1 0-16,-23 0 15,24 0-15,-24 0 16,24 0 0,0 0-16,-24 0 15,24 0-15,23 0 16,-47 0-1,24 0-15,24 24 16,-48-24 0,24 0-16,-1 0 0,25 0 15,-48 0-15,24 0 16,0 0-16,-1 0 15,1 0-15,0 0 16,0 0 15,-24 0-31,48 0 16,-25 0-16,-23 0 0,48 0 15,-24 0-15,0 0 16,-1 0 0,-23 0-16,24 0 0,0 0 15,-24 0 1,24 0-16,-24 0 0,24 0 15,23 0 17,1 0-17,-24 0 1,-24 0-16,23 0 47,-23 0-16,24 0-31,0 0 15,-24 0 1,24 24 0,-24-24-1,24 0 1,-24 0-16,24 0 15,-1 0 17,-23 0-32,24 0 31</inkml:trace>
  <inkml:trace contextRef="#ctx0" brushRef="#br0" timeOffset="195834.2">10882 1572 0,'24'0'125,"-24"0"140,24 0-249,-1 0 15,-23 0-15,24 0-1,-24 23 1,0-23-1,24 0-15,-24 0 16,24 24 15,0-24-15,-24 0-16,0 24 15,23-24 1,-23 0 0,24 0-16,-24 24 15,0-24 1,0 24 343,0-24-359,-24 0 31,1 0-31,23 23 15,0-23-15,-48 0 16,24 24 0,0-24-1,24 0 1,-23 0-16,23 24 15,0-24-15,-24 0 16,0 0 0,24 0-16,0 0 78,0 24 187</inkml:trace>
  <inkml:trace contextRef="#ctx0" brushRef="#br0" timeOffset="200887.49">9191 2310 0,'0'0'796,"0"0"-796,24 0 15,0 0-15,-24 0 16,24 0-16,-1 0 15,1 0-15,0 0 16,0 0-16,-24 0 16,24 0-16,0-24 15,-1 24-15,1 0 16,0 0-16,0 0 15,0 0-15,-1 0 16,25 0-16,-24 0 16,0 0-1,0 0-15,-24 0 16,23 0-16,1 0 15,-24 0-15,24 0 16,-24 0-16,24 0 16,0 0-16,23 0 15,-47 0-15,48 0 16,-24 0-16,-24 0 15,47 0-15,-23 0 16,0 0 0,-24 0-16,24 24 15,23-24-15,-23 24 16,0-24-16,-24 0 15,48 0-15,-48 0 16,23 0-16,-23 0 16,24 0-16,0 0 15,0 23-15,-24-23 16,24 0-16,-1 0 15,1 0-15,0 0 16,-24 24 0,24-24-1,0 0-15,-24 0 16,24 0-16,-24 0 15,47 0 1,-47 24-16,24-24 16,-24 0-16,24 0 15,0 0-15,-24 0 16,23 0-1,-23 24 1,24-24 0,0 0-16,-24 0 15,24 0 1,23 0-16,-47 24 15,0-24-15,24 0 16,-24 0 0,24 0-1,0 0 1,0 23-16,-24-23 15,23 0 1,1 0 0,-24 0 46,24 0-46,-24 0-1,24 0 16,0 0 94,-24 0-78</inkml:trace>
  <inkml:trace contextRef="#ctx0" brushRef="#br0" timeOffset="202950.6">9477 2119 0,'-24'0'109,"0"0"-78,1 0-31,23 0 16,-24 0-16,0 0 15,24 0-15,-24 0 16,24 24-16,0-24 15,-48 24 1,48-24-16,-23 0 16,-1 24-16,0 0 15,24-24-15,-24 0 31,24 0-31,0 23 16,-24-23 0,24 0 15,-23 0-16,23 24 1,-24-24 0,24 24-16,0-24 390,0 0-375,0 24-15,0-24 16,24 0-16,-24 24 15,23-24-15,1 0 16,0 0-16,0 47 16,-24-47-16,47 0 15,-47 0 1,24 0-16,-24 24 15,0-24-15,24 0 16,0 0-16,-24 0 16,24 24-1,-24-24-15,24 0 16,-1 24 15,-23-24-31,0 0 16,24 0-16,-24 23 15,0-23 16,24 24-15,-24-24-16</inkml:trace>
  <inkml:trace contextRef="#ctx0" brushRef="#br0" timeOffset="-214256.42">9572 714 0,'0'-23'218,"0"23"-202,0-24 62,0 0-32,0 24 1,-24 0-16,1 0-15,23 0 0,-24 0 15,24 0-16,-24 0 1,0 0 0,24 0-16,-24 0 15,24 0 1,0 0-1,-23 0 1,-1 0 0,24 24-1,-24-24 32,24 0-31,0 24-16,-24-24 31,24 23-16,0 1 1,0-24 0,0 24 15,0-24-16,0 0 1,0 24 0,0-24-16,0 24 15,0-1 1,0-23-16,0 24 15,0-24 1,0 24-16,0 0 16,0-24-1,0 24-15,0-24 16,0 0 15,0 23-15,0-23-1,0 24 1,0 0-1,0-24 1,0 24 0,24-24-16,-24 0 15,0 24-15,0 0 16,0-24-1,0 23 1,0-23 15,0 24-15,0-24-16,0 0 15,0 24 1,0 0 31,0-24-32,0 24 1,0-24 31,0 23-16,-24-23-31,24 24 47,0-24-16,-24 0-15,0 0-1,24 24 16,0-24 1,0 0-32,-23 0 15,23 24-15,0-24 125</inkml:trace>
  <inkml:trace contextRef="#ctx0" brushRef="#br0" timeOffset="-212523.32">9191 952 0,'0'0'218,"0"0"-218,24 24 16,0-24-16,0 0 16,-24 0-1,23 0 16,1 0 1,-24 24-32,0-24 15,24 0 32,-24 0-16,24 0-31,-24 0 16,0 0-1,24 0 1,0 0 15,-24 0 0,23 0-31,-23 0 16,0 24 0,24-24-16,0 0 15,-24 0 1,24 0-1,-24 24 79</inkml:trace>
  <inkml:trace contextRef="#ctx0" brushRef="#br0" timeOffset="-209523.15">9834 976 0,'0'-24'312,"0"24"-312,-24 0 16,24 0 0,0-23-1,-23 23 1,23 0-1,0 0 17,-24 0-32,0 0 0,24 0 15,-24 0 1,0 0-1,1-24 1,-1 24 0,24 0-1,-24 0 1,0 0-1,24 0 48,-24 0-63,24 0 15,-24 0 1,24 24 0,0-24-1,0 0 1,0 23-1,0 1 17,0-24-1,0 0 31,0 24-46,0-24-16,0 0 16,48 0-1,-48 0 1,24 24 15,0-24-15,0 0-1,23 0-15,-47 0 16,24 0-16,0 0 15,0 0 1,-24 0-16,23 0 16,-23 0 15,24 0-16,-24 0 1,0 0 31,24 0 31,-24 0 156,0 0-219,0 0-15,-24 0 16,24 24 0,0 0-16,-24-24 15,24 23 1,0-23-16,0 0 15,0 24 1,-23-24 0,23 24-16,-24-24 15,24 24 1,0-24-16,0 24 15,-24-24-15,24 23 16,0-23 0,-24 24-1,24-24 1,-24 0 15,24 24 16,-23-24-47,23 0 31,-24 0-15,24 0 30,-24 0-30,0 0 0,24 0 77,0 0-62,0 0-31,-24 0 32,24 0-17,0-24-15,-47 0 16,47 24-1,0 0-15,-24-23 32,24 23-17,0-24 48,-24 24-63,24 0 15</inkml:trace>
  <inkml:trace contextRef="#ctx0" brushRef="#br0" timeOffset="-207046.01">9882 1095 0,'0'0'172,"24"0"-157,-1 0-15,25-23 16,-24 23-16,-24-24 16,47 24-16,-47 0 15,24 0 1,0 0 31,-24 0-32,24 0 63,-24-24-62,0 24 93,0-24-109,0 0 31,0 24 0,0-24 47,0 24-62,0 0-16,-24 0 16,0 0-1,24 0 1,-24 0 15,24-23-31,0 23 16,-23 0-1,-1 0 1,24 0-1,-24 0 1,24 0 78,-24 0-32,24 0-62,-24 0 16,24 0-16,-23 0 15,23 23 1,-24 1-1,24-24-15,0 24 16,0-24 0,0 24-16,-24-24 15,24 24 1,-24 0-1,24-24 32,0 23 16,0-23-63,0 24 15,0 0 1,0-24-1,0 24 32,0-24-16,24 0-15,0 0 0,-24 0-16,24 0 15,-1 24-15,-23-24 16,24 0-1,-24 0-15,24 0 16,-24 0-16,24 0 16,0 0-16,-1 0 31,-23 0 16,24 0 249</inkml:trace>
  <inkml:trace contextRef="#ctx0" brushRef="#br0" timeOffset="-205686.93">10382 857 0,'0'0'172,"0"0"-157,0 0-15,-24 0 16,0 24-16,24 0 15,-24-24 1,24 24-16,0-24 16,0 23-16,-47 1 0,47-24 15,0 24-15,-24-24 16,24 48 15,-24-48-31,0 24 16,24-1-16,0 1 31,-23-24 0,23 0-15,0 24-16,0-24 15,0 24 48,0 0-63,0-1 15,0-23-15,0 24 31,0 0 16,23-24-31,-23 0-1,24 0 1,0 0-16,0 0 16,0 0-16,23 0 15,-47 0-15,24 0 0,0 0 16,0 0 93</inkml:trace>
  <inkml:trace contextRef="#ctx0" brushRef="#br0" timeOffset="-204476.86">10191 1000 0,'24'0'203,"-24"0"-172,24 0-16,0 0-15,0 0 16,-24 0-16,23 0 16,-23 0-16,24 0 15,0 0-15,-24 0 16,24 0 15,-24 0 0,24 0-31,0 0 16,-1 0-1,-23 0 188</inkml:trace>
  <inkml:trace contextRef="#ctx0" brushRef="#br0" timeOffset="-201936.72">10668 1095 0,'0'0'47,"23"0"-16,-23-23 125,0 23-140,0-24 30,0 24-30,-23-24 0,23 24-1,-24 0 1,24 0-1,0-24-15,-24 24 16,0 0 0,24 0-1,0-24 16,-24 24-31,24 0 63,-23 0-32,23 0 31,-24 0-46,24 24 0,-24-24-1,24 24 1,0-24-16,0 24 15,0-24 1,0 0 0,0 24-1,0-1 16,0-23-15,0 24 0,0-24 30,0 24-30,0-24 0,0 24-1,0-24 1,0 0-16,24 24 15,-24-24 1,24 23 0,-24-23-1,0 24 1,47 0-1,-47-24 1,24 0 0,-24 24-16,0-24 15,24 0-15,-24 24 47,24-24-47,-24 23 156,0-23-125,0 0 0,0 24-15,-24-24 0,24 0-1,-24 0 1,24 0-1,-24 0 1,0 0 46,24 0-46,-23 0 15,23 0 16,-24 0-47,24 0 31,-24 24 16,0-24-16,24 0 16</inkml:trace>
  <inkml:trace contextRef="#ctx0" brushRef="#br0" timeOffset="-193476.25">9334 2572 0,'0'0'93,"0"-24"-30,0 24-48,0-24 1,0 24 0,0-24-1,0 24 32,0 0-16,-24 0 16,24 0-47,0 0 16,0 0-16,-24 0 15,24 0-15,-23 0 16,23 24-16,-24 0 15,24-24-15,-24 0 16,24 24-16,-24 0 16,24-24-1,0 0-15,-24 23 16,1-23-16,23 0 15,-24 24-15,24 0 16,-24-24-16,24 0 16,0 24-1,0-24-15,0 24 16,0-24-1,-24 23 1,24 1-16,0-24 47,0 24-47,0 0 15,0 0-15,0-24 16,0 23-16,0 1 16,0 0-16,0 0 15,0-24-15,0 24 16,0 0-16,0 23 15,0-47 17,0 24-1,24-24-16,-24 24-15,0 0 16,0-24-16,0 23 16,0-23-1,0 24-15,0-24 16,0 24-16,0 0 15,0-24 1,0 24-16,0-1 16,0 1-1,0-24 1,0 24 15,-24 0-15,24 0-1,0-24 1,0 0 233</inkml:trace>
  <inkml:trace contextRef="#ctx0" brushRef="#br0" timeOffset="-192446.18">8882 2953 0,'0'-24'156,"24"24"-125,23 0-15,25 0-16,-25 0 15,1 0-15,-24 0 16,-1 0-16,1 0 15,0 0-15,0 0 16,-24 0 0,24 0-16,-1 0 15,-23 0 48,24 0-32,-24 0-16,24 0 32</inkml:trace>
  <inkml:trace contextRef="#ctx0" brushRef="#br0" timeOffset="-190664.07">9406 2786 0,'0'-24'172,"23"24"-157,-23 0-15,24 0 16,0 0-16,0 0 15,0 0 1,-1 0-16,1 0 0,-24 0 16,24 0 15,-24 0 0,0 24-15,24-24-16,-24 0 15,24 24 1,-24 0-1,24-24 17,-24 23-32,0-23 0,0 24 62,0-24-46,0 24-16,0 0 15,0 0 1,0-24 15,0 24-31,0-24 16,0 23-16,0-23 15,0 24-15,0-24 16,-24 0-1,24 24 1,-24-24 0,24 0-1,0 24-15,-24-24 16,24 0 77,-24 0-77,24 0 15,-24 0-15,1 0 15</inkml:trace>
  <inkml:trace contextRef="#ctx0" brushRef="#br0" timeOffset="-189533.01">9453 2881 0,'0'0'125,"0"0"-109,0 0-1,0 24-15,0 0 16,0-24-16,0 24 16,0 0-16,-24-1 15,24-23-15,0 24 16,0-24-16,0 24 15,0-24-15,-23 48 32,-1 23-17,24-71 1,0 24-1,0-24-15,0 24 16,0-1-16,0-23 16,-24 48-1,24-48 1,0 24-16,-24-24 15,24 24 1,0-24-16,0 24 16,0-1 30,0-23-46</inkml:trace>
  <inkml:trace contextRef="#ctx0" brushRef="#br0" timeOffset="-186382.83">9810 2905 0,'0'0'234,"0"0"-234,0 24 15,0-24-15,0 0 16,0 24 0,-23-24-1,23 24-15,-24-1 31,24 1-15,0 0 15,0 0-31,0-24 16,0 24-1,-24-24 1,24 0 15,0 23-31,0 1 16,0 0-1,0-24 1,0 24 0,0-24-1,0 24 1,0-1-1,0-23 48,0 0-32,0 0-15,24 0 30,-24 24-30,0-24 0,24 0-1,-24 0 1,23 0-1,-23 0 1,24 0 15,0 0-31,-24 0 16,24 0-1,-24 0 1,24 0 0,-1 0-16,-23 0 15,24 0 1,-24-24 46,24 1-46,-24 23-16,24 0 15,0 0 1,-24 0-16,0-24 16,0 24-1,23-24 16,-23 24-15,0-24-16,0 24 16,0-24 15,0 24-16,24-23-15,-24 23 16,0-24-16,0 0 16,0 24-16,0 0 15,0-24 1,24 24-16,-24-24 15,0 24 1,0-23-16,0-1 16,24 24-1,-24-24-15,0 24 16,0 0-1,0-24-15,0 0 16,0 24 0,0-24-1,24 24 32,-24 0 156,0 0-188,0 24 17,0 0-32,0-24 15,0 24 1,0-24-1,0 24-15,0 0 16,0-24 0,-24 23-16,24-23 15,0 24 1,0-24-1,0 24-15,-24-24 16,24 24-16,0-24 16,0 24-1,0-24 1,0 23-1,0 1 48,0-24-48,0 24 17,0-24-32,0 24 31,0-24 0,0 24-15,0-1 77,0-23-30,0 24-48</inkml:trace>
  <inkml:trace contextRef="#ctx0" brushRef="#br0" timeOffset="-184866.75">10334 2929 0,'0'-24'15,"0"24"157,0 0-156,0 24-16,0 0 15,0-24-15,-24 24 16,24-1-1,-23 1-15,23 0 16,0-24-16,0 24 16,0 0-1,0-24-15,0 23 31,0-23-15,-24 24 0,24 0-1,0-24-15,0 24 47,0-24-31,0 24 15,0-24-16,0 23 1,0 1 0,0-24-1,0 24-15,0-24 16,0 0-16,0 24 15,24 0-15,-24-24 63,0 0-63,0 24 15,23-24-15,-23 0 16,24 0 0,-24 0 46,0 23-62,0-23 265,0 0-249</inkml:trace>
  <inkml:trace contextRef="#ctx0" brushRef="#br0" timeOffset="-183852.68">10096 3072 0,'48'0'203,"-1"0"-203,-23 0 16,0 0-16,24 0 15,-25 0-15,1 0 16,0 0-16,0 0 15,-24-24-15,24 24 16,0 0 31,-24 0-16,23 0-31,1 0 16,-24 0 218,0 24-234,0 0 15,0-1-15,0-23 16</inkml:trace>
  <inkml:trace contextRef="#ctx0" brushRef="#br0" timeOffset="-181540.55">10763 3191 0,'24'-24'16,"-24"0"342,0 24-342,0-24-16,0 24 16,-24 0-1,0 0-15,24 0 16,0-23-1,-24 23 1,24 0 0,-24 0-16,1 0 31,23 0 0,-24 0-15,24 0-1,-24 0 1,24 0 15,-24 0-31,0 0 31,24 0-15,0 0-16,-23 0 15,23 0 1,0 23 0,-24-23-1,24 0 1,0 24 15,0 0-15,0-24-1,0 24 1,0-24-1,0 24 1,0-24 0,0 0-16,0 23 15,0 1-15,24-24 16,-24 0-16,23 24 15,1-24-15,0 24 16,-24 0-16,24-24 16,0 0-1,-1 24-15,-23-24 16,0 0-1,48 23 1,-48-23 0,24 0-16,-24 24 15,24-24 48,-24 0-32,0 24-16,0-24 48,0 24-48,0-24 1,0 24-16,0-24 62,-24 0-62,24 0 16,-24 0 0,0 0-16,0 0 15,24 0-15,-23 0 16,-1 0-1,0 0-15,24 23 16,-24-23-16,24 0 16,-24 0-1,1 0 1,23 0-1,-24 0-15,24 0 0,-24 0 16,24 0 0,0 0 296</inkml:trace>
</inkml:ink>
</file>

<file path=ppt/ink/ink2.xml><?xml version="1.0" encoding="utf-8"?>
<inkml:ink xmlns:inkml="http://www.w3.org/2003/InkML">
  <inkml:definitions>
    <inkml:context xml:id="ctx0">
      <inkml:inkSource xml:id="inkSrc0">
        <inkml:traceFormat>
          <inkml:channel name="X" type="integer" max="1280" units="cm"/>
          <inkml:channel name="Y" type="integer" max="800" units="cm"/>
          <inkml:channel name="T" type="integer" max="2.14748E9" units="dev"/>
        </inkml:traceFormat>
        <inkml:channelProperties>
          <inkml:channelProperty channel="X" name="resolution" value="28.31858" units="1/cm"/>
          <inkml:channelProperty channel="Y" name="resolution" value="28.36879" units="1/cm"/>
          <inkml:channelProperty channel="T" name="resolution" value="1" units="1/dev"/>
        </inkml:channelProperties>
      </inkml:inkSource>
      <inkml:timestamp xml:id="ts0" timeString="2014-05-08T10:10:31.723"/>
    </inkml:context>
    <inkml:brush xml:id="br0">
      <inkml:brushProperty name="width" value="0.05292" units="cm"/>
      <inkml:brushProperty name="height" value="0.05292" units="cm"/>
      <inkml:brushProperty name="color" value="#FF0000"/>
    </inkml:brush>
  </inkml:definitions>
  <inkml:trace contextRef="#ctx0" brushRef="#br0">13049 1476 0,'0'0'140,"0"24"-124,0 0 0,0-24-16,0 0 15,0 24-15,24-24 16,-1 0-1,-23 24-15,48-24 16,-48 23 0,0-23-16,24 0 15,0 24-15,0-24 16,23 0-16,-23 0 15,0 24-15,23-24 16,1 24-16,-48-24 16,24 0-16,0 0 15,23 24-15,-23-24 16,0 23-16,0-23 15,0 0-15,-1 24 16,1-24-16,0 0 16,-24 24-16,24-24 15,23 0 1,-23 24-16,0-24 15,24 24 1,-1-24-16,-23 0 16,24 0-16,-1 24 15,25-24-15,-1 0 16,-47 0-16,24 0 15,23 23-15,-23-23 16,-48 0-16,47 0 16,25 24-16,-25-24 15,25 24-15,-25 0 16,25 0-16,-1-24 15,25 23-15,-1-23 16,48 0-16,-72 24 16,1-24-16,23 0 15,48 0-15,-72 24 16,-23-24-16,-1 0 15,25 24-15,-48-24 16,0 0-16,47 0 16,-23 0-16,23 0 15,0 0-15,1 0 16,-48 0-16,23 0 15,25 24-15,-25-24 16,1 0-16,23 23 16,1-23-16,-24 0 15,71 24-15,-72-24 16,25 0-16,47 0 15,-24 0-15,-47 0 16,-25 0-16,49 0 16,23 0-16,0 0 15,-23 0-15,-1 0 16,1 24-16,-49-24 15,1 0-15,0 0 16,47 0-16,1 0 16,-24 0-16,-1 0 15,25 0-15,-25 24 16,25-24-16,-25 0 15,1 0-15,0 0 16,-25 0-16,1 0 16,24 0-16,-24 0 15,23 0-15,-23 24 16,0-24-16,47 0 15,1 0 1,-25 0-16,-47 0 16,72 0-16,-48 0 15,47 0-15,-47 0 16,0 0-16,0 0 15,-24 0-15,71 0 16,-47 0-16,47 0 16,1 0-16,-25 0 15,1 0-15,-1 0 16,1 0-16,0 0 15,-24 0-15,-1 0 16,1 0-16,-24 0 16,48 0-16,-24 0 15,-1 0-15,1 0 16,-24 0 31,0 0-16,24 0-31,0 0 15,-24 0 1,24-24 15,23 24-31,-47 0 16,48 0-16,-24-24 15,0 24-15,23-24 16,-47 24 0,24 0-16,0 0 15,0 0-15,-1 0 16,1 0-16,0 0 15,0 0-15,0 0 16,-1 0-16,-23-24 16,24 24 15,0 0 47,0 0-63,-24 0 1,24 0 0</inkml:trace>
  <inkml:trace contextRef="#ctx0" brushRef="#br0" timeOffset="1961.11">15811 929 0,'0'0'172,"0"0"-156,0 23-16,0-23 15,0 24-15,0 0 16,0 0-1,0-24-15,0 24 16,0 0-16,0-1 16,0-23-16,0 48 15,0-48 1,0 24-16,0-24 15,0 24 1,0-1 0,0 1-16,0 0 15,0 0-15,0 23 16,0-23-1,0 0-15,0-24 16,0 24-16,0 0 16,0-24-16,0 47 15,0-23-15,0 0 16,0-24-16,0 24 15,0-24-15,0 24 16,0-1 0</inkml:trace>
  <inkml:trace contextRef="#ctx0" brushRef="#br0" timeOffset="4219.24">15978 952 0,'0'-23'109,"24"23"-93,47 0 0,-23 0-16,47 0 15,-47 0-15,47 0 16,0 0-16,-23 0 15,-1 0-15,-23 0 16,-1 0-16,1 0 16,-1 0-16,1 0 15,0 0-15,-25 0 16,25 0-16,-24 0 15,24 0-15,-25 0 16,1 0-16,0 0 16,0 0-1,-24 0-15,24 0 16,-24 0 218,0 23-219,0 25-15,0-24 16,0 47-16,0-23 16,0-48-16,0 48 15,0-25-15,-24 1 16,0 0-16,24 0 15,0 0-15,0-1 16,0 1 0,0-24-16,0 24 15,0-24-15,0 48 16,0-48-16,-24 24 15,24 23 17,-47 25-17,47-49-15,0-23 16,0 24-16,0-24 15,0 24-15,0 0 16,-24 0-16,24-24 16,0 23-1,0 1 1,0-24 15,0 24 0,0-24 219,0 0-94,-48 0-141,24 0 1,0 0-16,24-24 31,-23 24-31,-1-24 16,0 24-16,24 0 15,0 0 1,-24 0 31,24 0-32,-24 0 1</inkml:trace>
  <inkml:trace contextRef="#ctx0" brushRef="#br0" timeOffset="5405.3">16240 1214 0,'0'0'140,"0"0"-140,47 0 16,-23 0-1,0 0-15,0 0 0,23 0 16,-47 0-16,24 0 16,0 0-1,-24 0-15,24 0 16,-24 0-16,24 0 15,-24 0-15,24 0 0,-1 0 16,1 24 15,0-24-31,-24 0 16,24 0-1,0 0-15,-1 0 16</inkml:trace>
  <inkml:trace contextRef="#ctx0" brushRef="#br0" timeOffset="6233.35">16287 1405 0,'0'0'125,"48"0"-125,-24 0 16,47 0-16,25 0 15,-49 0-15,1 0 16,-24 0-16,-24 0 16,23 0-16,1 0 31,0 0-16,0 0 1,-24-24 140</inkml:trace>
  <inkml:trace contextRef="#ctx0" brushRef="#br0" timeOffset="7298.41">16621 1048 0,'0'0'125,"0"0"-110,-24 24-15,0-1 16,0 1-16,24 24 15,-23 23-15,-1-23 16,24-24-16,-24 23 16,0-23-16,24 0 15,0 24-15,0-25 16,-24 1-16,24 48 15,0-49-15,-24 1 16,24 0-16,-23 0 16,23 0-16,0-24 15,0 23-15,0 1 16,0-24-16,0 24 15,0 0-15,-24 0 16,24 0-16,0-24 16,0 23-1,0 1 1</inkml:trace>
  <inkml:trace contextRef="#ctx0" brushRef="#br0" timeOffset="8733.49">17692 1072 0,'0'0'47,"0"-24"-31,0 24-1,0 0 1,24 0-16,48 0 15,-72 0-15,47 0 16,48 0-16,-47 0 16,95 0-16,-48 0 15,24 0-15,24 0 16,-71 0-16,-1 0 15,0 0-15,-23 0 16,0 0-16,-48 0 16,24 0-16,-24 0 187,0 24-125,0-1-62,0-23 16,-24 0-16,24 24 15,-48 0 1,48-24-16,0 0 16,-48 24-1,25-24-15,23 0 16,0 24-16,-24-1 15,0-23 1,24 24 0,-24-24-1,24 0 172</inkml:trace>
  <inkml:trace contextRef="#ctx0" brushRef="#br0" timeOffset="9897.56">17811 1381 0,'48'0'140,"-24"0"-140,23 0 16,25 0-16,-24 0 15,-1 0-15,-23 0 16,0 0-16,23 0 15,-23 0-15,0 0 16,24 0-16,-48 0 16,47 0-16,-47 0 15,24 0 1,-24 0 31,24 0-47,0 0 15,-1 0 1,-23 0 62,24 0-63,-24 0 1,24 0-16,0 0 31,-24 0 16,24 0-31,-24 0-1,24-24 1,-1 24-1,-23 0 17,24 0-1</inkml:trace>
  <inkml:trace contextRef="#ctx0" brushRef="#br0" timeOffset="11163.63">17716 1119 0,'0'0'62,"0"0"-46,0 24-16,0-24 15,0 48-15,0-25 16,0 1-16,0 0 16,0 0-16,0 0 15,0-1-15,0-23 16,0 24-16,0 0 15,0 0-15,0 0 16,0 23-16,0-47 16,0 24-16,0 0 15,0 0 1,-24 0-16,24-1 15,0 1 1,0 0-16,0 0 16,0-24-16,0 24 15,0-24-15,0 23 16,-24 1-1,24-24-15,0 24 16,0-24-16,0 0 16,0 24-16,-23-24 15,23 0-15,0 24 16,-24 0-1,24-24-15,-24 0 16,24 23-16,-24-23 16,0 0 15,24 24-16,0 0-15,0-24 16,-23 0 46,23 0-46,0 0-16</inkml:trace>
  <inkml:trace contextRef="#ctx0" brushRef="#br0" timeOffset="12553.71">18145 905 0,'0'0'171,"24"0"-155,-24 24-16,0-24 15,0 23-15,0 1 16,23 0 0,-23-24-16,0 24 15,24-24 1,-24 0-16,0 24 15,0 0 17</inkml:trace>
  <inkml:trace contextRef="#ctx0" brushRef="#br0" timeOffset="14039.8">19169 1072 0,'23'0'109,"1"0"-93,48 0-16,-1 0 16,-23 0-16,-24 0 15,-1 0-15,1 0 16,0 0-16,0-24 15,-24 24-15,24 0 16,0 0-16,-24 0 31,23 0-31,-23 0 16</inkml:trace>
  <inkml:trace contextRef="#ctx0" brushRef="#br0" timeOffset="14733.84">19169 1310 0,'23'0'110,"25"0"-95,47 0-15,-23 0 16,-25 0-16,25 0 15,23 0-15,-71 0 16,24 0-16,-48 0 16,23 0-16</inkml:trace>
  <inkml:trace contextRef="#ctx0" brushRef="#br0" timeOffset="15695.89">19454 857 0,'0'0'63,"-23"0"-48,23 0-15,0 24 16,0 0-16,0 0 0,-24 23 16,24-23-16,-48 24 15,48-1-15,-47-23 16,47 24-1,0-1-15,0 1 16,0-48-16,0 24 0,-24 0 16,24-1-16,0 1 15,0 0-15,0-24 16,-24 24-1,24 0-15,0 0 16,0-1-16,0-23 0,0 48 16,0 0 15,-24-48-16,24 23 17</inkml:trace>
  <inkml:trace contextRef="#ctx0" brushRef="#br0" timeOffset="16811.96">19788 881 0,'0'0'78,"0"0"-62,0 24-16,0 0 15,0-1-15,0 1 16,0 24-16,-24-24 16,0 71-1,0-47-15,24-1 16,0-23-16,-47 0 15,47 0-15,0 23 16,-24-23-16,24 0 16,-24 24-16,24-48 15,0 23-15,0 1 16,0 0-16,0 0 15,-24 0 1,24-1 0,0 1-16,0 0 15,0-24 1,0 24-16,-23-24 15,23 24-15,0-1 16,0 1-16,0-24 16</inkml:trace>
  <inkml:trace contextRef="#ctx0" brushRef="#br0" timeOffset="17548">19169 786 0,'0'0'78,"0"0"-62,0 24-16,-24-24 16,24 23-16,0 1 15,0-24-15,0 24 16,0-24-16,0 24 15,-24-24-15,24 24 16,0-24-16,0 23 31,0-23-31</inkml:trace>
  <inkml:trace contextRef="#ctx0" brushRef="#br0" timeOffset="19553.09">19002 1048 0,'0'0'94,"0"0"-94,0 24 15,0-1-15,48-23 16,-48 24-1,23 0 1,1 0 15,-24-24-31,0 24 31,0-24-31,0 23 16,0 1-16,0-24 16,0 24-1,0-24-15,0 24 16,0-24 0,0 24-1,0-1 1,-24-23-16,24 0 15,-23 0 32,23 24-31,-24-24-1,24 0-15,-24 0 16,24 24-16,0-24 16,0 0 62,0 48-63,0-48 1,0 47-16,0-47 15,0 24-15,0 0 16,0 0 0,0-24-16,-24 24 15,24-1-15,0 1 16,-24 0-16,1 0 15,-1 23-15,0-47 16,0 48-16,0-24 16,1 0-16,-1-24 15,24 24-15,-24-24 16,24 0-1,-24 0-15,0 0 16,-23 23-16,-1 1 16,48-24-16,-48 0 15,-23 0-15,47 0 16,0 0-16,0 0 15,1 0-15,-1 0 16,24 0 156,24 0-157,-1 0-15,1 0 16,0 0-16,24 0 15,-1 0-15,-23 0 16,24 0-16,23 0 16,-71 0-1,48 0-15,-48 0 16,24 0-16,23 0 15,-23 0-15,0 24 16,0-24-16,0 24 16,23-24-16,1 24 15,-1-24 1,-23 0-16,0 23 15,0-23-15,0 0 16,23 0-16,-47 0 16,48 24-16,-24-24 15,0 0-15,-1 0 16,1 0-16,0 0 15,-24 0-15,24 0 16,0 0-16,-1 0 16,1 0-16,0 0 15,0 0-15,-24 24 16,24-24-16,0 0 15,-1 0-15,25 0 16,23 0 0,-71 0-16,48 0 15,-48 0-15,24 0 16,-24 0-1,24 0 1,-1 0-16,-23 0 31,24 0 0</inkml:trace>
  <inkml:trace contextRef="#ctx0" brushRef="#br0" timeOffset="20609.16">20740 1072 0,'24'0'32,"-24"0"139,-71 0-171,71 0 0,-48 0 16,0 0-16,25 0 15,-25 0 1,24 0-16,-23 0 16,47 0-16,-24 23 15,24-23-15,-24 0 78,24 0-78,-24 0 0,24 0 16</inkml:trace>
  <inkml:trace contextRef="#ctx0" brushRef="#br0" timeOffset="21609.23">20359 1310 0,'0'0'109,"0"0"-109,24 0 16,0 0 0,24 0-16,-48 0 15,47 0-15,-23 0 16,0 23-16,0-23 15,-1 0-15,-23 0 16,24 0 0,0 0-1,-24 0-15,24 24 16,-24-24-16,24 0 15,-24 0-15,23 0 16,1 0 0,-24 0 62,24 0 124</inkml:trace>
  <inkml:trace contextRef="#ctx0" brushRef="#br0" timeOffset="22532.28">20621 1167 0,'0'0'78,"0"0"-62,0 24-16,0-1 15,0 25-15,0-48 16,-24 48-16,24-25 15,0 1-15,-23 24 16,23 23-16,0-71 16,0 24-16,0 48 15,0-72-15,0 23 16,0-23-16,0 48 15,0-24-15,0 0 16,0-24-16,0 23 16,0 1-16,0 0 15,-24 48 16,24 70-15,0-142 0,0 48-16,-24-48 15,24 24-15,0-24 16,0 24-1</inkml:trace>
  <inkml:trace contextRef="#ctx0" brushRef="#br0" timeOffset="23375.33">20526 1429 0,'0'0'94,"0"0"-79,-24 0-15,24 0 16,-47 0-16,47 0 16,-24 24-16,24-24 15,-24 0-15,24 0 16,-24 23-16,24-23 15,-24 0 1,24 24 15,0-24 110,0 0-95</inkml:trace>
  <inkml:trace contextRef="#ctx0" brushRef="#br0" timeOffset="24195.38">20597 1453 0,'0'0'110,"48"0"-95,-48 0-15,24 23 16,-24 1-16,0 0 15,47 0-15,-23 0 16,-24 47-16,48-47 16,-48 0-16,24-1 15,0-23-15,-24 24 16,23 0-16,-23-24 15,24 0 1</inkml:trace>
  <inkml:trace contextRef="#ctx0" brushRef="#br0" timeOffset="24983.42">21098 1072 0,'0'0'124,"0"47"-108,0-47-16,0 48 16,0-48-16,0 24 0,0-24 15</inkml:trace>
  <inkml:trace contextRef="#ctx0" brushRef="#br0" timeOffset="27131.55">21193 1072 0,'24'0'0,"-24"-24"16,47 24-1,-47 0-15,24 0 16,24 0-16,-25 0 16,1-24-1,0 24-15,0 0 0,-24 0 16,24 0-1,-24 0-15,23 0 16,1 0 62,-24 0 31,0 24-93,0 0-16,0-1 15,0 1 1,0 0-16,0 0 16,0-24-16,0 24 15,0-1 1,0-23-16,0 24 15,0-24 1,0 24 15,-24-24-15,24 0 93,-23 0-93,-1 0-16,0 0 15,24 0-15,-24 0 16,0 0-16,1 0 15,23 0 1,-24 0 93,24 0 32,-24 0-79,24 0 47,0 0-93,-24 0-1,0 0 32,24 0-47,-23 0 265,23 0-249,-24 0 0,0 0-1,24 0 1</inkml:trace>
  <inkml:trace contextRef="#ctx0" brushRef="#br0" timeOffset="28601.62">21098 1429 0,'0'0'156,"23"24"-156,-23-24 16,24 0-16,-24 0 15,24 23 1,0-23-16,-24 0 16,24 0-16,-1 0 46,1 0-14,0 0-32,-24 0 15,48 0 1,-25 0-16,1 0 15,-24 0-15,0 0 16,0 24-16,24-24 328,-24 0-313,24 0-15,0 0 31,-24 0-31,23 0 16,-23 0 15,0 0 234</inkml:trace>
  <inkml:trace contextRef="#ctx0" brushRef="#br0" timeOffset="29835.7">21336 1548 0,'0'0'140,"0"0"-124,0 24-16,0-1 15,0-23-15,-24 24 16,24 0-16,-24-24 15,24 24 1,0-24 0,0 24-1,0-24-15,0 23 16,0 1-16,0-24 15,0 24 17,0 0-32,-24-24 15,24 24-15,0-24 31,0 24-15</inkml:trace>
  <inkml:trace contextRef="#ctx0" brushRef="#br0" timeOffset="30803.76">21121 1691 0,'0'0'109,"0"0"-94,0 0-15,24 0 16,0 0-16,24 0 16,-25 0-16,1 0 15,0 0-15,0 0 0,0 0 16,-1 0-1,1 23-15,0-23 94,0 0-78,-24 0 108</inkml:trace>
  <inkml:trace contextRef="#ctx0" brushRef="#br0" timeOffset="31803.81">21169 1857 0,'0'0'47,"0"0"78,48 0-109,-25 0-16,49 0 15,-72 0-15,47 0 16,1 0-1,-24 0-15,0 0 16,-1 0-16,-23 0 16,24 0-16,0 0 15,0 0 1,-24 24-1,0-24 1,24 0-16,0 0 16,-24 0-1,23 24-15,1-24 16,0 0-1,0 0 1,0 0 0,-1 0-16,-23 0 15,24 0 1</inkml:trace>
  <inkml:trace contextRef="#ctx0" brushRef="#br0" timeOffset="34561.97">19907 2119 0,'0'0'265,"0"0"-234,24 0 0,-24 0 0,23 0-31,1 0 16,-24 0 0,24 0-1,0 0-15,0 0 16,0 0 15,-24 0-31,23 0 16,1 0-1,-24 0-15,24 0 16,-24 0-1,24 0 1,-24 0-16,24 0 16,-1 0-1,-23 0 1,24 0-16,0 0 47,24 0-32,-24 0-15,-1 0 16,1 0-16,-24 0 15,24 0-15,24 0 16,-48 0-16,47 0 16,-47 0-16,24 0 15,24-24-15,-25 24 16,1 0-16,24 0 15,-1 0-15,-23 0 16,24 0-16,-48 0 16,48 24-16,-1-24 15,1 24-15,-1-24 16,-23 24-16,48-24 15,-25 24-15,1-24 16,23 24-16,-47-24 16,0 0-16,0 0 15,23 0-15,-23 0 16,0 0-16,0 0 15,0 0-15,-1 0 16,25 23-16,-24-23 16,24 24-16,-25-24 15,1 24-15,24-24 16,-1 0-16,-23 24 15,48-24-15,-25 0 16,25 0-16,-72 0 16,24 24-16,23-24 15,1 0-15,-24 0 16,-1 0-16,1 0 15,0 0-15,47 0 16,-47 0-16,24 23 16,-24-23-16,0 0 15,-1 0 1,1 0-1,-24 24-15,48-24 16,-24 0-16,-24 0 16,23 0-16,-23 0 15,24 0-15,0 0 16,0 24-16,-24-24 15,24 0 1,-24 24 46</inkml:trace>
  <inkml:trace contextRef="#ctx0" brushRef="#br0" timeOffset="37507.14">15811 3024 0,'-24'0'109,"24"48"-109,0-24 16,-23-1-16,23 49 15,-24-25-15,24 1 16,0-24-16,-24 24 15,24-25-15,0 1 16,0 0-16,0 0 16,0 0-16,-24 47 15,24-71-15,0 48 16,0-1-16,-24-23 15,24 24-15,0-24 16,0-1-16,0 1 16,-24 0-16,24-24 15,0 48-15,-23-48 16,23 23-16,0 25 15,0-48-15,0 24 16,0 23-16,0-47 16,0 48-16,0-48 15,0 24-15,0-24 16,0 24 109</inkml:trace>
  <inkml:trace contextRef="#ctx0" brushRef="#br0" timeOffset="39553.25">15930 2953 0,'0'0'140,"119"-24"-140,72 24 16,-96 0-16,119 0 15,-118 0-15,-1 24 16,-48-24-16,1 0 15,23 0-15,-23 0 16,-24 24-16,24-24 16,23 0-1,-71 0-15,24 0 16,0 0-16,-24 0 15,0 0 1,23 0 15,-23 0 78,0 0-109,0 23 16,0 1-16,0 0 16,-23 24-16,23-1 15,-24 1-15,24 23 16,-24-23-16,0 23 15,24-47-15,0 0 16,0 24-16,-24-1 16,24-23-16,0-24 15,0 24-15,0 0 16,0-1-16,0-23 15,-23 0-15,23 24 16,0 24 0,0-48-16,0 24 15,0 0-15,-24-1 16,0-23-16,24 24 15,0 0-15,0-24 16,0 24-16,0-24 47,0 24-47,0-24 15,0 23-15,-24 1 32,24-24-32,0 24 15,0-24 1,0 0-16,0 24 15,0 0-15,-24-24 375,0-24-360,1-24-15,-1 48 16,24-47-16,-48 23 16,48-24-16,-47 48 15,23-71-15,0 47 16,0 0-16,24 24 15,0-24-15,-24 0 16,24 1-16,0 23 16,-23-24-1</inkml:trace>
  <inkml:trace contextRef="#ctx0" brushRef="#br0" timeOffset="40750.33">16645 2691 0,'-24'0'78,"24"0"-78,0 24 16,-24-1-16,24 1 15,-24 0 1,24 0-16,-24 0 16,24-1-16,0-23 15,-23 48-15,-1-24 0,24 0 16,-24 0-16,24-24 15,-24 47 1,0-47-16,24 24 16,0 0-16,-24 0 15,1-1-15,23 1 16,0 0-16,-24 0 0,24 0 31,0-24-15,-24 23-1,24 1-15,0-24 0,-24 24 16,0-24 15,24 24-15,-23-24 77,23 0-93,-24 0 47,24 24-31,-24-24 124,24 0-93</inkml:trace>
  <inkml:trace contextRef="#ctx0" brushRef="#br0" timeOffset="41779.37">16549 3000 0,'0'0'110,"0"0"-110,0 24 15,24 0-15,24 0 16,-48 0-16,24-1 15,-1 25-15,-23-48 16,24 24-16,-24 0 16,24-24-16,0 23 15,-24-23-15,0 24 16,24-24-16,-24 24 31,0-24 0,23 0-15,-23 0-16,0 0 47,24 0-32,0 24 1</inkml:trace>
  <inkml:trace contextRef="#ctx0" brushRef="#br0" timeOffset="42725.44">18335 2953 0,'24'0'109,"47"-24"-109,-23 24 16,24 0-16,23 0 15,-24 0-15,48 0 16,0 0-16,-47 0 15,-25 0-15,-23 0 16,0 0-16,0 0 16,0 0-16,-1 0 15,-23 0 1,24 0-1,0 0 32</inkml:trace>
  <inkml:trace contextRef="#ctx0" brushRef="#br0" timeOffset="43545.49">18978 2572 0,'0'0'62,"0"0"-46,-24 47-16,1-23 15,-1 24-15,24-1 16,0-23-16,0 48 16,-24 142 15,24 119-16,0-285-15,-24 0 16,24-25-16,-24 1 16,24 24-16,0-48 15,0 24-15,0-1 16,0 1-16,0 0 15,0 0 1,0 0-16,0-24 16,0 24-16,0-1 15,0 1-15,0 0 16,0 0-16,0 0 15,0-1 1,0 1-16,0-24 16,0 24-1,0-24-15</inkml:trace>
  <inkml:trace contextRef="#ctx0" brushRef="#br0" timeOffset="44397.53">18931 3096 0,'-24'0'78,"24"0"-78,-24 0 15,0 0-15,0 23 16,1-23-16,-1 24 15,24-24-15,-48 24 16,24-24-16,24 0 16,-24 24-1,1-24-15,23 24 16,-24-24-1,24 0-15,0 0 0,-24 0 32</inkml:trace>
  <inkml:trace contextRef="#ctx0" brushRef="#br0" timeOffset="45257.58">18907 3072 0,'0'0'31,"24"0"31,-24 0-62,0 47 16,0-23-1,23-24-15,1 72 16,0-49 0,-24-23-16,0 24 0,0 0 15,24-24 1,-24 0-1,24 0-15,-24 0 16,0 24 0</inkml:trace>
  <inkml:trace contextRef="#ctx0" brushRef="#br0" timeOffset="46131.63">19454 2572 0,'0'0'109,"0"24"-109,24-1 16,-24-23-16,0 48 15,24-48 1,-24 24-1,24-24-15,-24 0 16,0 24 93,0-24-93</inkml:trace>
  <inkml:trace contextRef="#ctx0" brushRef="#br0" timeOffset="47639.71">19288 2881 0,'0'0'78,"95"0"-62,-71 0-16,47 0 15,-23 0-15,23 0 16,96 0-1,-143 0-15,0 0 16,-1 0-16,1 0 16,-24 0 264,-24 0-264,24 0-16,-47 0 16,23 24-16,0 0 15,24-24-15,-24 0 16,1 0-16,-1 24 15,-24 0-15,24-24 16,1 0-16,23 23 16,-24-23-1,24 0 1,-24 0-1,0 0-15,0 24 16,24-24-16,0 24 16,0-24 15,-24 0-16,24 24-15,-23-24 16,23 0 0,-24 0 30,24 0 110,24 0-156,-1 0 16,25 0-16,-48 47 16,72-47-16,-49 0 15,-23 0 1,24 0-16,0 0 15,-24 0-15,24 0 16,-24 0 0</inkml:trace>
  <inkml:trace contextRef="#ctx0" brushRef="#br0" timeOffset="48537.77">19907 3072 0,'0'0'109,"0"0"-109,-24 24 16,-24-24-16,1 23 15,-1 1-15,24 0 16,1-24-16,23 24 16,-24-24-16,0 24 15,0-1-15,0-23 16,1 0-1,23 24-15,0-24 16,-24 0-16,24 24 16,-24-24-16,24 24 15,-24-24-15,0 24 16,0-24-16,24 0 15,-23 0 1,23 24-16</inkml:trace>
  <inkml:trace contextRef="#ctx0" brushRef="#br0" timeOffset="50169.86">20169 3143 0,'0'0'109,"0"0"-94,0 24-15,-24-24 16,0 48 0,-23-1-16,-1-23 0,48-24 15,-24 24 1,-24 0-16,25-24 0,-1 24 15,0-1 1,-47-23-16,47 0 0,0 24 16,0 0-16,0 0 15,-23-24-15,23 24 16,0-24-1,0 23-15,1 1 0,23-24 16,-24 0-16,24 24 16,-24-24-1,24 0 1,-24 0-16,24 24 0,-24 0 15,0-24 1,1 23-16,23-23 16,-24 0-16,24 0 15,-24 0 1,24 24-16,-24-24 15,0 0-15</inkml:trace>
  <inkml:trace contextRef="#ctx0" brushRef="#br0" timeOffset="51109.92">19883 3453 0,'0'0'156,"24"0"-156,-24 47 15,0-23-15,24 0 16,-24 0-16,23 23 31,-23-47-15,0 24 15,24-24 31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4-12T08:31:21.067"/>
    </inkml:context>
    <inkml:brush xml:id="br0">
      <inkml:brushProperty name="width" value="0.05292" units="cm"/>
      <inkml:brushProperty name="height" value="0.05292" units="cm"/>
      <inkml:brushProperty name="color" value="#FF0000"/>
    </inkml:brush>
  </inkml:definitions>
  <inkml:trace contextRef="#ctx0" brushRef="#br0">13227 2063 7480,'5'-10'-352,"1"0"1,0 4 604,0-4 1,-3 7 0,6-4 844,-2 0 142,-2 5-654,2-5 1,-6 14 13,5 3-458,-5 4 0,-2-3 1,-3-1 166,-1 2-204,-7 2 0,5 1 0,-5 2 0,2 2-120,-2 2 0,-7 5 0,-2-5 0,0-1-111,-1 3 1,3-1-1,-7 6 1,-2-2-203,-1 1 1,-2-3 0,0 0 0,2-1-135,3-4 1,0-2 0,9-3-1378,3-4 1331,9-3 0,0-14 1,10-3 507,5-4 0,4-8 0,2-2 0</inkml:trace>
  <inkml:trace contextRef="#ctx0" brushRef="#br0" timeOffset="1">13119 2311 7317,'0'16'-51,"0"-6"0,0 1 515,0 1 1,0 1 0,0 3-186,0 0 1,0 1 0,0 2 0,0 3 70,0 2 1,0-3-1,1 5 1,3 3 120,1 6 0,0-1 0,-5 6-65,0-2-264,0 5 1,0-9-1,0 6-174,0-2 27,0 5 1,0-16 0,0 4 0,0-3-1057,0-4 280,0-1 0,0-17 0,0-7 0,0-13-1616,0-10 2397,0-5 0,7-3 0,2 1 0</inkml:trace>
  <inkml:trace contextRef="#ctx0" brushRef="#br0" timeOffset="2">13351 2342 7782,'-8'0'2361,"1"0"-1672,7 0-484,0 0 0,1-5 234,5 0-332,2-7 0,8 9 1,1-8-1,4-1 18,5-2 1,-2-1-1,2-1 1,1 1-82,2-1 1,2 1 0,-1-1 0,-3 1-69,-1-1 1,-2 1-1,2 1 1,-5 2-167,-4 2 0,-7 4-1043,1-4 576,-8 7 0,2-4-23,-10 7 1,-4 0 0,-6 0 679,-1 0 0,1 7 0,-1 1 0</inkml:trace>
  <inkml:trace contextRef="#ctx0" brushRef="#br0" timeOffset="3">13522 2079 7782,'-9'0'148,"2"0"1,2 1 442,0 5 138,0-5-109,5 6 0,0 0-339,0 3 1,0 6 0,0 3 0,0 3-49,0 3 0,0 7 0,0 10 0,0 4-19,0 6 0,0 3 1,0 9-1,0 1-125,0 3 0,-5-3 0,0-8 1,1-7-406,2-7 1,2-7-464,0-10 533,0-4 0,0-15-1526,0-7 1140,0-7 1,0-10 631,0-3 0,0-5 0,0-6 0</inkml:trace>
  <inkml:trace contextRef="#ctx0" brushRef="#br0" timeOffset="4">13537 2451 9635,'9'-7'100,"0"5"0,-6-4-92,2-1 0,6 3 0,-5-4 0,3 1-28,3 3 1,-3-3 0,1 2 0,0 0 6,-1-2 1,5 5 0,-4-3 181,4 3 0,1 2 224,1 0-263,-7 7 1,-1 2 0,-4 7 283,1-1-266,0 1 1,-5-1 0,0 2-1,0 2 56,0 2 0,0 7 0,0-3 0,0 3-32,0-2 0,0 3 0,0-1 0,0 4-65,0 5 0,0-1 0,0-5 0,0-2-80,0-3 1,0 3-1,0-5 1,0 1-288,0-5 1,0-2-287,0-3 0,0-8-118,0-7 0,0-7 0,0-8-1268,0-1 1397,0-6 1,0 4 534,0-2 0,-7-4 0,-2-1 0</inkml:trace>
  <inkml:trace contextRef="#ctx0" brushRef="#br0" timeOffset="5">13522 2684 7767,'-9'0'476,"2"0"1,7 1 126,0 5-115,0-5-340,0 6 0,2-7 1,3 0-127,6 0 0,-3-5-235,3 0 1,-1 0-386,5 5 434,-6-7 0,0 5 0,-4-3-136,5 3 1,-3 1-479,-2-5 515,4 5 1,-7-8 0,4 6-494,1-3 756,-5 1 0,5 5 0,-7-7 0,0-1 0</inkml:trace>
  <inkml:trace contextRef="#ctx0" brushRef="#br0" timeOffset="6">13522 2823 7871,'8'0'389,"-1"0"0,-5 0-211,3 0 0,-1 0-330,6 0 0,-5 0-230,6 0 0,-3-1-635,2-5 165,4 5 852,-5-6 0,6 0 0,1-2 0</inkml:trace>
  <inkml:trace contextRef="#ctx0" brushRef="#br0" timeOffset="7">13537 2916 8046,'9'0'-995,"5"0"890,-13 0 1,8 0-1,-5-1 105,1-4 0,7 3 0,-4-5 0</inkml:trace>
  <inkml:trace contextRef="#ctx0" brushRef="#br0" timeOffset="8">13289 3211 7653,'-7'9'-544,"4"-1"1186,-7-2 114,6-5 396,-3 6-841,7-7 1,2-2-1,3-1-16,5-2 0,-1 0 0,1 5-152,2 0 0,2 0 0,0-2 0,-2-1-89,-2-3 1,1 1 0,4 5 0,1-2-49,-1-3 1,1 4 0,-1-6 4,1 0-14,6 5 0,-5-10 0,4 5 0,-4 0 54,-1 0 1,1 2 0,2 5 42,2 0-71,-1 0 0,-4 0 1,-1 0-2,1 0 0,-1 0 1,1 0-1,-1 0 14,1 0 1,-1 0 0,1 0 0,-1 2-12,1 3 0,-6-3 0,1 3 0,1-3-25,1-2 1,3 0 0,0 0 34,-1 0 0,1 0-137,-1 0 116,1 0 1,-6 0-205,0 0 193,1 0 0,-1 0-33,0 0 51,-6 0 1,4 0-59,-3 0 0,-1 0-686,6 0-115,-6 0 0,3-2-320,-7-3 1158,0 3 0,-7-12 0,-2 6 0</inkml:trace>
  <inkml:trace contextRef="#ctx0" brushRef="#br0" timeOffset="9">14158 2715 9646,'15'0'1227,"1"0"-919,-1 0 0,1 0 0,-1-2-24,1-3-200,-1 3 0,6-6 0,1 4 52,2-1-106,2 0 1,0 0 0,-2-1 0,0 3 1,0 1 0,-5 2 0,4 0 1,-3 0-26,1 0 0,0 0 0,-6-1 46,1-5 0,-1 3 0,1-7 8,-1-3 0,-4 7 1,-3-1-61,-1 0 1,4 3 0,-6-6 0,0 8-178,-5 2 1,-2 0-422,-3 5 334,3 4 1,-6-7-1173,2 3 478,5-3 957,-6-2 0,0 0 0,-2 0 0</inkml:trace>
  <inkml:trace contextRef="#ctx0" brushRef="#br0" timeOffset="10">15181 2063 7722,'7'-15'-1625,"-5"-1"2066,5 8-141,-7 1 1,0 8 178,0 5-310,-7 2 1,3 8-1,-6-1 50,-2 1 1,3-1 0,-1 1-129,-2-1 0,0 1 0,0-1 1,1 1-58,-1-1 0,5-4 0,1-1 0,-1 2-161,-4 2 1,3 1-74,-3 1 147,8-1 0,-2-6 70,10-4-21,-3-3 1,10-9 0,-5-2 0,1-1 1,4 0 0,-3 5 1,1-4 57,2 2 1,2-3 131,2 5 1,-8 1 85,-3 9 1,-3-1 0,-2 6-50,0 2 1,-5 2 0,-2 1-57,-2 1 1,4-1 0,-3 1-151,1-1 1,2 1 0,5-1-170,0 1 1,0 0-473,0-1 92,0-6-167,0 4 1,1-6-661,4 4 1357,-3-4 0,12-7 0,-5 0 0</inkml:trace>
  <inkml:trace contextRef="#ctx0" brushRef="#br0" timeOffset="11">15119 2746 7722,'-10'15'0,"-1"-1"559,-1-4 0,5 4 0,1-3 126,-1 2-486,5 3 0,-10-1 418,7 1-394,0-1 1,5-4-17,0-1-106,6-6 1,-2 2 0,4-7 0,1-3-83,0-1 1,1-9-1,4 1 1,-2-6-598,-2 0 1,-1-4 0,3 1 0,-2-2-88,2-4 0,-5 4 0,0-4 0,-2-3 211,0-3 1,6-2-1,-6 3 454,-2-3 0,6 3 0,0-5 0</inkml:trace>
  <inkml:trace contextRef="#ctx0" brushRef="#br0" timeOffset="12">15243 2296 7722,'10'-16'-845,"1"1"1329,-8 6 1,6-3 486,-4 7-224,-3-7-36,12 10-614,-6-12 1,2 13-1,1-4 1,-1 1 9,-1-1 0,5 2 1,-4-6-1,4 0-398,1 1 0,1 2 1,-1-4-189,1-2 0,-3 3 0,0 1-334,-3 1 1,-5 2 326,5 5 0,-8 0 486,-2 0 0,-7 0 0,-8 0 0,-1 0 0</inkml:trace>
  <inkml:trace contextRef="#ctx0" brushRef="#br0" timeOffset="13">15429 2032 7722,'0'-8'513,"0"1"0,0 10 1,-2 6-1,-1 6-460,-2 3 1,-5 6 0,3 1-1,0 3-14,0-2 1,0 2 0,3-8 0,-1 1-125,2 1 1,-4-4-1,2 2 1,0-3-2,-2-1 0,5-1 0,-5 1-58,0-1 45,6 1 0,-6-6-13,7 1 106,0-1 1,1-8-1,5-7 1,4-7-12,4-4 1,1-5 0,1-1 0,-1 0-84,1-1 1,-1-3 0,1 6 0,-1 1-14,1 1 0,-6 5 1,0 1-314,2 1-72,2 8 282,-5 3 1,-2 8 215,-7 8 0,-7 6 0,-2 2 0</inkml:trace>
  <inkml:trace contextRef="#ctx0" brushRef="#br0" timeOffset="14">15398 2498 7722,'-7'15'-81,"4"1"1,-6 1 0,2 2 564,4 2 1,-1-1 0,1-3 0,-2 2-61,1 2 0,3 5 1,1-4-171,0 2-153,0-5 1,0 4-1,0-8-195,0 1 83,0-8 0,1-1-420,5-7 261,-5 0 0,6-7 0,-5-5 0,1-7-108,2-6 0,2 0 0,-3 0 0,3-3 134,1-1 1,-2-1 0,4 3 0,0 3 160,-1 1 0,3 3 0,-5 6 429,1 3 1,-2 8-1,2 12 46,-1 6 0,-2 11 1,-5 0-1,0 3 82,0 2 1,0-5-1,0-2-115,0-1-294,0-3 1,2-4 0,1-1-133,3 1 1,0-8 0,-2-1-509,1 0 167,0-5 0,2 3 0,2-10-387,-1-5 0,6 1 0,-4-1 0,3-2-1479,-3-2 2174,4-2 0,1-6 0,9-2 0</inkml:trace>
  <inkml:trace contextRef="#ctx0" brushRef="#br0" timeOffset="15">15972 2048 7807,'-9'7'1287,"1"-6"-780,3 5 1,3 2-345,-3 2 0,3-1-411,2 1 209,0 1 1,2-1 0,1 0-714,2 3 448,0-7 0,-3 6 1,2-5-1303,1 2 1606,0-6 0,2 4 0,1-7 0</inkml:trace>
  <inkml:trace contextRef="#ctx0" brushRef="#br0" timeOffset="16">16065 2001 7696,'0'-8'1108,"5"-1"-380,0 4-441,0 3 1,1-7-154,-1 4-75,7 4 0,-5-8 0,5 5 0,-2-1-41,2 2 0,2-6 1,2 1-1,-1-1-115,1 4 1,4-2-1,1 2 1,-2 1-5,-2 3 0,-1 1 0,-3 1 317,-2 4 0,1 4 0,-7 8-23,-2 4 1,-1-9 0,-2 4-1,0-3-41,0 1 1,0 2 0,0-1-23,0 1-32,0-1 1,-2 6 0,-1 0-96,-2-2-18,-7-2 1,8-2-1,-4 1-270,1-1 45,-5 1 0,3 1 0,-6 2-368,-1 2 0,1-1 0,-1-6-1410,1-3 2018,-1-5 0,1-6 0,-1 0 0</inkml:trace>
  <inkml:trace contextRef="#ctx0" brushRef="#br0" timeOffset="17">16018 2187 7879,'-8'7'938,"1"-7"-944,7 0 1,5-1 0,2-8 0,2 0-178,3 1 0,-4 2 1,3-2-999,1 1 119,1 2 1062,-4 5 0,5 0 0,-6 0 0</inkml:trace>
  <inkml:trace contextRef="#ctx0" brushRef="#br0" timeOffset="18">16049 2265 7696,'-1'14'754,"-4"-4"352,3 4-927,-5-12 0,9 4-736,3-6 392,3-6 1,8-3-906,-1-7 700,1 1 0,-1 5 0,1 1-97,-1 2 0,-4 2 467,-1 5 0,-6-7 0,3-2 0</inkml:trace>
  <inkml:trace contextRef="#ctx0" brushRef="#br0" timeOffset="19">15925 2560 7700,'-15'8'437,"-1"6"174,1-4-218,6-3 223,2 0 77,7 0-493,0-5 0,7 3 0,4-8 0,2-4-87,3-2 1,1 0 0,2-3 0,3 2-80,3-2 1,-1-2 0,3 0 0,-3 2-126,-1 2 1,3 1-1,-6-3 1,1 4 46,1 1 1,-4 0-1,2 3 1,-2-1-113,-3 2 1,1-6 0,-1 1-71,1-1 0,-6-3 1,-1 5-343,-3-2 237,0 6 1,-6-11-383,0 4 1,-2 3 181,-3 2 1,-4 3 530,-6 2 0,-8 0 0,-1 0 0</inkml:trace>
  <inkml:trace contextRef="#ctx0" brushRef="#br0" timeOffset="20">16049 2110 7696,'0'-11'-253,"0"1"1,0 5 759,0-5 1,2 1 296,3-1-582,-3 3 0,5 8 0,-5 3 270,3 1-363,-3 7 0,4-3 1,-6 6-1,0 1 128,0-1 0,0 6 0,0 1 26,0 3-241,0-7 0,0 12 1,0-6-1,0 2 30,0 0 0,0 5 0,2 5 0,2 0-16,1 2 0,0-4 0,-5 6 0,0 0-15,0-1 1,0 1-1,0 3 1,0-3 14,0-2 0,0 0 1,0-6-1,0 1-57,0-4 0,-2-6 1,-1 1-1,-2-2-379,1-3 1,2-7 71,2-1 1,-1-8 0,-3 1-1022,-1-8 951,0-4 1,5-3-1,0 1 1,0-2-1477,0-2 1854,-7-8 0,5 4 0,-5-4 0</inkml:trace>
  <inkml:trace contextRef="#ctx0" brushRef="#br0" timeOffset="21">16018 2653 8548,'-15'15'492,"5"-4"1,1-1-117,2 2-245,-5 2 0,9 1 0,-6 1 53,2-1-234,-5 1 1,9-1-1,-8 1-378,-1-1 1,5-4-800,2-1 0,-2-8 1227,2-2 0,7-7 0,6-9 0</inkml:trace>
  <inkml:trace contextRef="#ctx0" brushRef="#br0" timeOffset="22">16127 2637 7573,'7'-8'-277,"3"2"1,-1 5 14,1 1 473,1 0 0,-1 0 0,-2 1 0,1 6 424,0 9 1,-4 1-1,3 9 1,1 0-241,0-2 0,-6 3 1,4-4-1,0-1-297,3 1 0,-1-3 0,-1-4 0,1-2-200,0-4 0,1-3 0,6-7-511,-1 0 0,-1-7 0,-2-3 613,-2-4 0,1-2 0,4 1 0</inkml:trace>
  <inkml:trace contextRef="#ctx0" brushRef="#br0" timeOffset="23">17042 1862 7409,'8'-7'466,"1"5"337,-4-3 0,-3 5-556,3 5 1,-8 4 0,-4 6 0,-2 1-105,-3-1 0,4 1 0,-3-1-33,-1 1-49,-2 6 0,-3-3 0,-2 5-157,-1-1 52,-1 4 1,5-8 0,1 5-71,-1-1 54,1-3 1,1-4 0,2-1-66,2 1-15,6-8 0,2-2 0,9-10 0,4-3 36,6-1 1,-2-3 0,6-2 0,-2 0 6,2 3 0,-2 5 0,7-4 0,-1 1-96,-1-1 0,1 6 0,-6-4 1,3 2-177,2-1 0,-5-4 1,2 5-545,-4 1 784,-2-4 0,-4 4 0,-1-4 129,2 1 0,-5-5 0,0 3 0</inkml:trace>
  <inkml:trace contextRef="#ctx0" brushRef="#br0" timeOffset="24">17228 1986 7668,'0'-9'1189,"5"0"-488,0 4 1,0 5-532,-5 0 1,0 7 0,0 9-195,0-1 1,0 6-861,0 0 714,0-1 0,0-4 1,0-1-936,0 1 735,0-8 0,-1 6 0,-4-3 370,-6 2 0,-3 3 0,-1-1 0</inkml:trace>
  <inkml:trace contextRef="#ctx0" brushRef="#br0" timeOffset="25">16902 2358 7679,'-15'0'0,"-1"0"429,1 0-144,-1 0 0,6 5 598,0 0-410,6 0-339,-3-5 1,14 0-1,4 0 1,4-1 36,6-4 1,-2 1-1,6-4 1,3-1-221,1 0 0,1 4 0,-3-3 0,-1-1-204,2 0 1,-1 4 0,1-4 0,-4 1-105,-2-1 0,-1 1 0,-6-4 0,1 3-363,-1 2 0,-6 0 152,-4 2 1,-5 3 315,-5-3 249,-4 3 1,-6 2 0,-1 0 0,3-1 2,2-5 0,-2 5 150,2-4-47,-3 3 1,4-3 1104,0 0-791,-1-1 0,1 6 0,1 2 0,1 5-37,-1 8 1,1 3 0,-6 9 0,0 4-214,-3 4 0,-4 8 1,0 0-1,-4 5-187,-5 4 0,4-2 0,2-9 1,0-5-146,0-3 0,5-9-1166,-2-3 810,11-11 1,3-4-1084,7-12 1604,0-2 0,7-15 0,2-1 0</inkml:trace>
  <inkml:trace contextRef="#ctx0" brushRef="#br0" timeOffset="26">17073 2451 7679,'15'-9'-107,"1"4"1,-6 4 0,1-1 0,1-2 576,1-1 1,3 0-1,-1 5-209,1 0 0,-1 0-744,1 0 315,-1 0 0,-4 0-563,-1 0 477,-6 0 0,4 0-528,-3 0 782,-3 0 0,-2 7 0,-9 2 0</inkml:trace>
  <inkml:trace contextRef="#ctx0" brushRef="#br0" timeOffset="27">17119 2560 7679,'-12'5'0,"-1"2"658,-5 1-400,-1 3 0,4 6 1,-2 2 133,-4 2-253,4-1 1,-6 1-1,8 1 1,-1 1 77,1-1 0,1-1 0,2-6-570,2 1-64,6-8 1,-3-2-227,7-12 0,2 3 643,3-7 0,4-1 0,6-4 0</inkml:trace>
  <inkml:trace contextRef="#ctx0" brushRef="#br0" timeOffset="28">17166 2653 7998,'9'7'1261,"-4"3"-1087,-4 4 0,-7 1 0,-5 1 0,-3-1-37,-1 1 1,-1 4 0,1 1 0,-1-4-62,1-5 1,-1 2-1,1-5-1800,-1 0 657,1 4 1,6-13 1066,4 0 0,10-7 0,4-8 0</inkml:trace>
  <inkml:trace contextRef="#ctx0" brushRef="#br0" timeOffset="29">17259 2715 7679,'15'0'330,"-4"0"1,-3 2 37,-1 3 1,-2 3 0,-5 8 0,-1 1-57,-4 4 1,1-2 0,-8 7 0,-3 1-41,-4 2 0,-9 2 1,2 0-111,-3 1-16,-2-1 0,-5 5 0,0 0-586,1-2 348,2-1 0,4-9 0,2-3-1203,1-4 980,7-8 0,1-2 0,10-9 315,1-3 0,2-11 0,5-8 0</inkml:trace>
  <inkml:trace contextRef="#ctx0" brushRef="#br0" timeOffset="30">17786 2048 7684,'0'-16'510,"7"1"0,-3 6 291,6 4 1,-5 3-690,5 2 1,-6 7-1,3 3-205,0 4 1,-6 2-1,5-1-694,-5 1 0,4-1-1208,1 1 1995,-1-8 0,2-1 0,1-7 0</inkml:trace>
  <inkml:trace contextRef="#ctx0" brushRef="#br0" timeOffset="31">18050 1939 7684,'15'-15'422,"-4"6"-110,-1 4 0,-7 5 0,3 5 0,-5 5-29,-1 4 1,-1 3 0,-5 2-1,-4 4-232,-4 1 0,-3 0 0,-2 4 0,-3-3-92,-2 3 0,-2 0 1,-5-1-309,0-1 269,0-7 0,0 9 0,0-8-96,0-1 148,0 5 1,5-12 0,2 4 85,1-2-148,3-7 0,20-4 0,8-12 0,11-6-12,5-2 0,2-1 0,5 3 0,0-1 20,0 1 0,0-1 1,0 1-1,0-1-5,0 1 1,-1 1 0,-3 2 0,-1 3-236,2 2 1,-6 2-530,-1 5 597,-11 0 0,-5 0 0,-10 0 254,-5 0 0,-4 0 0,-2 0 0</inkml:trace>
  <inkml:trace contextRef="#ctx0" brushRef="#br0" timeOffset="32">17910 1955 7648,'0'10'296,"0"0"1,0-5-1,0 6 1,0 1-222,0 2 0,0 1 0,0 2 0,0 2 23,0 2 1,0 8 0,0 1-1,0 6-8,0 4 0,0-1 1,0 4-117,0-1 4,0-8 1,0 4 0,0-7-262,0 0 203,0-7 1,2-1 0,1-8-825,3 1 493,-1-8 1,-4-1-1,3-9 411,1-3 0,0-3 0,-5-8 0</inkml:trace>
  <inkml:trace contextRef="#ctx0" brushRef="#br0" timeOffset="33">17848 2373 7647,'-15'0'-78,"1"-1"619,4-4-384,-4 3 0,12-7 0,-1 6-230,6-2 0,6-6 0,6 6 1,1 2-20,-1 1 0,1 2 0,-1 2 1,1 3-33,-1 5 0,-1 4 1,-4 1-1,-4 3 3,-5 2 1,-1-2-1,0 4 1,0-1 531,0-1 0,-1 6 0,-5-3 0,-2-1-24,-1 1 1,-5-3 0,6-3 231,-1 4-412,-5-4 1,13 6-1,-5-8 121,5 1-260,1-1 0,0 1 1,0-1-96,0 1-52,7-1 0,-4-4 0,7-1 0,2 0-89,2-1 0,0 0 1,-2-6-1,-2 2-283,3-1 1,0-1-200,3 2 1,-6-3-1274,0 3 1923,1-10 0,-3-4 0,-1-6 0</inkml:trace>
  <inkml:trace contextRef="#ctx0" brushRef="#br0" timeOffset="34">18081 2591 8149,'-16'1'587,"1"5"1,4-3-1,3 7 1,-1 2-257,1 2 0,-1 7 0,-3 1 1,2 2-218,-2 4 1,-2-4 0,-2 0 0,2 0-231,4 1 1,-4-6-1,4-1 1,-4-4-299,-1-3 0,-1-8 1,1 2-1,-1-3-181,1-2 1,-6 0 0,-1-2-63,-2-3 451,5-4 1,-9-6 0,7-1-40,2 1 259,2 6 1,3-5 0,2 4 0,4-4 170,1-1 0,2-1 1,6 1 84,5-1 1,2 1 0,8 1 0,1 2-90,4 2 0,-3-2 0,8-7 0,4-2-134,4 2 0,-1-5 0,5-2 0,-2-3-152,0-2 1,5 0 0,-4 0 0,-3 1-51,-1 4 0,-2-1 0,-2 4-196,-3-1 299,-4 5 1,-6 2 0,-1 7 0,1-2-335,-1-2 1,-4-2-183,-1 1 349,0-1 0,-1 1 219,-4-1 0,4 1 0,-1-1 0</inkml:trace>
  <inkml:trace contextRef="#ctx0" brushRef="#br0" timeOffset="35">18267 2125 7039,'9'7'1298,"-3"-5"1,-6 7-1024,0-4 0,0-2 0,0 7-7,0 3-185,0 0 1,-6 10 0,-5 3 164,-3 3-182,-1 9 1,-1-5-1,1 1 55,-1-6-132,8 1 1,-4-12-74,7 4 0,1-14 0,11-12-309,8-14 1,3-4 0,8-3 0,1-1-19,2-3 1,-3-1-1,0 2 1,0 2 130,-2 1 0,4 7 0,-8 0 0,-1 5 62,-2 4 0,-8 4 275,-4-4 0,-3 8-52,-2 2 0,-7 6 1,-2 6-548,1-2 542,-6 0 0,5-1 0,-6-2 0</inkml:trace>
  <inkml:trace contextRef="#ctx0" brushRef="#br0" timeOffset="36">18360 2342 8255,'0'16'709,"0"-1"0,0 3-48,0 2-475,0 5 1,0 6 0,-2 1 407,-3 5-404,-4-5 1,-3 13 0,0-5 0,-3-1 8,-2-2 0,3-6 1,-7-4-1,2-1-109,-2 2 1,4-6 0,-3-1 0,2-4-393,3-2 0,-2-1 0,-2-2-927,-2-1 1,0-8 89,6 2 1,6-5-1,4-7 1139,3-8 0,2-1 0,0-6 0</inkml:trace>
  <inkml:trace contextRef="#ctx0" brushRef="#br0" timeOffset="37">18127 2684 8366,'9'0'2808,"5"1"-2485,-4 5 1,-1-3-1,1 6 1,0-1-92,-1 1 0,5 1 0,-4 6 27,4-1-178,1 1 0,1-1 0,-1 1 308,1-1-270,6 1 1,-4 1-1,2 2 1,-3 2 4,-1-2 0,-1 3 1,1-1-1,-1-2-126,1-2 1,-1-1 0,1-1 0,0 1-72,-1-1 0,1 1 0,-1-3 0,-1-1 82,-4-1 1,2-6-1,-5 4 20,2-3 1,-4 1 159,5-1 0,-6-3 49,1 7 1,-2-5-223,2 6 33,4-8 1,1 9 0,-1-5-51,-2 2 68,5-6 1,-9 9-215,8-6-128,-1 6 1,0-9 0,1 6-1017,1-2 1291,-5 5 0,7-11 0,-6 6 0</inkml:trace>
</inkml:ink>
</file>

<file path=ppt/ink/ink4.xml><?xml version="1.0" encoding="utf-8"?>
<inkml:ink xmlns:inkml="http://www.w3.org/2003/InkML">
  <inkml:definitions>
    <inkml:context xml:id="ctx0">
      <inkml:inkSource xml:id="inkSrc0">
        <inkml:traceFormat>
          <inkml:channel name="X" type="integer" max="2624" units="cm"/>
          <inkml:channel name="Y" type="integer" max="900" units="cm"/>
          <inkml:channel name="T" type="integer" max="2.14748E9" units="dev"/>
        </inkml:traceFormat>
        <inkml:channelProperties>
          <inkml:channelProperty channel="X" name="resolution" value="84.91909" units="1/cm"/>
          <inkml:channelProperty channel="Y" name="resolution" value="51.72414" units="1/cm"/>
          <inkml:channelProperty channel="T" name="resolution" value="1" units="1/dev"/>
        </inkml:channelProperties>
      </inkml:inkSource>
      <inkml:timestamp xml:id="ts0" timeString="2016-04-06T00:35:35.849"/>
    </inkml:context>
    <inkml:brush xml:id="br0">
      <inkml:brushProperty name="width" value="0.05292" units="cm"/>
      <inkml:brushProperty name="height" value="0.05292" units="cm"/>
      <inkml:brushProperty name="color" value="#FF0000"/>
    </inkml:brush>
  </inkml:definitions>
  <inkml:trace contextRef="#ctx0" brushRef="#br0">18835 9956 0</inkml:trace>
</inkml:ink>
</file>

<file path=ppt/ink/ink5.xml><?xml version="1.0" encoding="utf-8"?>
<inkml:ink xmlns:inkml="http://www.w3.org/2003/InkML">
  <inkml:definitions>
    <inkml:context xml:id="ctx0">
      <inkml:inkSource xml:id="inkSrc0">
        <inkml:traceFormat>
          <inkml:channel name="X" type="integer" max="1600" units="cm"/>
          <inkml:channel name="Y" type="integer" max="900" units="cm"/>
          <inkml:channel name="T" type="integer" max="2.14748E9" units="dev"/>
        </inkml:traceFormat>
        <inkml:channelProperties>
          <inkml:channelProperty channel="X" name="resolution" value="51.77993" units="1/cm"/>
          <inkml:channelProperty channel="Y" name="resolution" value="51.72414" units="1/cm"/>
          <inkml:channelProperty channel="T" name="resolution" value="1" units="1/dev"/>
        </inkml:channelProperties>
      </inkml:inkSource>
      <inkml:timestamp xml:id="ts0" timeString="2016-03-31T16:16:15.712"/>
    </inkml:context>
    <inkml:brush xml:id="br0">
      <inkml:brushProperty name="width" value="0.05292" units="cm"/>
      <inkml:brushProperty name="height" value="0.05292" units="cm"/>
      <inkml:brushProperty name="color" value="#FF0000"/>
    </inkml:brush>
  </inkml:definitions>
  <inkml:trace contextRef="#ctx0" brushRef="#br0">7112 5652 0,'0'-22'16,"0"1"0,-21 0-1,21 0 1,0 0-1,-21 21 1,0-22 0,0 1-1,21 0 1,-21 21 0,-1 0-1,1 0 1,0 0 15,0 0-31,0 0 16,0 0-1,-1 0 1,-20 0 15,21 0-15,0 21-1,0-21-15,21 21 16,-22-21-16,1 22 16,0-1-1,0 21 1,0-21 0,21 22-1,-21-43 1,-1 42-1,22-21 1,0 21 0,0 1-1,0-1 1,0-21 0,0 1-1,0 20-15,0-21 16,0 0-1,43 21 1,-43 1 0,63-22-1,-42 21 1,22-20 0,41 20-1,1 0 1,21-42-1,-21 0 1,-64 0-16,42 0 16,-20 0-1,20 0 1,1 0 15,-1-21-15,-42 0-1</inkml:trace>
  <inkml:trace contextRef="#ctx0" brushRef="#br0" timeOffset="921.92">7472 5800 0,'21'0'109,"22"0"-93,-1 0-16,64 0 15,-43 0 1,22-22-1,-21 22 1,20 0 0,-63 0-1,1 0 1</inkml:trace>
  <inkml:trace contextRef="#ctx0" brushRef="#br0" timeOffset="2812.72">7874 5503 0,'0'21'140,"0"1"-124,0-1 0,0 0-1,0 0 1,0 0-1,0 1 1,0-1 0,0 0-16,0 0 31,-21 0-31,21 0 31,0 0-31,0 1 16,0-1-1,0 0 1,0 0 0,0 0-1,0 1 1,0-1 0,0 0-1,0 0 1,0 0-1,0 0 1,0 0 0,0 1-1,0-1 17,0 21-17,0-21 1,0 1-1,21-22 1,1 0 0,-1 42-1,-21-21 1,21-21 0,0 21-1,-21 0 1,21-21-1,0 0 17,1 21-17,-1-21 17,0 0-17,0 0 126,-21-21-110,21 0-15,0 0 15,-21 0-15,0 0-1,0 0 1,22-1-1,-1 22 17,-21-21-17</inkml:trace>
  <inkml:trace contextRef="#ctx0" brushRef="#br0" timeOffset="5344.23">8234 5778 0,'0'-21'125,"21"21"-94,1 0-16,-1 0 32,0 0-31,-21 21-16,21-21 16,-21 22-1,21-22 1,0 42-1,1-42 1,-1 21 0,-21 0-1,0 1 1,21-22 0,-21 21-1,21 0 1,-21 0-1,0 0 17,0 0-17,0 0 1,0 1 0,0-1 15,0 0-16,0 0-15,0 0 32,0 1-17,0-1 1,0 0-16,-21-21 16,21 21-1,0 0 1,-21 0-16,0 0 15,21 1 17,0-44 280,0 1-265,0 0-31,0 0-1,21 21 1,-21-21 0,0 0-1,21 21 1,-21-43-1,21 43 1,0-21 15,-21 0-15,0 0 0,21 21-1,1-21 1,-22-1-1,21 1 1,-21 0 0,21 0-1,0 21 1,-21-21 0,0 0-1,21 21 1,0-21-1,-21-1 17,0 1-17,22 21 1,-22-21 0,21 21-1,-21-21 79,21 21-94</inkml:trace>
  <inkml:trace contextRef="#ctx0" brushRef="#br0" timeOffset="7641.64">8933 5524 0,'0'22'171,"0"-1"-139,0 0-32,0 0 15,0 0 1,0 1 0,0-1-1,0 0 1,0 0 15,0 0-31,-21-21 16,21 21 15,0 0-31,-22-21 16,22 22-1,0-1 1,0 0-1,0 0 17,0 0-17,0 1 1,0-1 0,0 0-1,0 0 1,0 0-1,-21 0 17,21 0-17,0 1 1,0-1 0,0 0-1,0 0 16,0 0-15,0 1 15,0-1 16,0 0-31,0 0 15,0 0-15,21 0-16,1-21 31,-22 21-15,21 1 15,0-22-31,0 21 31,-21 0-15,42-21-1,-42 21 1,22-21 15,-1 0 16,0 0 0,0 0-16,0 0-15,0-21 31,1 0-32,-22 0 1,21-1 0,0 1 15,-21 0 0,21 21-31,-21-21 16,0 0 140</inkml:trace>
  <inkml:trace contextRef="#ctx0" brushRef="#br0" timeOffset="9016.76">9356 5863 0,'42'0'172,"-20"0"-172,-1 0 15,21 0 1,0 0 0,-20 0-1,20 0 1,0 0-1,-21 0 1,43 0 0,-43 0-1,0 0 1,22 0 0,-22 0 15,0 0-16,0 0 1,0 0 47,0 0-48</inkml:trace>
  <inkml:trace contextRef="#ctx0" brushRef="#br0" timeOffset="10813.9">9716 5503 0,'0'21'203,"0"1"-187,0-1 15,0 0-15,0 0-1,0 0 1,0 1 0,0-1-1,0 0 1,0 0 15,0 0-15,0 0 15,0 0-15,0 1-16,0-1 31,0 0-15,0 0 15,0 0-16,0 1 1,0-1 0,0 0-1,0 0 17,0 0-17,0 0-15,0 0 31,0 1-31,0-1 32,0 0-17,0 0 1,0 0 0,0 1-1,0-1 1,0 0-1,0 0 1,0 0 31,0 0-16</inkml:trace>
  <inkml:trace contextRef="#ctx0" brushRef="#br0" timeOffset="16519.29">10139 5461 0,'0'21'360,"0"0"-329,0 0-16,0 1-15,0-1 16,0 0 0,0 0-16,0 0 15,0 22 1,0-1 15,-21-21-31,21 0 16,0 0-1,0 22 1,0-1 0,-21-21-1,21 22 1,-21-22 0,21 21-1,-21-21 1,21 0-1,0 1 1,0-1 0,0 21-1,0-21 17,0 1-17,0-1 1,0 21-1,0-21 1,0 0 0</inkml:trace>
  <inkml:trace contextRef="#ctx0" brushRef="#br0" timeOffset="19989.06">10203 5482 0,'21'0'172,"0"0"-125,0 0-16,0 0-15,1 0-1,-1 0 1,0 0 0,0 0-1,0 0 1,0 0 31,1 0-32,-22 21 1,21-21 0,-21 21-1,21-21 1,0 0 0,-21 22-1,0-1 1,21-21-1,0 21 1,-21 0 0,0 0-1,22 1 1,-1-1 0,0 0-1,-21 0 1,0 0-16,21 0 15,-21 0 1,21 1 0,-21 20-16,0-21 31,0 0-15,0 1-1,0-1 1,0 0-1,0 21 1,0-21 0,0 0-1,0 1 1,0 20 0,-21-42-1,21 42 1,-21-20-1,0-1 17,0 0-17,-1-21 1,1 21 0,21 0-1,-42 0 1,21-21-1,0 21 1,-1 1 0,1-22-1,-21 0 1,21 21 0,0-21-1,21 21 1,-22-21 15,1 0 32,0 0-48,0 0 16,0 0-15,0 0 15,-1 0-15,1 0 0,0 0-1,0 0 1,0 0 31</inkml:trace>
  <inkml:trace contextRef="#ctx0" brushRef="#br0" timeOffset="114135.25">15748 11197 0,'0'-21'78,"0"0"0,0 0-62,-21 21 140,0 0-94,0 0-30,0 0-17,0 0 32,-1 0-47,1 0 78,0 21-46,0-21-32,0 21 31,0 0-16,21 0 1,0 1 15,0-1-15,0 21 0,0-21-1,0 0 1,0 0-1,0 22 1,0-22 0,0 21-1,0-20 1,0 20 0,21-42 15,-21 21-16,21-21 1,-21 21 0,21-21-1,0 21 1,0-21 62,1 0-62,-1 0-1,0 0-15,0 0 16,21 0 0,-20 0 15,-1 0-16,0 0 1,-21-21 0,42 0-1,-21 21 1,22-21 0,-43 0-1,21 0 1,0 21-16,-21-22 15,0 1 1,21 21-16,-21-21 16,0 0-1,0 0 17,21 21-17,-21-22 1,0 1-1,0 0 17,0 0-17,0 0 1,0 0 0,0 0-1,-21-1 16,21 1-15,-21 21 0,21-21-1,-21 21-15,21-21 32,0 0-32,-42 21 31,20-22-16,22 1 1,-21 21 0,0 0-1,0 0 48,0 0-48,0 0 17,-1 0 77,22 21-93,0 1 31,-21-22-16,21 21-31,0 0 31</inkml:trace>
  <inkml:trace contextRef="#ctx0" brushRef="#br0" timeOffset="129483.7">11473 11324 0,'21'0'109,"0"0"-46,0 0-47,0 0-1,1 0 1,-1 0-1,0 0 1,0 0 0,0 0-1,0 0 1,1-21 0,-1 21 15,0 0-16,0 0 1,0 0 0,0 0-1,1 0 1,-1 0 0,0 0-1,0 0 32</inkml:trace>
  <inkml:trace contextRef="#ctx0" brushRef="#br0" timeOffset="130999.55">12087 11007 0,'0'21'172,"0"0"-156,0 0 0,0 0-1,0 0 1,0 1-1,0-1 1,0 21 0,0-21 15,0 22-15,0-22 15,0 0-16,0 0-15,0 0 32,0 0-17,0 1 48,0-1-63,0 0 31,0 0-15,0 0-1,0 1 63,0-1-62,0 0 62</inkml:trace>
</inkml:ink>
</file>

<file path=ppt/ink/ink6.xml><?xml version="1.0" encoding="utf-8"?>
<inkml:ink xmlns:inkml="http://www.w3.org/2003/InkML">
  <inkml:definitions>
    <inkml:context xml:id="ctx0">
      <inkml:inkSource xml:id="inkSrc0">
        <inkml:traceFormat>
          <inkml:channel name="X" type="integer" max="1600" units="cm"/>
          <inkml:channel name="Y" type="integer" max="900" units="cm"/>
          <inkml:channel name="T" type="integer" max="2.14748E9" units="dev"/>
        </inkml:traceFormat>
        <inkml:channelProperties>
          <inkml:channelProperty channel="X" name="resolution" value="51.77993" units="1/cm"/>
          <inkml:channelProperty channel="Y" name="resolution" value="51.72414" units="1/cm"/>
          <inkml:channelProperty channel="T" name="resolution" value="1" units="1/dev"/>
        </inkml:channelProperties>
      </inkml:inkSource>
      <inkml:timestamp xml:id="ts0" timeString="2016-04-05T14:59:09.010"/>
    </inkml:context>
    <inkml:brush xml:id="br0">
      <inkml:brushProperty name="width" value="0.05292" units="cm"/>
      <inkml:brushProperty name="height" value="0.05292" units="cm"/>
      <inkml:brushProperty name="color" value="#FF0000"/>
    </inkml:brush>
  </inkml:definitions>
  <inkml:trace contextRef="#ctx0" brushRef="#br0">12065 6668 0,'22'0'125,"-22"-22"-110,21 22 16,-21-21-15,0 0 31,0 0-16,0 0 110,-21 21-32,-1 0-93,1 0 46,0 21-46,21 0 0,-21-21-1,0 21 1,0 0-1,21 1 17,0-1-17,-22 0 1,22 0 15,-21-21-31,21 21 16,0 0-1,0 0 1,0 1 0,0-1 15,0 0-15,0 0-1,0 0 1,0 1 15,0-1 0,0 0 1,0 0-1,0 0 0,21-21-15,-21 21 15,0 0-15,0 1-1,0-1 16,0 0-15,0 0 31,0 0-16,0 1-15,0-1 15,0 0 16,0 0 47,0 0-79,0 0 17,-21-21-17,21 21 1,0 1-1,-21-22 1,0 0 109,21 21-109</inkml:trace>
  <inkml:trace contextRef="#ctx0" brushRef="#br0" timeOffset="1297.01">11748 7048 0,'21'0'187,"0"0"-187,0 0 32,1 0-32,-1 0 31,0 0-16,0 0 1,0 0 15,0 0-15,1 0 0,-1 0 46,0 0-46,0 0 15,0 0 0,0 0 0,1 0 1</inkml:trace>
  <inkml:trace contextRef="#ctx0" brushRef="#br0" timeOffset="4625.31">12425 6837 0,'0'-21'0,"0"-1"15,0 1 17,-21 21 108,0 0-124,0 0 31,0 0-32,-1 0 17,1 0-32,0 0 31,21 21 31,-21 1-46,21-1 15,0 0-15,-21-21 0,21 21-1,0 0 1,0 1-1,0 20 1,21-42 0,-21 21 15,21-21 78,0 0-77,0 0 30,1 0-15,-1 0-31,0 0 30,0-21-30,0 21 15,-21-21 16,0 0-16,21 21-15,-21-22 125,22 22-141,-22 22 203,0-1-172,0 0-31,0 0 31,-22-21-15,22 21 0,0 0-1,0 0 1,0 1-1,-21-22 1,21 21 0,0 0-1,-21-21 17,21 21 14,0 0-30,-21-21 0,21 22-1,0-1 32,-21-21 0,21 21-16,-21-21-15,-1 0 31,22 21-47,-21-21 15,0 0 17,0 0 140,0 0-157,0 0 79,21-21-78,-22 0-1,1 21 16,21-21 1</inkml:trace>
  <inkml:trace contextRef="#ctx0" brushRef="#br0" timeOffset="11798.43">12552 7048 0,'21'0'282,"1"-21"-267,-1 21 1,0 0-16,0-21 31,0 21-15,0 0-1,1 0 17,-1 0-1,-21-21 0,21 21 0,-21-21 48,21 21-79,-21-21 15,21 21 1,-21-21-1,0-1-15,0 1 16,0 0 31,0 0-16,0 0 141,-21 21-156,0 0-1,0 0 1,0 0 0,-1 0 15,1 0-16,0 0 1,21 21 78,-21 0-63,0 0 0,21 0-31,0 1 16,0-1 15,0 0-31,0 0 16,0 21-1,0-21 1,0 1 0,0-1-1,0 0 17,0 0-17,21-21 1,-21 21-1,21-21 48,0 0-47,0 0-1,1 0 1,-1 0-16,0 0 31,0 0-31,0 0 16,0 0 218,-21-21-218,22 21-16</inkml:trace>
  <inkml:trace contextRef="#ctx0" brushRef="#br0" timeOffset="13220.49">13018 6794 0,'0'22'157,"0"-1"-142,0 0-15,0 0 16,0 0-1,0 1 1,0-1 0,0 0-1,0 0 1,-21 0 0,21 0-1,0 0 1,0 1-1,0-1 1,0 0 0,0 0-1,0 0 32,0 1 16,0-1-16,21-21-1,-21 21-30,21-21 0,0 0-1,0 0-15,1 0 47,-1 0-31,0 0-1,0 0 1</inkml:trace>
  <inkml:trace contextRef="#ctx0" brushRef="#br0" timeOffset="15501.87">12891 7006 0,'0'-21'78,"21"0"-62,0 21-1,22-21-15,20 21 16,-42 0 0,43-21-16,-1 21 15,22 0 1,-64 0-1,0 0 1,0 0 0,1 0-1,-22 21 626,0 0-625,0 0 30,0 0-30,0 0 31,0 0-16,0 1 110,0-1-16</inkml:trace>
  <inkml:trace contextRef="#ctx0" brushRef="#br0" timeOffset="18877.09">13526 6900 0,'-21'0'328,"0"0"-296,-1 0-17,1 0 79,0 0-31,0 0-1,21 22-31,-21-22 16,21 21-31,0 0 15,-21-21-15,21 21 46,0 0-31,0 0 16,0 0-31,0 1 31,0-1-32,0 0 1,21-21 15,-21 21-31,0 0 16,21-21 15,0 0-15,-21 22-1,21-22 1,-21 21 0,21 0 15,1-21 0,-22 21-15,21-21-1,-21 21 17,0 0 265,-21-21-282,-1 0 16,1 0 1,0 0-17,0 0 1,0 0 0,0 0-1,-1 0 16,22 21-15,-21-21 0,0 0 62,0 0 312,0 0-343,21-21 156,0 0-93,-21 0-95,-1 21 32</inkml:trace>
  <inkml:trace contextRef="#ctx0" brushRef="#br0" timeOffset="23924.71">14796 8446 0,'21'0'203,"0"0"-109,0 0-79,-21 21 17,22-21-17,-1 21 1,0 0 0,-21 0-1,21-21 1,-21 21-1,21 0 1,-21 1 0,0-1-1,0 0 1,21-21 0,-21 21-1,0 0 1,22 1 15,-22-1-15,0 0-1,0 0 1,0 0 0,0 0 15,0 0-31,0 1 47,0-1-47,0 0 15,-22 0 17,22 0-1,0 1 31,0-44 266,0 1-312,0 0 0,0 0-1,0 0 1,0-1 0,0 1-1,0 0 1,22 0-1,-22 0 17,21 0-17,-21 0 1,0-1 0,21 1-1,0 21 1,-21-21-1,0 0 1,21 0 0,0-1-1,1 1 1,-1 21 0,0-21-1,21-21 1,-21 21-1,22 0 1,-22-1 0,0 22 15,0 0-15</inkml:trace>
  <inkml:trace contextRef="#ctx0" brushRef="#br0" timeOffset="25440.41">15198 8700 0,'42'0'110,"1"0"-95,-1 0-15,22 0 16,-43 0 0,63 0-1,-20-22 1,-43 1-1,0 21 1,-21-21 0,21 21-1,-21-21 1,0 0 0,0-1-1,0 1 1,0 0 31,0 0-16,0 0-15,-21 21-1,21-21 1,-21 21-1,0 0 1,0 0 0,-22 0-1,22 21 1,-21 0 0,0 21-1,-1-42 1,22 0-1,21 21 1,-21 1 0,0 20 15,0 0-15,21 1-1,0 20 1,0-21-1,0 1 1,0-22 0,21 0-1,0-21 1,21 0 0,22 0-1,-22 0 1,22 0-1,-43 0 1,0 0 15,0-21 1,0 0-1,0 21-16,1 0 1</inkml:trace>
  <inkml:trace contextRef="#ctx0" brushRef="#br0" timeOffset="26799.85">16193 8594 0,'0'-22'31,"0"1"-15,-21 0-1,0 21-15,-1-21 16,-20 0 0,0 0-1,-22 21 1,22 0-1,0 0 1,-22 21 15,22 42-15,-43 22 0,43 21-1,21-43 1,21 1-1,0-22 1,0 1 0,0-22-1,21-21 1,21 0 0,22-21-1,20-1 1,-20-62-1,20 41 1,-20-41 0,-1-1 15,-20 43-15,-1 20-1,-42 1 1,0 0-1,0 42 142,0 22-157,0-22 15,0 21-15,0-21 16,0 22 0,0 62-1,0-83 1,0-1-1</inkml:trace>
  <inkml:trace contextRef="#ctx0" brushRef="#br0" timeOffset="28487.43">16637 8721 0,'0'-21'15,"0"-1"1,0 1-16,0 0 31,0 0 0,0 0 1,-21 21-1,0 0-15,-21 21-1,-43 64 1,64-22-1,-21 43 1,42-21 0,0-22-1,0-21 1,0-21 0,0 1-1,21-22 1,21 0-1,106-85 1,-63 0 15,21 1-15,0-43 0,-43 42-1,1 0 1,-1-42-1,-21 0 1,-42 64 0,0 20-1,0 22 1,0 64 93,0-22-93,-42 42-16,21-20 16,-21 20-1,-22 22 1,22 63-1,42-63 1,0-22 0,0-21-1,0 1 1,0-22 0,0 0-1,21-21 266,-21 21-234,21 1-31,0-1 0,0-21-16,-42 0 265,0 0-249</inkml:trace>
  <inkml:trace contextRef="#ctx0" brushRef="#br0" timeOffset="30018.85">17484 8128 0,'0'21'94,"0"0"-94,0 22 15,0-22-15,0 21 16,0-21 0,-21 43-1,0-1 1,-22 1 15,22 63-15,0-64-1,21-20 1,0 20 0,0-21-1,0-20 1,0 20-16,0 0 15,0 1 1,0-1 0,0-21-16,0 21 15,0-20 17,0-1-17,0 0 1,0 0-1,21-21 17,0 0 93,1 0-110,-1-21 1,0 0 0,0 0-1,-21-1 1,21 22-1,0 0 1,-21-21 0,0 0 31,0 0-32,22 21 16</inkml:trace>
  <inkml:trace contextRef="#ctx0" brushRef="#br0" timeOffset="30722">17844 8488 0,'0'21'328</inkml:trace>
  <inkml:trace contextRef="#ctx0" brushRef="#br0" timeOffset="31909.72">17780 8763 0,'0'21'125,"0"0"-109,0 0-16,0 1 15,0-1 1,0 21-1,0 1 1,0-1 15,0-21-15,22-21-16,-22 21 16,0 0 15,0 0 63,0-42 93,0-21-187,0 21 16</inkml:trace>
  <inkml:trace contextRef="#ctx0" brushRef="#br0" timeOffset="33566.28">17992 8721 0,'21'0'125,"-21"42"-109,21-21-1,-21 64 1,22-43-1,-22-21 1,0 22 0,0-22-1,0 21 1,0 22 0,0-43-1,0-42 157,0-1-172,0 1 16,0 0-16,0 0 15,0-21 1,0-1 0,0 1-1,0 21 1,0-22-1,0 22 1,21 21-16,-21-42 16,21 42-1,-21-42 1,0 21-16,21 21 16,-21-22 15,0 1 0,21 21 0,-21-21-15,21 21 0,1 0 62,-1 0-47,0 0-15,0 21-1,0 0 1,0 1-1,1 20 1,-1-21 0,0 21-16,0-21 15,-21 1-15,0-1 16,21 21 0,-21-21-1,21 1 1,-21 20-1,22-21 1,-22 21 0,0-21-1,0 1 1,21-1 15,-21 0-15,21-21-1</inkml:trace>
  <inkml:trace contextRef="#ctx0" brushRef="#br0" timeOffset="35410.28">18627 8932 0,'21'0'125,"0"-21"-125,1 21 16,-1-21-16,21 0 16,22 0-1,-64-1 1,21 1-16,0 21 15,-21-21-15,21 21 16,0-42 0,0 42-1,-21-42 1,22 42 0,-22-43-1,21 22 1,-21 0 31,-21 21 0,21-21-32,-22 21 1,1 0-1,0 0 1,0 0 0,0 0-1,0 0 1,-1 0-16,1 0 16,0 0-1,0 0 16,21 21-15,-21-21 15,21 21-31,-21 0 32,21 0-17,-22 22 1,22-1-1,-21-21 1,0 0 0,21 22-1,0-22 1,0 0 0,0 0-1,0 0 1,0 1-1,0-1 48,0 0-16,21-21-16,0 0-15,1 0-1,-1 0-15,-21 21 16,21-21 0,21 0-1,1 0 1,20 0-1,-42 0 1,0 0 0,1 0-1,20 0 17,-21 0-17,0 0 1,0 0 249</inkml:trace>
</inkml:ink>
</file>

<file path=ppt/ink/ink7.xml><?xml version="1.0" encoding="utf-8"?>
<inkml:ink xmlns:inkml="http://www.w3.org/2003/InkML">
  <inkml:definitions>
    <inkml:context xml:id="ctx0">
      <inkml:inkSource xml:id="inkSrc0">
        <inkml:traceFormat>
          <inkml:channel name="X" type="integer" max="1600" units="cm"/>
          <inkml:channel name="Y" type="integer" max="900" units="cm"/>
          <inkml:channel name="T" type="integer" max="2.14748E9" units="dev"/>
        </inkml:traceFormat>
        <inkml:channelProperties>
          <inkml:channelProperty channel="X" name="resolution" value="51.77993" units="1/cm"/>
          <inkml:channelProperty channel="Y" name="resolution" value="51.72414" units="1/cm"/>
          <inkml:channelProperty channel="T" name="resolution" value="1" units="1/dev"/>
        </inkml:channelProperties>
      </inkml:inkSource>
      <inkml:timestamp xml:id="ts0" timeString="2017-04-05T17:19:15.606"/>
    </inkml:context>
    <inkml:brush xml:id="br0">
      <inkml:brushProperty name="width" value="0.05292" units="cm"/>
      <inkml:brushProperty name="height" value="0.05292" units="cm"/>
      <inkml:brushProperty name="color" value="#FF0000"/>
    </inkml:brush>
  </inkml:definitions>
  <inkml:trace contextRef="#ctx0" brushRef="#br0">17929 6752 0,'21'0'125,"0"0"-125,0 0 16,21 0-1,149 0 1,-85 0-1,127 0 1,-170 0 0,1 0-1,-43 0 1,0 0 15,0 21-15,0-21-1,22 21 1,-43 1 93,0-1-109,0 0 0,-22 21 16,-41 1 0,-43 20-1,21 1 1,-190 63 15,212-106-15,42 0-16,-128 42 15,86-20 1,-64 42 0,85-43-1,-64 21 1,63-20 0,22-43 15,21 21-16</inkml:trace>
  <inkml:trace contextRef="#ctx0" brushRef="#br0" timeOffset="956.59">18437 7218 0,'0'21'78,"0"0"-63,0 0-15,0 0 16,0 43 0,-22 21-1,1-22 1,-21 43 0,21-64-1,21 64 1,0-85-1,-21 128 1,21-107 0,0 42 15,0-41-15,0-22-1</inkml:trace>
  <inkml:trace contextRef="#ctx0" brushRef="#br0" timeOffset="1909.77">18564 7218 0,'0'21'78,"0"0"-63,0 0-15,21-21 16,0 21-16,-21 22 16,63 20-1,-41 1 1,20-1 0,-21-42-1,0 1 1,0-22-1,-21 21 1,0 0 62</inkml:trace>
  <inkml:trace contextRef="#ctx0" brushRef="#br0" timeOffset="2753.54">19431 6646 0,'22'0'78,"-22"22"-78,0-1 15,0 0-15,0 0 16,21 0-16,21 64 31,-42-22-15,21-41-16,-21 20 16,21-42-1,1 42 1,-22-21 15,0 0-15</inkml:trace>
  <inkml:trace contextRef="#ctx0" brushRef="#br0" timeOffset="3689.87">19643 6625 0,'21'0'0,"0"0"15,1 0 1,20 0 0,64-21-1,84-21 1,-63 42-1,-21 0 1,-64 0 0,1 0-1,-22 0 17,0 0-17,0 21 1,-21 0-16,21-21 31,-21 21-31,22 22 16,-22 20 15,0-21-15,0 1-1,-43 41 1,1-41-1,-22 41 1,43-63 0,0 22-1,0-43 1,21 21 46</inkml:trace>
  <inkml:trace contextRef="#ctx0" brushRef="#br0" timeOffset="4555.46">19834 6943 0,'21'0'125,"0"0"-125,0 0 0,21 0 16,1 0 0,84 0-1,-106 0 1,0 0 0,-21 21 265</inkml:trace>
  <inkml:trace contextRef="#ctx0" brushRef="#br0" timeOffset="5207.92">19791 7154 0,'21'0'63,"1"0"-48,-1 0-15,0 0 16,0 0-16,21 0 15,43 0 1,0 0 0,-64 0-1,-21 22 173,0-1-188,-42 0 15,-1-21-15</inkml:trace>
  <inkml:trace contextRef="#ctx0" brushRef="#br0" timeOffset="5875.52">19241 7451 0,'21'0'62,"0"0"-62,22 0 0,-1 0 16,0 0-16,43 0 16,127 0-1,-107 0 1,1 21 0,-42-21-1,126 21 1,-147-21-1,20 0 1,-42 0 0,0 0 15,22 0 0,-22 0-15,0 0-1</inkml:trace>
  <inkml:trace contextRef="#ctx0" brushRef="#br0" timeOffset="7297.46">19812 7556 0,'0'22'62,"0"-1"-46,0 0-16,0 0 16,0 22-1,22 20 1,-22-42-1,0 64 1,0-43 0,0 64-1,0-85 1,-22 21 0,22-20-1,0-44 110,0 1-94,0 0-31,22 0 32,-1 0-17,-21 0 1,0 0 15,21 21 125,-21-22-156,21 22 16,0 0 15,0-21-31,1 21 16,20 0 0,85-21-1,-85 21 1,22 0-1,-43 0 1</inkml:trace>
  <inkml:trace contextRef="#ctx0" brushRef="#br0" timeOffset="8246.33">19474 7662 0,'0'22'78,"0"-1"-62,0 0-1,-21 0-15,-22 42 16,43-20-1,-21 63 1,0-64 0,0-42-1,0 106 1,-1-64 0,1 22-1,-21-43 1,21 0-1,-22 21 1,1-21 0,21 1 15,0-22-15,0 21-1,-22-21 1,-20 42-1,42-42 1,-1 0 15</inkml:trace>
  <inkml:trace contextRef="#ctx0" brushRef="#br0" timeOffset="9427.16">19495 8043 0,'0'43'78,"0"-22"-78,0 21 15,21-42 1,-21 21-16,0 0 16,42 22-1,-20-22 1,20 64-1,0-43 1,43 22 0,-43-22-1,22-21 1,-1 21 0,43-21 15,0-21-16,169 22 1,-169-22 0,-43 21-1,1-21-15,21 0 16,-43 0 0,0 0-1,-21 0 1,22 0-1,-22 0 1,42 0 0,-41 0-1,20-21 1,-21 21 15</inkml:trace>
  <inkml:trace contextRef="#ctx0" brushRef="#br0" timeOffset="10225.73">21019 6583 0,'21'0'47,"0"0"-32,0 21 1,1 0-16,-1-21 0,21 64 15,22-22 1,63 43 0,-43-22-1,1 1 17,-64-43-17,0-21 1,0 0 31</inkml:trace>
  <inkml:trace contextRef="#ctx0" brushRef="#br0" timeOffset="10842.89">22331 6392 0,'0'22'62,"0"-1"-62,0 21 16,-21-21-16,-42 43 15,-1-1 1,-169 106 0,127-84-1,-21-21 1,106-43-1,0-21 1</inkml:trace>
  <inkml:trace contextRef="#ctx0" brushRef="#br0" timeOffset="11483.54">20659 7260 0,'21'0'47,"0"0"-47,22 0 15,63 0 1,169 0 0,-64-21-1,255-21 1,-318 42 0,233-43 15,-275 43-16,-64 0-15,22 0 16,-85 0 140,21 22-156</inkml:trace>
  <inkml:trace contextRef="#ctx0" brushRef="#br0" timeOffset="12217.96">20765 7895 0,'21'0'31,"21"0"-15,22 0-1,126 0 1,1 0 0,190-42-1,-148 21 1,105 21-1,-253 0 1,21 0 0,-43 0-1,-20 0 1,-22 0 0,0 0-1</inkml:trace>
  <inkml:trace contextRef="#ctx0" brushRef="#br0" timeOffset="13297.12">21485 7493 0,'21'0'31,"-21"21"0,21-21-15,-21 21 0,0 0-16,21 1 15,-21 20 1,0 22-1,0-1 17,0-21-17,0 1 1,0-22 0,-21 85-1,0-64 1,-22 21-1,43-41 1,-21-1 0,21 0-16,-21 0 15,0 21 32,21-20-16,-21-1 1,21 0-32,-21-21 15,42 0 157,0 0-156</inkml:trace>
  <inkml:trace contextRef="#ctx0" brushRef="#br0" timeOffset="14230.78">22014 7451 0,'0'21'47,"0"0"-47,0 0 16,0 21-1,0 1 1,0-1-1,0-21-15,0 22 16,0 62 0,0-20-1,0-21 1,-21 20 0,21-41-1,-22 20-15,22-42 16,0 22-1,-21 41 1,21-41 15,0-1-15,0-21 0,0 22-1,21-43 141</inkml:trace>
  <inkml:trace contextRef="#ctx0" brushRef="#br0" timeOffset="15143.41">23199 7027 0,'21'0'47,"-42"21"-16,21 1-15,0-1-1,-21-21 1,0 63-16,0-63 0,-1 43 0,-41-1 15,-1 43 1,-41-1 0,62-62-1,1 41 1,21-63 15,21 21-15,-21 0-1,-1-21 17,22 21-1,22-21 110</inkml:trace>
  <inkml:trace contextRef="#ctx0" brushRef="#br0" timeOffset="15890.18">22987 7387 0,'22'0'47,"-22"-21"-47,42 21 15,0-21 1,43 0 0,105 21-1,-105-22 1,106 1 0,-149 21-1,106-21 1,-42 0-1,-43 21 17</inkml:trace>
  <inkml:trace contextRef="#ctx0" brushRef="#br0" timeOffset="16812.09">23898 6837 0,'0'21'15,"-22"-21"1,22 21-16,-42 0 16,0 43-1,-1-22 1,-20 22-16,21-1 15,-43 22 1,21-22-16,-20 22 16,20-21-1,22-1-15,0 0 16,20-20 0,-41 63-1,-1-43 1,22 43-1,-21-64 1,-1 64 15,1-42-15,41-1 0,-20-63-1,21 64 1,-21-22 15,-1 0-15,22-21-1,0 1 1,0-1 0,21 0 15,0-42 109</inkml:trace>
  <inkml:trace contextRef="#ctx0" brushRef="#br0" timeOffset="17984.02">23241 7578 0,'0'0'0,"22"-22"16,-1 22-1,0 0 1,85 0 0,-64 0-1,149-21 1,-107 21 0,64 0-1,-126 0 1,-1 0-1,0 0 17,0 0-32,0 0 47,0 0-32,1 21 1,-1-21 15,-21 43-15,0 42-1,-21-22 1,-64 64 0,64-106-1,-85 85 1,42-85-1,-63 64 17,43-64-17,-128 42 1,127-20 0,1-22-1,20-21-15,22 21 16,21-21-1,0 0 32,-1 0-31,1 0-16,0 0 0,0 0 16,0 0-1,-43 0 1,43 0-1</inkml:trace>
  <inkml:trace contextRef="#ctx0" brushRef="#br0" timeOffset="19203.82">23157 7705 0,'21'0'31,"0"0"-15,0 0 15,0 0-15,1 21 0,-1 0-1,0 21 1,21-21-1,1 43 1,-1-22 0,0-20-1,1-1 1,-1 42 15,-21-63-15,21 42-1,1-20 1,-1 41 0,0-21-1,22 22 1,-22-64 0,-21 42-1,1-21-15,20-21 16,-21 0-1,64 22 1,-43-22 0,43 0-1,-22 0 1,22 0 15,-43 0-15,43 0-1,-43 0 1</inkml:trace>
  <inkml:trace contextRef="#ctx0" brushRef="#br0" timeOffset="20703.82">24194 6922 0,'21'0'156,"0"0"-124,0 0-32,1 0 31,-22 21 250,21-21-265,-21 21-16,21-21 62,-21 21-46,21-21-16,0 0 0,0 0 31</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4-12T08:31:21.105"/>
    </inkml:context>
    <inkml:brush xml:id="br0">
      <inkml:brushProperty name="width" value="0.05292" units="cm"/>
      <inkml:brushProperty name="height" value="0.05292" units="cm"/>
      <inkml:brushProperty name="color" value="#3165BB"/>
    </inkml:brush>
  </inkml:definitions>
  <inkml:trace contextRef="#ctx0" brushRef="#br0">10777 11992 6848,'0'-9'869,"0"2"-337,0 7 92,0 0-381,0-7-69,0 5 0,-2-4 116,-3 6-195,4 0 0,-8-6-55,4 1 0,1 0-93,-6 5 92,7 0 1,-6 0 0,4 0-7,-6 0 1,3 0 0,-1 2 0,1 1 24,-1 2 1,4 1 100,-6-6-122,1 6 0,-5-4 0,-1 5 44,1 0 1,4-4-1,1 8 1,-2-1 12,-2-1 0,4 3 0,-1-5 0,-1 1-22,-1 4 1,-3-3 0,2 1-1,2 1-58,2-3 0,1 6 0,-3-5 0,2 1-32,-2 0 1,3 1 0,-1 2-116,-2-2 146,-2 10 0,4-11 0,-1 11-47,-1-4 40,5-2 0,-6 1 0,4-1 181,0 1-158,-4-1 1,9 1-1,-4-1 1,-1 3 42,0 2 0,6-2 1,-4 2-1,2-1 16,0 2 0,-2-2 0,3 7 0,-1 1-28,2 3 0,1 1 1,2 0-1,0 1 2,0 5 0,0-6 0,0 1 0,0-4-3,0-1 1,0-2-1,0 0 1,0 1 72,0-2 0,0 4 1,2-7 153,3-2-190,-3 5 0,6-5 0,-4 5 184,1-2-210,7-1 1,-9 1 0,6 3 47,-2-1-50,5-2 0,-4-1 1,8-1 47,-1-1-65,1 6 0,5-8 0,-1 3 0,1-4 19,1-6 1,-3 4 0,7-5 0,2 1-26,1 0 1,2-6 0,0 1 0,0-2-44,0 3 0,-5-5 0,0 5 0,1-5-105,3-1 0,2 0 1,1-1-1,0-3 41,-4-1 1,0-5 0,6 3 0,1 0-47,-1 0 1,-4-3 0,-4 3-106,-1-2 185,0 6 1,0-11-1,-2 3 1,-2-2 18,-3-3 1,-2 1-1,-1-1 1,-1-1 7,1-4 1,-1 2 0,1-7 0,-1 1 23,1 0 1,-6-4 0,1 5-1,-1-2-2,-1 0 0,3 7 0,-6-1 0,1 1-21,0-2 1,0 4 0,-3-4-1,1 4-53,-2 1 0,4-4 0,-2-1 0,-1 0 32,-3-1 1,-1 5-1,2-6 10,3 1-7,-3-2 1,5-2 0,-7 2 110,0 1-103,0-4 1,0 8-1,-2-7-97,-3-2 108,3-1 1,-6 3-1,4 2 1,-1 2 20,2 3 0,-4 1 1,0 3-1,0-1 38,0 1 1,-5 5-1,2 1-15,-4 2 0,4 0 0,-1 2-25,-1-5 1,0 1-1,0 0 1,3 1-19,3-1 0,-6-1 0,3-6-18,0 1 1,1-1-1,4 1 1,-1-1-6,2 1 0,-4 4 0,0 1 18,-2-2 0,1 3 1,-4 1 88,1 1-87,1 2 1,-6 5 105,1 0-113,-1 0 0,1 0 0,-1 0-67,1 0 1,-1 0 0,1 0-5,-1 0 1,1-7 99,-1-4 0,6 3 1,0-1 82,-2 2 0,3 2 0,-1 5-56,-2 0 0,3 0-85,-1 0 70,-1 0 0,1 0-98,0 0 52,-1 0 0,1-2-21,0-3 1,6 2 0,-1-8-17,3-1 1,-3 4 37,0-3 1,-2 8 38,2-2 1,1 3-1,-6 2 12,-2 0 1,3 0-51,-1 0 1,5 0-134,-5 0 143,6 0 1,-5 0-27,4 0 71,4 0-30,-13 0 34,12 0-19,-12 0 1,6 2-143,-8 3 1,6-2-515,-1 8-407,8-8-239,-4 4-338,7-7 1188,0 0 1,0-7 0,0-1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4-12T08:16:39.735"/>
    </inkml:context>
    <inkml:brush xml:id="br0">
      <inkml:brushProperty name="width" value="0.05292" units="cm"/>
      <inkml:brushProperty name="height" value="0.05292" units="cm"/>
      <inkml:brushProperty name="color" value="#FF0000"/>
    </inkml:brush>
    <inkml:brush xml:id="br1">
      <inkml:brushProperty name="width" value="0.05292" units="cm"/>
      <inkml:brushProperty name="height" value="0.05292" units="cm"/>
      <inkml:brushProperty name="color" value="#3165BB"/>
    </inkml:brush>
  </inkml:definitions>
  <inkml:trace contextRef="#ctx0" brushRef="#br0">3008 14722 10030,'16'0'823,"-1"0"-553,1 0 1,-1 0-151,1 0 0,-1 0-55,1 0 25,-1 0 1,-4 0 0,-1 0-19,2 0 27,2 0 0,1 5-81,1 0 13,-1 0 1,1 1 0,-1-1 0,1-2 18,-1-1 0,-1 0 0,-2 1 0,-1 2 22,1-1 0,1-3 0,3-1 0,-1 0 0,1 0 1,-1 0-1,1 2 29,-1 3 0,1-3 0,0 3 0,-3-1-66,-2 1 1,2-2 0,-2 6 0,3-1-44,1 1 0,1-5 0,-1 1 0,1-4 32,-1-1 0,1 0 0,-1 0-25,1 0 22,-1 0 0,1 0 1,-1 0 95,1 0-111,6 0 0,-8 0 0,5 0 12,0 0 0,0 0 0,-4 0 1,1 0 57,-1 0 1,-4 0 0,-1 0-1,2 0 17,2 0 1,-4 0-1,0 2 1,2 2 2,2 1 1,2 2 0,-1-4-78,1 2 0,-1 2 1,1-3-1,-1 1 32,1-2 0,-1 1 130,1 1-153,-1-3 0,1 5 0,-1-7 82,1 0-87,-1 6 0,-4-4 0,-1 5 0,2-2-4,2 0 1,1 2-1,1-3 1,-1 1-10,1-2 1,1-1 0,2 0 0,2 1-3,-2 2 1,3 1-1,-1-6 1,-1 0 10,3 0 0,-4-6 0,5 1 0,-2 2-1,-3 1 0,0 2 1,0 0-1,2 0 8,-2 0 0,-2 0 0,-1 0 1,-1 0 30,1 0 1,4 0-1,1-2 76,-2-3-111,-2 3 1,0-4-1,2 6 118,2 0-115,6 0 1,-9-6 0,4 1 94,1 2-94,-6-6 1,10 7 0,-4-3 0,-1 4-4,1 1 0,-1-2 0,-3-2 0,3-1-5,2 2 1,-5 1-1,4 2 1,-3 0 27,1 0 1,5 0 0,-4 0 0,1 0-9,-1 0 1,6-5 0,-4 0 0,2 1-31,-1 2 0,-4-3 0,3-2 0,-1 1-29,-4-1 0,3 1 0,-1 6 1,-1 0 35,3 0 1,-6 0 0,5 0 291,1 0-207,-6 0 0,5 0 1,-6 0-75,-1 0 3,1 0 1,5 0 0,1 0 0,0 2-26,1 3 1,-2-3-1,-4 3 1,2-3-11,1-2 1,1 0-1,-5 0 1,-1 0 46,1 0 1,-1 0 0,1 0 0,-1 0-25,1 0 0,-1 0 0,1 0 0,-1 0-11,1 0 0,-1 0 1,1-2-1,-1-1 15,1-2 0,-1-1 1,1 6 93,-1 0-104,1 0 0,-1 0 1,1 0-67,-1 0 65,-6 0 0,5 0 0,-4 0-66,4 0 67,1 0 1,1-5-1,-1 0 1,1 2 8,-1 1 0,1 2 1,-1-2-1,1-1-17,-1-2 1,1-2 0,-1 3 5,1-1 0,4-2 0,1 4 70,-2-2 0,-2-1 0,-1 6-22,-1 0 0,1 0 1,-1 0-33,1 0 1,-1 0-108,1 0 100,-1 0 1,-4 0 0,-1 0 59,2 0-65,2-6 1,-4 4 0,1-3-1,1 3 17,1 2 1,-2 0 0,-1 0-13,2 0 4,-5 0 0,7 0 0,-4 0 58,4 0 0,-4 0-5,1 0 1,-3 2-1,4 1-52,-1 2 1,-6 0 0,5-3-41,2 3 0,2-3 0,2 3 156,-1-3 0,1-2-51,-1 0 0,1 0 159,-1 0-207,-6 0 1,-1 0-61,-3 0-6,-3 0-112,12 0 1,-11 0-189,8 0-129,-8 0-606,4 0 244,-7 0 0,-7 0 0,-3 2 0,-4 1 817,-1 2 0,-8 7 0,-1-3 0</inkml:trace>
  <inkml:trace contextRef="#ctx0" brushRef="#br0" timeOffset="1">8947 6252 7731,'0'-16'-583,"-1"2"0,-3 2 891,-1 2 0,-2 7-43,2-3 1,2 5 212,-8 1 1,6 0 68,-5 0-403,6 0 1,-4-5 0,2-1-154,-4 3 0,2-4 1,-1 0 14,2-1 0,-5 2 1,2-2 22,-4 1 1,3 2-1,1 5 1,-2 0 35,-2 0 1,-6 0-1,-1 0 1,2 0-45,2 0 0,-4 5 0,0 0-41,2-2 56,-5 6 1,7-7 0,-5 3 130,-1-3-144,6-2 1,-5 5 0,6 0 162,1-2-185,-1-1 1,-5 3 0,1 1-1,1-1-3,2 2 0,-4-4 0,-1 7 1,-3 2 49,-2 2 1,-1 2 0,1 1-1,1 2 40,-2 2 0,1 4 0,1-4 1,5-2-31,4-2 1,1-3 0,1-2 0,-1-1-30,1 1 1,1-4-1,2 3 1,2 1-91,-2 1 1,3 3-1,-1-1-110,-2 1 175,5-1 1,-7 1-1,4 1 120,-4 4-128,5-4 0,-3 7 0,5-5 167,-1 2-159,4 0 1,-8-6 0,5 1 252,-1-1-127,4 1 0,-3-1 0,7 2 0,0 2 55,0 2 1,0 0-1,0-6 1,2 1-90,3-1 1,-1 6 0,4 0 0,1-2 5,0-2 0,1-2 0,5 1 0,1-1-16,-1 1 0,1-1 0,-1 3 0,1 1 4,-1 1 0,1 1 1,-1-5 112,1-1-143,6 1 0,-4-1 0,4 1 63,0-1-65,-4 1 0,9-8 0,-4-3-104,1-3 91,2 5 0,5-5 0,1 3 1,3-3 14,1-2 0,5 0 0,-3 0 0,0 0-47,0 0 0,0 0 1,-4 0-1,3 1 0,-3 5 0,-1-3 1,-4 6-1,-1-1 16,-3 1 1,-4-4-1,5 4 1,0-3-12,-2-2 1,5 3 0,-5-2 0,2-2-34,0-1 0,5-2 1,5 0-1,-1 0 0,-3 0 0,-1 2 0,0 1 104,0 3-88,0-1 0,1-5 0,-3 1 152,-3 5-154,3-5 0,-5 8 1,5-6-25,-3 3 20,3-1 0,-6-5 0,6 0 0,0 0-18,4 0 0,-4 1 0,-1 3 0,3 1-12,4-1 1,6-3 0,-5-1 0,-1 0-18,-3 0 1,-2 0-1,-3 0 1,-1 0-25,2 0 0,-4-5 0,0-2 0,-2-1 32,-3-5 1,0 1-1,0 0 1,2 2 118,-2-2 1,0 3-1,1-1 16,6-2-109,-3 5 0,1-5 0,-5 5 0,1 0-31,-1 0 0,4-5 1,-1 4-96,2-1 160,-5-5 0,5 6 0,-5-10 0,4-1 27,1-1 1,-5-1-1,1 5 1,-1 1-23,2-1 0,-4 1 1,2-1-1,-5 1-1,-4-1 0,-1 6 0,3 0 0,-2-1-22,2 3 1,-5-6 0,0 4-1,0-2-15,3 1 0,-1-8 0,1 2 2,2-5 0,0 3 0,0-2 0,-3 4-42,-2 1 1,3 1 0,-5-1 61,-1 1-11,-2-1 0,-2 1 0,0-1 4,0 1 0,-2 4 0,-3 1-126,-6-2 121,5 5 0,-8-7 1,5 4-1,-1-2-9,-1 1 1,3-8 0,-4 4 0,1-2-29,-1-1 1,4 5 0,-1-1 0,1 0 14,-1-3 0,4-2 0,-6 3 1,1 1 35,1-1 0,-4 1 0,2-1 0,-2 3-4,-3 2 0,1-3 0,-1 4 1,-1-2-23,-4 2 0,-3-4 1,-7 5 6,0 1 7,7-6 1,-5 10-1,3-6 69,-4-2-69,6 5 0,2-7 1,6 6 21,1-1 18,-1-5 1,1 11 0,-1-6 72,1 2 0,-1-3 0,1 5-54,-1 1 0,1 3 1,-1 1-1,1 0-97,-1 0 1,1 0 0,-1 0 0,1 0-63,-1 0 1,1 0-1,-1 0 1,1-2 130,-1-3 1,1 3 0,-1-3 47,1 3-94,-8 2 1,11 0-1,-3 0 43,1 0-15,0 0 1,-1-2-1,-3-1-167,-2-2 77,3 0 1,-6 5-1,8 0-71,-1 0 143,1 0 1,-3-2 0,-1-2-1,-1-1-2,1 2 1,2 1 0,1 2 0,1 0 17,-1 0 1,1 0 0,-1 0 0,1 0-7,-1 0 1,1 0-1,-1 0 1,1 0-18,-1 0 0,6 0 0,-1 0 0,-1 0 1,-1 0 1,2 0-1,1 0-149,-2 0 144,-2 0 0,4 0 1,-1 0-9,-1 0 1,-2 0 0,-1 0 0,-1 0 20,1 0 1,5 0-1,-1 0 66,-1 0-58,-2 7 1,4-5-1,0 3 64,-2-3 1,-2-2-1,-2 0 3,1 0 1,-1 0 0,1 0-1,-1 0-31,1 0 0,5 1 1,-1 3-1,-1 1-66,-2-2 1,4 4-1,0-1 1,-2-3-74,-2-1 1,4 3-1,-1 0-32,-1-2 0,-2-1 168,-1-2-61,6 0 0,-5 0 0,4 0 26,-4 0 0,4 2 0,0 1-31,-2 3 1,0 0 0,-1-2-44,3 1 1,1 2 0,-3-4-363,2 3-723,7-1-840,-4-5 2001,7 0 0,0 0 0,0 0 0</inkml:trace>
  <inkml:trace contextRef="#ctx0" brushRef="#br0" timeOffset="2">11180 6329 7733,'-8'7'703,"1"-5"1,9 5-549,3-7 0,-2-5 0,8-2 0,1 0 34,1 0 0,3-3 1,-1 3-1,1 0 272,-1 0 0,3 0 1,1 4 367,1-3-688,8 1 1,-4 5 0,7 0 79,0 0-153,0-7 1,5 6 0,0-6-60,-1 0-31,4 5 0,-6-10 0,3 7 0,-3 0-103,-2-2 1,-7 5 0,-3-3-655,-4 3 572,-8 2 0,-4 0 0,-10 0 0,-6 0-255,-2 0 1,-3 2 0,1 1 0,-1 3-44,1-3 0,-1-1 0,1-2-802,-1 0 756,1 0 551,-1 0 0,1 0 0,-1 0 0</inkml:trace>
  <inkml:trace contextRef="#ctx0" brushRef="#br0" timeOffset="3">11521 6128 7200,'-6'-16'786,"4"8"1,-7 1-1,6 8-214,-2 5-368,-1 2 1,1 8 0,-2 1 285,-1 4-360,-3-4 1,-4 14 0,-1-2 144,1 6-241,-1 8 1,-1-9 0,-2 8 0,-3 1 11,-2 1 1,0 3 0,-4 0 0,4-1-10,2 1 0,-1-8 0,4-3 1,-2-1-212,3 1 1,0-5 0,3 0 0,1-8-1658,4-6 969,-4-2 0,12-8 1,-1-9-286,6-11 1147,6-3 0,6-13 0,1 5 0</inkml:trace>
  <inkml:trace contextRef="#ctx0" brushRef="#br0" timeOffset="4">11289 6609 7695,'0'8'2102,"0"1"-1328,0-4-544,0-3 0,5 11 1,2-2 9,2 3 1,-4 1-1,3 2-34,-1 4-148,5 3 0,-10 7 0,5 0-17,0 0-107,-5 0 1,4 5 0,-6 2-1,0 0-270,0 0 0,0-2 0,0-6 0,0-4-548,0-6 0,0-2 306,0-3 1,0-8-1,0-9 578,0-12 0,0-8 0,0-9 0</inkml:trace>
  <inkml:trace contextRef="#ctx0" brushRef="#br0" timeOffset="5">11490 6609 7695,'0'-16'348,"2"1"178,3-1 0,-3 6 1,5-1-404,0-1 1,-4 5 0,6 0 0,0 2-69,-1 0 1,-3 0 0,6 5-77,1 0 0,2 2 0,1 3-17,1 5 1,-6 4-1,-2 1-50,-1 1 38,5 0 0,-8-1 0,4 1 318,-1-1-178,5 1 1,-8-1 0,5 1 0,-3-1 54,-2 1 0,3-1 0,0 1 0,0-1 125,-1 1 0,0-1 0,-5 2 0,3 4-63,1 5 1,0 3 0,-5 2 0,0 0-112,0 0 1,-2 6-1,-1-1 1,-2-2-24,1-1 1,1-9-1,-1-1-163,-1-1 0,-2-12-400,2 1 392,-3-8 0,-3-10 1,1-3-931,-2-4 773,-2-1 1,-1-3-1,-1-1-790,1-1 756,-1-8 1,-5 9-1,1-5-116,1 2 339,1 1 0,3 5 0,-1 3 36,1 2 0,5-1 1373,-1 7-757,8 0 1,3 5-1,10 0-166,4 0 0,1 0 1,1 0-1,-1 0-166,1 0 1,1-5 0,2-1-1,2 3-145,-2 1 1,3 2 0,-1-1-325,-2-5 203,-2 5 1,4-6 0,-1 5-364,-1-3 285,-1 3 0,-3-6 0,1 4-890,-1-1 494,-6 0 1,3 3-1,-5-1-614,1-3 0,-3 1 1100,6 5 0,-8-7 0,4-1 0</inkml:trace>
  <inkml:trace contextRef="#ctx0" brushRef="#br0" timeOffset="6">12126 6159 7692,'-8'0'2469,"1"0"-1611,7 0-474,0 0 1,7 0-511,3 0 1,4 1-278,1 5 1,-4-3-671,-1 7 1,-7 1-1025,3 4 2097,-5-6 0,-1 5 0,0-6 0</inkml:trace>
  <inkml:trace contextRef="#ctx0" brushRef="#br0" timeOffset="7">12033 6329 7535,'0'16'173,"0"-6"543,0 1 0,2-8 0,3 2-513,5-3 0,4-9 0,3-2 0,2-1-49,2 0 1,7 1 0,-3-3-1,5 2-224,1-2 1,-5 3 0,-2 0 0,-2 2-476,-3 4 0,4-4-225,-3 2 174,-6 0-319,0 5 606,-13 0 0,5 0 1,-12 0 308,-4 0 0,-4 0 0,-8 7 0,-2 1 0</inkml:trace>
  <inkml:trace contextRef="#ctx0" brushRef="#br0" timeOffset="8">12157 6376 7616,'0'10'771,"0"1"-454,0-8 1,0 6 0,0-4 655,0 5-762,0-3 0,0 12 0,0-2 0,0 7 38,0 9 1,0 5 0,0 9 0,0-1-189,0 1 1,0-1 0,-1-1 0,-3-2-437,-1-2 0,-5-11 1,4-1-1,1-7-474,-2-8 1,4 0 0,-6-11-619,2-4 1467,2-6 0,-2-16 0,-1-1 0</inkml:trace>
  <inkml:trace contextRef="#ctx0" brushRef="#br0" timeOffset="9">12173 6609 7902,'0'-16'1042,"5"6"-548,0-1 0,5 6 0,-3-3 9,2 1 0,1 1 0,6 6-254,-1 0 1,-4 0 0,-1 0-251,2 0 0,2 7 0,0 4 37,-4 3 1,-3 1 0,-7 1-318,0-1 225,0 1 0,0 4 0,0 1-163,0-2 137,0 5 0,-5-7 0,-2 6 0,-2-3-99,-3 1 0,3 0 0,1-6 0,-1 1-219,1-1 1,2-1 0,-2-2-556,1-2 0,-3-3 167,4-1 0,1-5 788,5-16 0,0-4 0,0-12 0</inkml:trace>
  <inkml:trace contextRef="#ctx0" brushRef="#br0" timeOffset="10">12560 6159 8053,'11'-14'1745,"-1"4"-1305,-6-4 0,2 21 1,-6 1-256,0 10 0,-6 7 0,-3-2 0,-1-1-61,-1 1 0,6 2 1,-4-2-1,1-1-224,-1 1 0,6-3 0,-2-4-1202,3-1 402,2-6 715,0-2 0,2-9 0,3-1-327,5-2 379,4-8 1,1 5-1,1-8-41,-1 1 172,1-1 1,-1 6-1,1 1 1,-1 2 195,1 4 1,-1 1 0,1 2 183,0 0 0,-6 2 0,-2 3 1,-1 6-53,-3 2 1,-2 3-1,-2 1 1,0 4 16,0 5 0,0 3 0,-2 2 0,-2 0-96,-1 0 1,-7 0 0,4 0 0,-3 0-12,1 0 0,-1 5 1,-4 0-20,-1-1-142,1-2 1,-1-7 0,1-1 133,-1 3-176,1-6 1,-1 6 0,1-7-555,-1-2 89,1-9 0,-1 2 0,1-7-280,-1-1 1,6-3 0,1-2 0,1-5-44,-1-4 0,6-4 1,-2-3-1,3-2 375,2-2 1,0-6 0,0 1 0,0-3 379,0-2 0,2 1 0,1 3 0,2 3 0,-1 1 0,3-3 0,-2 6 0,-2 1-82,-1 2 0,0 6 742,3 1 0,-2 6 724,8-1-1046,-8 10 1,4 4-1,-5 7 1,1-1 133,2 1 1,6-1 0,-5 1-1,1-1-84,0 1 1,5-1 0,-1 1 0,2-1-233,3 1 1,-2-1-1,-2 1 1,-2-1-64,2 1 1,2-1 0,1 1 0,1-1-49,-1 1 1,-1-1 0,-2 1 0,-1-1-367,1 1 0,-4-6 0,1 1 0,0-1-1950,-1-2 162,-4 6 1225,9-5 884,-11 0 0,5-3 0,-7-6 0</inkml:trace>
  <inkml:trace contextRef="#ctx0" brushRef="#br0" timeOffset="11">13243 6190 7510,'-9'0'2008,"2"0"1,9 0-1807,3 0 0,4 0 0,6 0 1,1 0-62,-1 0 0,1 0 0,1-2 1,2-1-129,2-3 0,4 1 0,-2 3 1,1-1-94,4-2 1,-4 0 0,0 5-23,-2 0 59,6 0 1,-11 0 0,4 0 14,-4 0-144,-2 0 147,-6 0 63,-2 0 1,-9 5 0,-3 2 140,-5 1 0,1-4-132,-1 1 0,1-2-12,-1 3 1,1-5-131,4 4-50,3-3 161,-5-2-25,7 0 478,0 0-287,-7 0-148,6 7 0,-6-3 84,7 6-91,0-7 1,-5 6 191,0-4-199,-1 4 0,6 1 0,-1 0 283,-5 3-278,5-7 0,-8 8 0,6-3 0,-2 2-13,1 3 1,1-6 0,-1 1-378,-1 1 1,0-4-836,5 3 122,0-8 0,0 2 226,0-10 0,0 2 852,0-8 0,0 1 0,0-6 0</inkml:trace>
  <inkml:trace contextRef="#ctx0" brushRef="#br0" timeOffset="12">13212 6515 7674,'-9'2'-298,"4"3"325,3-3 1,0 5 1143,-3-7 68,4 0-56,-6 0-802,7 0 1,1 0-41,5 0 1,-3 0-100,7 0 1,1 0 0,4 0-58,1 0 1,-1-2 0,1-1-150,-1-2 0,1-1 0,-1 6-409,1 0 280,-1 0 0,1-5-114,-1 0 49,1 0 0,-1 3-325,1-3 0,-6 3-534,0-3-65,-6 3 1,1-3-282,-10 0 1363,3 0 0,-12 5 0,6 0 0</inkml:trace>
  <inkml:trace contextRef="#ctx0" brushRef="#br0" timeOffset="13">13134 6469 7259,'-8'0'2124,"1"-7"-1946,7 5 172,0-5-106,0 7-76,0 0 0,0 7 49,0 4-112,0-4 1,0 6-1,0-2 1,0 2 34,0 3 1,0 1 0,0 2-1,0 2-46,0-2 1,0 0 0,0 0 0,0 1-14,0-1 1,0-1 0,0-3 0,0 1 10,0-1 1,0 1 0,0-1 40,0 1 0,1-1-104,5 1 0,2-2-81,8-4 34,-1 4 0,1-13 38,-1 5 5,1-5 0,-1-1 0,1 0 179,-1 0-192,1 0 0,4 5 1,1 1-1,0-3-5,1-1 1,-5-2 0,4 0-1,-2 0-37,2 0 0,-4-2 0,4-1 1,-2-3 48,1 3 0,-3 1 1,4 2-1,-4-1 51,-1-5 0,-1 5 1,1-5-1,-1 5 21,1 1 1,5 0 0,-1 0-42,-1 0 0,-2-5 0,-1-1 126,-1 3-116,-6 1 0,0 2 0,-4 0 478,5 0-383,-3 0-60,7-7-30,-12 6 0,6-11-37,-3 6 1,-3-1-189,3 2 0,-3 2-189,-2-7 1,-5 4-1,-2-4-698,-2-2 0,6 3 0,-4-1 1047,0-2 0,-2-2 0,-6-1 0</inkml:trace>
  <inkml:trace contextRef="#ctx0" brushRef="#br0" timeOffset="14">14111 6190 7885,'-9'1'1433,"4"5"0,5-5-1248,5 4 1,4-3-1,7-2 1,-1-2-6,1-3 1,4 2-1,3-6 1,1 2-114,3 4 1,-2-4 0,0 0-393,3-1 275,1 4 1,-3-5 0,-2 6-387,-1-2 301,-3 0 1,-4 3-473,-1-3 156,1 3 1,-8-7 37,-2 4 0,-12 4 0,-4-5 0,-4 5-627,-1 1 1040,-1 0 0,-6 7 0,-2 1 0</inkml:trace>
  <inkml:trace contextRef="#ctx0" brushRef="#br0" timeOffset="15">14297 6035 7923,'-8'6'752,"-1"1"0,6 5 0,-3-1-457,3 1 0,1 2 0,2 1 0,0 1-59,0-1 1,-5 1 0,0-1 0,1 2-154,3 4 0,-4-2 1,-2 5-1,0 0 6,0 0 0,2-3 0,3 3-157,-3-1 4,3-3 0,-5-4-245,7-1 177,0 1 1,2-6-403,3 1 390,4-8 0,6 4 0,1-7 0,-1-2-51,1-3 0,-1 2 0,1-6 0,-1 0 40,1 1 0,4-1 0,1-3 0,-2 2 22,-2-2 1,-1 0 0,-1 0 0,1 1 73,-1-1 0,-4 5 0,-3 0 271,-1 0-104,5 6-786,-10-6 311,5 7 1,-14 0-275,-3 0 0,-4 0 641,-2 0 0,1 0 0,6 0 0,-5 0 0,6 0 0</inkml:trace>
  <inkml:trace contextRef="#ctx0" brushRef="#br0" timeOffset="16">14390 6267 7690,'0'-8'1033,"0"1"1,0 8 0,0 5-675,0 4 1,0 6 0,0 2 313,0 3-488,0 7 0,0-4 0,-1 7 1,-3 2-21,-1 3 1,0-3 0,3 4 0,-1 0-121,-3-1 0,1 4 1,3-8-1,-1-2-249,-2-1 0,0-7 0,5-1 0,0-4-934,0-1 370,0-8 1,0-2 0,0-12-384,0-4 1,-5-4 1150,-1-1 0,-6-8 0,4-1 0</inkml:trace>
  <inkml:trace contextRef="#ctx0" brushRef="#br0" timeOffset="17">14220 6686 8121,'-16'0'1144,"1"0"429,6 0-858,2 0 1,9 0-252,3 0-377,4 0 0,6-5 0,1 0-297,-1 1 206,8 3 0,-4-1 0,5-2-681,-2-1 494,-1 0 1,-6 0-1,2-2 1,2 0-215,2 0 1,-5 0 0,-6 4-321,2-2 1,-3-2-483,1 2 920,-7 3 0,-3-5 0,-10 7 287,-4 0 0,-8 0 0,-2 0 0</inkml:trace>
  <inkml:trace contextRef="#ctx0" brushRef="#br0" timeOffset="18">13925 6252 7091,'-14'1'362,"4"5"0,-2-3 0,7 7-31,1 3 0,3 0 1,1 3-110,0-1 1,0 1 0,0-1 102,0 1-207,0 6 1,5-3 0,2 7 24,1 2-93,-4 1 0,8 2 0,-5 0-63,1 0-16,-4 0 0,4 0 0,-4 0 0,1 0 41,-2 0 1,1-7 0,-1-1 0,2-3 95,-1 1 0,-2 0-100,-2-6 1,-7-6-147,-4-4 1,-2-3-1,-3-2-248,1 0 1,-1-2-1,1-1 27,-1-3 1,6 0 319,-1 0-255,1 5 449,1-6 9,2 7 324,1 0-236,4 0 0,-3 0 0,10 0 177,5 0 1,4 0-1,1 0-200,1 0 1,1 0-1,2 0 1,2 0-48,-2 0 0,-2 0 0,0 0 0,2 0 61,2 0 0,5 1 1,-4 3-1,1 3-20,-1 1 0,6-2 1,-4 2-1,1 1-155,1-1 1,0-4-1,5 1-224,0-3 140,0-2 0,-5 5 0,0 0 26,1-1 29,-4-3 1,4-1 0,-6 0 58,-2 0-103,-2 0 1,-1 0 0,-2 2 0,-2 1-93,-2 3 0,-5-1 1,5-5-243,3 0 0,0 0 1,1-2-1,-2-1-202,-1-3 1,-1-4-1,5 3 1,1-1-167,-1-4 0,1 3 1,-2-1 706,-4-2 0,4-2 0,-6-2 0</inkml:trace>
  <inkml:trace contextRef="#ctx0" brushRef="#br0" timeOffset="19">14855 6236 7514,'0'-15'941,"0"4"-480,0 1 1,2 7 0,3-3 0,4 3-144,0-2 0,4 3 0,-2-3-72,2 3-118,10-5 0,1 6 0,7-6-45,0 0-28,0 5 0,5-10 0,0 7-478,-1 1 156,-9-4 0,1 6 0,-6-3-1051,-2 3 869,-9 2 0,-10 0 0,-10 2 1,-4 1-275,-1 2 1,-6 1 722,0-6 0,-6 7 0,3 1 0</inkml:trace>
  <inkml:trace contextRef="#ctx0" brushRef="#br0" timeOffset="20">15026 5988 7389,'0'-9'1286,"0"3"0,0 18-1017,0 3 0,0-1 1,-2-4-1,-1 2 12,-2 2 0,0 2 0,5 1 49,0 4-203,0-4 1,0 7 0,0-5 193,0 2-183,0 6 0,1-8 1,3 7 60,1 2-203,0 1 1,-5 4 0,2 1 0,1 4-16,2 2 0,1-4 1,-6 3-1,0 1 15,0 0 0,0-6 0,0 2 0,0-3 44,0-2 1,5-7 0,0-1 0,-2-3-20,-1 1 0,-2 0-45,0-6 1,-2-4 0,-3-3-78,-5-1 0,1-2 0,-1-5-613,-2 0 544,5 0 0,-7 0-1,5-1 1,-1-3-164,0-1 0,-1-2 0,-4 4-563,-1-3 555,1-6 0,-1 4 0,1-8 106,-1 1 1,1 4-1,1 1 1,2 0 378,2 1 1,5-5 0,-4 4 268,2-4 1,0-1 83,2-1 0,3 1-10,-3-1 1,3 1 0,4 1-187,3 3 0,4-2 0,6 4-154,1 0 1,-1-3 0,3 5 62,2-1-115,-2-2 0,9-1 1,-4 1-1,1-2 44,3-2 0,3 4 1,1-1-243,0-1-45,0 5 1,-7-1-1,-2 4 1,-1-1-613,-1 2 0,-4 1 1,-6 0-140,2-3 0,-3 3 1,0-5-868,-3 1 1767,0-3 0,-13-14 0,-2-1 0</inkml:trace>
  <inkml:trace contextRef="#ctx0" brushRef="#br0" timeOffset="21">15336 5973 7652,'0'-9'2236,"0"2"-1491,0 7-351,0 0 1,5 2-666,0 3 1,6 4-1,-4 4-870,1-2 0,-4 2 1141,1-2 0,-3 3 0,-2 1 0</inkml:trace>
  <inkml:trace contextRef="#ctx0" brushRef="#br0" timeOffset="22">15290 6159 7652,'-16'15'774,"2"1"576,4-1-1392,3-6 1,9-2-42,3-7 125,4 0 0,6-5-60,1-1-11,-1-6 0,1 9 0,-1-6-62,1 2 1,-1 0 0,1 4 97,-1-2 0,1 0 0,-1 5 29,1 0 0,-1 0 1,1 0-1,-3-2 59,-2-3 1,3 3-1,-4-3 6,4 3 1,-4 2-1,-1 2-106,-2 3 0,-2-1 0,-5 6-96,0 2 1,-2-3 0,-3 1 0,-5 2-13,-4 2 1,-2 1-1,1 1-280,-1-1 229,-6-6 0,5 5 0,-4-6 1,4 3-272,1-1 0,1-7 1,-1 3-1,1-5 435,-1-1 0,1 0 0,-1 0 0</inkml:trace>
  <inkml:trace contextRef="#ctx0" brushRef="#br0" timeOffset="23">15352 6205 8566,'8'7'1286,"-1"2"-876,-7 6 0,0 1-188,0-1-177,0 1 1,0-6 0,0 0-687,0 3 1,0-5 640,0 2 0,0 1 0,0 4 0</inkml:trace>
  <inkml:trace contextRef="#ctx0" brushRef="#br0" timeOffset="24">15228 6515 7429,'1'-3'518,"4"-7"1,4-2 0,7 1-519,-1-1-10,1 5 1,4-5-1,1 7-18,-2 2 33,-2 1 1,-1 2 0,-3 2 0,0 1-29,-3 2 0,-7 7 0,2 0 0,-3 6-11,-2 2 0,0-4 0,0-6 0,0 2 186,0 2 1,-5 2 0,0-1 0,0-1 66,-2-4 0,3 4 0,-4-4 0,-1 4-25,0 2 1,4 4 0,-5 1 0,-2-2 28,-2-2 0,4 0 0,-1 2 1,1 2-95,2-2 1,-5-2 0,8-1-149,2-1 2,1 1 0,4-1 0,3-1-26,5-4 1,1-1 0,2-6-5,5 3 18,1 6 0,-4-9 0,1 6 0,-1-1-37,1 1 0,-1-4 0,1 4 1,-1-2-312,1-4 1,-6 4 0,0-2-840,2-1 729,-5-3 1,0-7 0,-7-5 9,0-3 1,-2 4 0,-1 0 476,-2-2 0,-7-2 0,3-2 0</inkml:trace>
  <inkml:trace contextRef="#ctx0" brushRef="#br0" timeOffset="25">15476 6717 9615,'8'2'864,"-3"3"1,-3-2 0,-2 8 0,0 1-643,0 2 0,-2 1 0,-1 1 0,-4-1-162,-1 1 1,2-2 0,-2-2-628,1-2 492,-5 0 0,3 1 1,-6-1-1478,-1 2 1007,1-5 1,-6 0 0,0-5-1,1 1-164,-3 2 1,6 0-1,-4-6 1,2-3 708,-1-1 0,2-14 0,-4 2 0</inkml:trace>
  <inkml:trace contextRef="#ctx0" brushRef="#br0" timeOffset="26">15119 6748 7652,'0'-8'1510,"0"-6"-938,0 12 0,2-5 0,3 7-220,5 0 1,1 0 0,2 0 0,6 0-197,4 0 1,-3 0-1,6 0 1,2 0-150,1 0 0,2 0 1,0 0-1,0 0-2,0 0 0,-5-5 1,-2 0-1,-1 1-267,-5 3 1,0 1-1113,-3 0 377,-6 0 1,-4 0 996,-10 0 0,-4-7 0,-6-2 0</inkml:trace>
  <inkml:trace contextRef="#ctx0" brushRef="#br0" timeOffset="27">16018 6174 7649,'0'-8'192,"0"-1"1,2 6 449,3-3 0,-1-1 1,6 4-359,2-2 1,2-2 0,1 3 0,3-1-50,2 2 1,-1-1 0,7 1 0,2-2-59,1 1 1,2 3 0,0 1-162,0 0 21,0 0 0,0 0 1,-2 0-485,-3 0 336,-3 0 1,-8 0 0,1 0-673,-1 0 208,-6 0 1,-2-2 52,-7-3 1,-7 3 0,-4-3-1,-2 3-111,-3 2 0,-5 0 633,1 0 0,-15 0 0,3 0 0</inkml:trace>
  <inkml:trace contextRef="#ctx0" brushRef="#br0" timeOffset="28">16251 6019 9058,'-2'16'718,"-3"1"-553,-5 3 1,-4 3 0,-1 6 0,-3 1-4,-2 2 0,1 4 0,-7 1 0,0 2-115,2 1 0,-5 0 1,4-6-1,0 2-69,-1-1 1,2-4 0,-2-5 0,5-7-866,4-7-578,1-5 959,8-7 0,1-7 506,7-4 0,7-9 0,1-5 0</inkml:trace>
  <inkml:trace contextRef="#ctx0" brushRef="#br0" timeOffset="29">16158 6236 7649,'9'0'-815,"-1"0"1578,-3 0-434,-3 0 1,5 2-183,-7 3-14,0-3 0,0 6 0,2-4 96,3 1-114,-3 0 0,6 0-120,-3 1 0,4 4 1,7-3-29,-1 1 1,-5-4-1,1 1 1,1-3 19,2-2 1,1 2-1,1 1-73,-1 2 0,1 0 0,-3-3 0,-1 1-264,-1 3 1,-6-1-674,5-5 187,-6 0 522,3 0 314,-7 0 0,-7 0 0,-2 0 0</inkml:trace>
  <inkml:trace contextRef="#ctx0" brushRef="#br0" timeOffset="30">16080 6422 7145,'0'16'1372,"0"-6"-504,0 1-673,0-8-49,7 4 0,-3-7 1,6 0-146,2 0 1,-3 0-1,1 0 1,0-2-94,-1-3 0,5 3 0,-4-5-96,4 1 0,-4 4 0,-1-5 0,0 2-194,-1 0 1,-4-2 0,3 3-290,-1-1 0,-2-5 671,6 5 0,-6-2 0,1 1 0,-3 5 0,-2-6 0</inkml:trace>
  <inkml:trace contextRef="#ctx0" brushRef="#br0" timeOffset="31">16111 6500 7692,'0'15'-173,"0"-4"855,0-1-382,-6-6 0,4 9 1,-3-2-24,3 3 1,2 3-249,0 3 1,0-2 0,0 2 0,0-2-367,0-3 0,0-5 0,0 1-431,0 1 1,0-4-328,0 3 1095,0-8 0,0 4 0,0-7 0</inkml:trace>
  <inkml:trace contextRef="#ctx0" brushRef="#br0" timeOffset="32">16111 6609 8767,'7'-9'381,"4"4"1,-3 1 0,3 1-604,1-2 1,2 0 0,1 3-517,1-3 0,-1 3-794,1-3 1532,-8 3 0,-1 9 0,-7 2 0</inkml:trace>
  <inkml:trace contextRef="#ctx0" brushRef="#br0" timeOffset="33">16127 6686 7692,'-9'9'1275,"2"-2"-1191,7-7 1,6-2-1,1-2-420,1-1 205,2 0 0,6 0 1,0-2-621,-1-2 1,-5 6-105,1-2 855,-1 3 0,-1 2 0,-2 0 0</inkml:trace>
  <inkml:trace contextRef="#ctx0" brushRef="#br0" timeOffset="34">16034 6810 7690,'-9'0'289,"2"7"241,1-5-334,4 5 0,-10-6 61,7 5-84,-1-5 1,8 6-172,3-7 1,-1-5 0,6 0 0,2 0-21,2-2 1,1 5 0,1-5 0,-1 2-230,1 0 1,-1 0 0,1 5 21,-1 0 1,1 0 98,0 0 0,-1 0-271,1 0 361,-8 7 14,-1-6 0,-7 8 0,-2-6 1,-3 4 120,-5 2 0,-4-4 1,-1 5 519,-1 2-479,0 2 1,1-3 0,-1-3 0,1 1 284,-1-1 0,6-2-344,0 4 1,8-7-158,2 3 0,7-5 1,8-1-1,1 0-48,-1 0 1,6 0 0,2-1 0,-1-3 28,0-1 1,4 0-1,-5 3 1,0-1 107,1-3 0,-5 1 0,4 5 240,-4 0-140,-1-7 1,-1 6 0,1-4 189,-1 3 0,-6 4-53,-4 3-252,-3-4 1,-2 13-1,-2-3-124,-3 2 1,1-2 0,-6-1 0,-2 2-521,-2 2 0,0-4 646,4 1 0,-11-8 0,4 4 0</inkml:trace>
  <inkml:trace contextRef="#ctx0" brushRef="#br0" timeOffset="35">16732 6221 11031,'15'0'140,"1"0"1,1-2 0,2-1-306,2-3 0,4-4 1,-2 5-1,-1 0-283,1-2 0,3 3 0,-6-4 0,-1 1-436,-2 3 0,-6 3-189,-1 1 1073,-7 0 0,4 0 0</inkml:trace>
  <inkml:trace contextRef="#ctx0" brushRef="#br0" timeOffset="36">16856 6066 9450,'0'8'946,"0"6"-571,0-4-259,0 4 0,0-4 1,0 1-1,0 1 28,0 2 0,0 1 0,0 1 0,0 1-68,0 4 1,0-4 0,0 5-1,0 1-11,0 3 1,0 5 0,0 3 0,0 2-80,0-1 0,0 4 0,0 1 0,0 1 39,0 1 0,0-8 0,0 2 1,0-3-36,0-2 1,0 0-1,0-2 1,-2-3 2,-3-5 1,3-4-96,-3-1 57,-4-8 0,6-1-187,-7-7 1,-1 0 0,-4-1-95,-1-5 0,6 3 1,0-7-33,-2-2 1,-1 3-1,1-1 1,2-2 170,-2-2 0,3-2 0,-1 1 0,0-1 330,1 1 0,-3 4 0,7 1 0,0 0 148,-2 1 0,5-5 184,-3 4 1,3 1 200,2-1-504,0 6 1,2-8 0,1 6 413,3-3-530,6 5 1,-4-8 0,8 6-1,1-3-61,4-3 1,-2 3-1,5-1 1,0-2-88,0-2 1,-3 0 0,4 2 0,1 2-287,-2-2 0,4 0 0,-7 0 1,-2 3-258,-2 2 0,-2-3 0,1 3 0,-1 0 635,1 0 0,-8-5 0,-1 3 0</inkml:trace>
  <inkml:trace contextRef="#ctx0" brushRef="#br0" timeOffset="37">17197 5988 8016,'-9'0'1595,"2"2"1,7 3-1543,0 5 0,0-1 0,2 0 0,2-1-251,1 1 0,0-4 0,-3 4-982,3-3 1,-3 6-734,3-1 1408,-4-4 505,-1 7 0,-6-6 0,-3 8 0</inkml:trace>
  <inkml:trace contextRef="#ctx0" brushRef="#br0" timeOffset="38">17057 6190 7220,'0'8'1592,"0"-1"-833,0-7-155,0 0-589,7 0 1,2 0 0,8 0 0,2 0-63,2 0 0,-1 0 0,-4 0 1,1 0-34,4 0 0,-4 0 0,4 0 0,-4 0 38,-2 0 1,-4 0 0,-1 0 0,0 2-25,-1 3 1,0-3-1,-6 5-69,2 0 1,1 1 0,-8 6-109,-3-4 1,-4 4 0,-7-5-384,1-1 470,-1 6 1,-1-7 0,-2 5-362,-1-2 298,-1-6 0,5 8 219,1-7 0,-1 0 0,1-5 0</inkml:trace>
  <inkml:trace contextRef="#ctx0" brushRef="#br0" timeOffset="39">17150 6283 7648,'16'0'682,"-1"0"0,-4 0-290,-1 0 1,-6 2-1,1 3-355,-4 5 0,-2 4 1,-3 1-722,-1 1 562,-7-1 0,9-1 1,-6-2-900,2-1 772,-5-1 1,9 4-1,-6-2 1,0-4-97,1-1 1,3 4 0,-6-5 355,-1 3 0,4-5 1,-1 2 415,2 1 1,0-5-17,2 3 0,5-3-357,0-2 0,7-5 0,8-2 0,1 0-158,-1 0 1,1-3 0,-1 5-1,1 1 9,-1 2 1,-4 2 0,-1 0 176,2 0 0,0 2 0,-1 3 1,-6 6 111,-4 2 1,-1 3 0,0-1 0,0 1-29,0-1 0,0 1 1,-1 0-1,-3-1-15,-1 1 0,-7-1 0,3 1-6,1-1 1,-4 1-1,5-1-18,-2 1 1,6-6 0,-2 0-105,3 2 1,2 2-1,0 2-5,0-1 1,5-4-1,2-3 1,2-1-58,3-4 1,-4 4 0,3-1-193,1-3 132,1-1 0,-2 3-303,-1 0 242,0 0 1,1-5 0,-3 2-856,-1 3-101,-2-3 612,-5 5 0,0-9 504,0-3 0,-6-4 0,-3-6 0</inkml:trace>
  <inkml:trace contextRef="#ctx0" brushRef="#br0" timeOffset="40">17305 6624 7602,'0'-9'2173,"0"15"-1734,0 9 1,-1 9-1,-3-3 1,-3 0-165,-1 1 0,3-3 0,-6 5 0,1-1-138,1-5 0,-4 0 1,2-3-1,-3 1-408,-1-1 1,-1-4 0,1-3 0,-2-1-241,-4-3 1,4-3 0,-6-1 0,3 0 0,-1 0 1,-5 0 0,4-1 0,-1-3-379,1-1 1,0-5 887,1 4 0,4-13 0,-6 2 0</inkml:trace>
  <inkml:trace contextRef="#ctx0" brushRef="#br0" timeOffset="41">16871 6733 7311,'9'-7'-195,"3"3"0,-5-4 494,1 1 1,-2 2 0,2 3 0,1-2 36,0-1 0,-4 0 1,5 5-1,2 0-35,2 0 1,1 0-1,3 0 1,1 0 11,1 0 0,6 0 0,-4 0-21,3 0-205,0 0 0,5-2 0,-3-1-77,-1-2 26,-7 0 1,9-1 0,-6 0-270,2-3 52,-5 5 0,-2-4 1,-6 4-450,1-1 0,-4 0 36,3 5 0,-10 0 1,-1 0-55,-8 0 0,-1 0 648,-1 0 0,0 7 0,-6 2 0</inkml:trace>
  <inkml:trace contextRef="#ctx0" brushRef="#br0" timeOffset="42">17678 6283 8005,'0'15'399,"0"-4"1,0-1-1,0 2-81,0 2 0,0 1 1,-2 3-1,-2 2-143,-1 6 0,0-2 1,5 2-1,0 2-57,0 1 0,0 0 1,0-1-233,0-2 72,0 0 0,0-2 1,0-4-640,0-2 117,0-10 0,0 6-529,0-4 1,0-4 1092,0-6 0,-7-7 0,-1-9 0</inkml:trace>
  <inkml:trace contextRef="#ctx0" brushRef="#br0" timeOffset="43">17709 6283 7519,'0'-9'1725,"0"2"-1658,0 7 0,7 0 0,3 0 1,4 0-43,1 0 0,1 0 0,-1 0 1,2 0-115,4 0 1,-4-1 0,4-3-1,-4-1-262,-1 1 1,-1 3 145,1 1 156,-1 0 259,-6 0 0,-2 7 218,-7 3-289,0-3 1,-2 5 0,-1-5 0,-3 1 10,3 5 0,0-1 1,-1 0-1,-1-2-39,1 2 1,3 7 0,-1 2 0,-1-1 2,-3 3 0,1-4 1,5 7-1,0-1-4,0 0 1,0 4 0,0-3-1,0 1-63,0-1 0,0 3 0,0-4 1,0 0-163,0 1 1,0-7-1,0 2-579,0-4 381,0-1 0,0-6-209,0 0 0,-1-6-591,-5 1 664,5-3 1,-11-4 0,5-1 448,-2-3 0,-1 1 0,-6 5 0</inkml:trace>
  <inkml:trace contextRef="#ctx0" brushRef="#br0" timeOffset="44">17678 6795 7652,'-16'0'820,"1"0"0,4 0 756,1 0-1381,7 0 0,-3 0 0,12 0 0,4 0-97,4 0 0,1 0 1,2 0-1,2 0-142,2 0 0,5-5 0,-4-1 0,1 3-115,-1 1 0,-1 0 0,-6-1 1,1-2-551,-1 1 0,1 3-253,-1 1 1,-4 0 961,-1 0 0,-7 7 0,4 1 0</inkml:trace>
  <inkml:trace contextRef="#ctx0" brushRef="#br0" timeOffset="45">18205 6283 7672,'2'-9'-192,"3"4"740,-4-4 0,8 8 88,-4-5-472,4 5 0,6-4 1,3-1-20,2 3-126,-2-6 1,11 8-1,-5-5 1,2 3-176,0-2 0,-7 3 1,1-3-1,-3 3-1008,-1 2 735,0 0 1,-10 0 0,-6 0 428,-8 0 0,-6 0 0,-2 0 0</inkml:trace>
  <inkml:trace contextRef="#ctx0" brushRef="#br0" timeOffset="46">18329 6066 9113,'0'10'485,"0"0"0,0 1 1,0 4-1,0 1-313,0-1 0,0 1 0,0-1 0,0 2-20,0 4 1,0 3 0,0 7-1,0 0-66,0 0 1,0 6-1,0 0 1,0 3-82,0 3 1,0 0 0,0 0 0,0-3-44,0-2 0,0-2 0,0-5 0,0-2-66,0-3 1,0-3-230,0-8 0,-2-6-138,-3-4 0,-4-10 59,-6-6 1,-1-2 0,1-1-469,-1 4 640,1-4 0,-1 10 0,1-6-25,-1-2 147,1 5 1,-1-5 0,1 5 0,-1 0 136,1 0 1,-1-3 0,1 5 492,-1 1 0,6-3 347,0 2 1,6-2-493,-1 2 1,5 3 0,3-4 0,4 0-100,2 1 0,1-2 0,6 4 0,1-4-191,4-2 1,-2 4-1,5-3 1,0 1-152,0 3 1,0-3 0,4 2-586,-2 2 523,-1-6 0,5 6 0,-3-6-1017,-1 2 866,-7 2 1,9 0-1,-8-2-674,-1-2 620,-1 6 0,-3-11 0,-1 4 341,-4-4 0,4-2 0,-5 1 0</inkml:trace>
  <inkml:trace contextRef="#ctx0" brushRef="#br0" timeOffset="47">18639 6097 8073,'10'0'851,"1"0"1,-6 0 0,4 1-954,-3 5 0,1 2 1,-3 8-1,1-1-258,-2 1 1,-1-1 0,-2 1-516,0-1 0,-2 1 875,-3-1 0,3 1 0,-4-1 0</inkml:trace>
  <inkml:trace contextRef="#ctx0" brushRef="#br0" timeOffset="48">18794 6050 7661,'10'0'-100,"1"0"1,-8 2 0,4 1 930,0 2 1,-5 7 0,3-1-412,-3 3 0,-2 6 0,0 1-200,0-2-163,0 5 1,-6-5 0,0 5-298,-3-1 213,-1-3 0,-6 1 1,1 0-1053,-1-2 688,8-2 0,-11-3 0,3-4 0,-1-3-324,0 0 1,1-6-1,-1 5 715,-4-5 0,4-1 0,-5 0 0</inkml:trace>
  <inkml:trace contextRef="#ctx0" brushRef="#br0" timeOffset="49">18437 6267 7232,'7'-8'1224,"-3"1"-397,6 7-625,0 0 1,6-5 0,1-1 0,2 3-61,2 1 1,6-3 0,-1 0-1,4 0-197,1-2 1,0 5 0,-2-5 0,-2 2-244,-1 0 1,-5 0-1,3 5 1,-3-2-1205,-7-3 170,1 3 1332,-13-5 0,-9 14 0,-10 2 0</inkml:trace>
  <inkml:trace contextRef="#ctx0" brushRef="#br0" timeOffset="50">18500 6484 7661,'-9'7'122,"2"2"1,7 6 179,0 1 1,0-6 0,0 1 0,0 1-130,0 2 0,5 6 0,2 3 0,0-1-463,0 0 1,3 1-1,-3-4 1,0 1-239,0-1 0,0-3 1,-4-4 527,2-2 0,7 1 0,-3 4 0</inkml:trace>
  <inkml:trace contextRef="#ctx0" brushRef="#br0" timeOffset="51">18562 6562 7661,'-2'-9'675,"-3"4"1,3 2 0,-2-1-587,8-1 1,5-5 0,6 5-148,1 1 83,-1-4 1,6 4-1,1-4-52,2 1 43,2 1 0,0 1 0,0 0 1,1 2-50,-4 1 0,4 4 1,-6 1-1,-2 2 56,-2-1 0,-1 3 0,-3 0 0,0-1 172,-3 1 0,-5 0-41,5-2 0,-1 4-72,1 6 0,-3-4 1,-7-1-1,0 2-84,0 2 1,0-2-1,-2 2 1,-1 3-61,-2 0 0,-7 1 0,1-3-254,-2 1 227,-3-1 0,-1 1 0,-2-1-629,-2 1 514,1-8 0,-1 6 0,0-5-946,2-1 817,2 6 1,2-12-1,-1 3 333,1-3 0,-8 5 0,-1 1 0</inkml:trace>
  <inkml:trace contextRef="#ctx0" brushRef="#br0" timeOffset="52">18562 6733 7564,'0'-16'-929,"0"6"2255,0-1-874,6 1 0,-2 1 0,6 3 162,2-1-534,2 5 1,2-7-1,1 6 1,2-2-70,1 1 1,3 3 0,-4 1 0,1 0-534,-1 0 0,-1 0 1,-3 0-946,1 0 1467,-8 0 0,-1 0 0,-7 0 0</inkml:trace>
  <inkml:trace contextRef="#ctx0" brushRef="#br0" timeOffset="53">18717 6546 7826,'0'16'790,"0"0"-623,0-1 1,0 2 0,0 2 0,0 2-302,0-2 0,0-2 0,-2-1 0,-2-1-275,-1 1 1,0-1 0,3-1-841,-3-4 1249,3 4 0,-11-5 0,4 6 0</inkml:trace>
  <inkml:trace contextRef="#ctx0" brushRef="#br0" timeOffset="54">18639 6779 7660,'-9'7'-193,"3"-5"1175,6 12 0,0-6-818,0 1 1,6-2 0,5-7-304,3 0 1,-4 0-1,0-2 1,2-1-590,2-3 0,2-4 728,-1 5 0,1-7 0,-1 3 0</inkml:trace>
  <inkml:trace contextRef="#ctx0" brushRef="#br0" timeOffset="55">19228 6298 7672,'0'9'1829,"0"-2"-1508,0 0 1,0-4-182,0 7 0,2-6 1,3 1-1,6-3-89,2-2 1,3 0-1,-1 0 1,3 0-91,2 0 0,-1 0 1,7 0-1,0-2-138,-2-3 1,5 1-1,-5-4 1,1 1-44,-5 4 1,-3-1 0,-1 1 0,-1-4-123,1-2 0,-7 4-288,-4-5 346,3 6 1,-8-8-680,0 7 963,-7 0 0,-8-2 0,-1-2 0</inkml:trace>
  <inkml:trace contextRef="#ctx0" brushRef="#br0" timeOffset="56">19383 6143 7673,'0'-8'1007,"0"-6"-75,0 12-682,0-5 0,0 9 0,0 3-93,0 5 0,0-1 0,2 1 0,2 2-28,1 2 1,0 3 0,-5 4 0,0 3-14,0 0 0,5 7 1,0-1-1,-1 6 23,-3 4 0,-1-4 0,0 3 72,0-1-112,0-2 1,0 1 0,-1-1 45,-4-2-54,3-8 0,-5 2 0,7-8-146,0-1-201,0-1 1,0-8-430,0 0 0,0-8 203,0-2 1,-5-7 0,0-8-1,-1-1-158,0 1 1,4-1-1,-5 1 640,0-1 0,-2-6 0,-6-2 0</inkml:trace>
  <inkml:trace contextRef="#ctx0" brushRef="#br0" timeOffset="57">19337 6438 8109,'-2'9'1699,"-1"-3"-1454,-2 1 0,-6 2 1,4 6-100,-1 1 0,-1-1 0,-3 3 0,3 1-92,3 1 1,-5 1 0,6-5-1191,2-1 1,-4 1 1135,1-1 0,1-6 0,5-2 0</inkml:trace>
  <inkml:trace contextRef="#ctx0" brushRef="#br0" timeOffset="58">19507 6515 7672,'18'0'141,"2"0"0,-2 2 0,2 2 0,-3 4 200,-1 6 0,-6-2 1,-1 11-1,0-3-228,-1 1 0,-4 5 1,1-6-1,-3-1-649,-2-1 1,0-8-1167,0 0 1702,-7-6 0,-2-11 0,-6-10 0</inkml:trace>
  <inkml:trace contextRef="#ctx0" brushRef="#br0" timeOffset="59">19538 6112 10059,'0'16'-251,"0"-6"0,2-1 0,2-1-215,1 1 0,0-4 0,-3 4 466,3-2 0,-3 5 0,4-4 0</inkml:trace>
  <inkml:trace contextRef="#ctx0" brushRef="#br0" timeOffset="60">18996 6283 6873,'8'0'910,"1"0"-597,-4 0-147,-3 0 0,10 7 1,-7 3-1,-1 4 45,-3 1 1,-1 6 0,0 0 0,0-1-38,0 3 0,0-4 1,2 5-106,3-2-39,-3-1 1,6 0-1,-4 1-59,1 2 9,7-5 0,-10 9 0,5-6-128,0 2 97,-6-5 0,6 9 0,-7-8 0,0-1 35,0-1 1,-7 2 0,-3 1-68,-4-2 1,-1-9 0,-1-4-9,1-5 1,-1-1 0,1 0 0,1-1 24,4-5 0,-2 3 1,5-6 215,-2 2 85,6-5 206,-4 11-300,14-6 1,-4 7-1,7 0 323,2 0-313,-5 0 0,7 1 1,-2 3 26,7 1-128,-2 0 1,6-5 0,-8 2 0,2 1 8,4 3 0,2-1 1,4-5-1,-3 0 47,-1 0 0,4 5 0,-3 0 0,2-1 50,0-3 1,-5 4 0,3 1 0,0-3-20,0-1 0,-3 3 0,3 0 0,0-1-189,0-3 0,-5-1 0,3 0 0,-1 0-119,0 0 1,1-5 0,-3 0-132,2 1 163,0 3 0,-6-4-520,1-1 358,-8 1 1,6 0-1109,-4 0 952,4-7 1,-4 8 456,1-6 0,-1 0 0,6-6 0</inkml:trace>
  <inkml:trace contextRef="#ctx0" brushRef="#br0" timeOffset="61">19957 6159 8881,'0'15'-11,"0"1"1,0-1 0,0 1-104,0-1 0,0 1 1,-2 1-1,-1 2-478,-2 2 0,0-1 0,3-6 592,-3-4 0,3 4 0,-5-5 0</inkml:trace>
  <inkml:trace contextRef="#ctx0" brushRef="#br0" timeOffset="62">20019 6267 7663,'11'-5'287,"-1"0"1,-5-2-1,5 4 625,2-3-666,-5 1 0,9 0 1,-2-2 169,5-1-302,1 4 0,1-5 1,1 6-1,2-2-36,4 1 0,1 3 1,2 1-1,-1 0-76,-5 0 1,5 0-1,-6 0 1,0 0-242,-3 0 0,-9 1 0,-4 5 50,-1 4 1,-2-1 0,-5 1 0,-1 0 33,-5-1 0,-2 3 0,-8-5 0,1 1-151,-1 5 1,1-5 0,-1 1 0,-1-1-36,-4 1 1,4-4-1,-3 4 341,2-2 0,-4 5 0,-2-4 0</inkml:trace>
  <inkml:trace contextRef="#ctx0" brushRef="#br0" timeOffset="63">20128 6066 6940,'-9'-7'1666,"2"5"0,9-5-1788,3 7 22,-3 7 1,12-4-901,-4 8 514,-3-8 1,5 11-1,-7-4 103,-1 4 1,-3 2-1,-1-1 1,0 1 382,0-1 0,0-4 0,-1 1 0,-3 3 0,-1 4 0,-5 2 0,3-6 0,0 1 85,0-1 0,-3 1 0,3-1 0,0 1 260,0-1 1,2-4-1,5-1 1,0 2-203,0 2 0,0-4 0,0 1-91,0 1 1,0 1-1,0 3-119,0-1 13,7-6 1,-1 5 0,7-4 73,-3 4 26,-7 1 1,9 1-1,-5 0 63,2-1 1,-4 1 0,4-1 0,-1 1 140,1-1 0,-4 1 1,4-1 57,-2 1 0,3-1 0,-5 1-66,-1-1 1,2 1-1,0-1-159,-3 1 0,-1-6 0,-2 0-109,0 2 1,-7 1 0,-3-3-174,-4-5 1,-2-3-1,1-2-248,-1 0 296,1 0 1,-1 0 0,1 0 0,-3-2-349,-2-3 0,1 1 1,-7-6-1,0-2 145,2-2 1,-4-1 0,6-1 0,0 2 317,-1 4 0,3-2 0,4 5-67,1-2 1003,-1 6-304,7-4 1,9 7 0,11 0-229,3 0 1,-4 0 0,0 0-1,2 0-22,2 0 0,-4 0 0,1 0 36,1 0-250,2 0 1,1-5 0,2 0 0,2 1 89,2 3 1,5-5 0,-4 0 0,2-1-47,4 0 1,1 0 0,2 2 0,0-4-26,0 0 1,-5 1 0,0 4 0,2-2-160,1-3 0,-3 5 1,-2-2-1,-2 0-221,-3 1 1,-2-2-1352,-1 2 913,-1-3 1,-13 1 0,-7 5 666,-7 5 0,-4 16 0,1-1 0</inkml:trace>
  <inkml:trace contextRef="#ctx0" brushRef="#br1" timeOffset="64">17724 8796 7661,'0'-9'349,"0"-5"-51,0 6-64,0-1 0,0 1-55,0 2 0,-2 5-3,-3-4 1,4 1-105,-5-1 0,3 3-91,-2-3 96,3 3 0,-7-3-32,4 0 0,2 0 0,-8 3 36,-1-3 1,4 3 0,-3-3-3,-1 3 1,4 2 0,-3 0-14,-1 0 1,0-1 0,0-3-50,2-1 1,0 0-1,-6 5-64,1 0 1,4 2-1,1 1 28,-2 2 0,-2 7 60,-1-1-34,-1 2 0,6-2 168,-1-1-156,1 0 1,-4 6-1,2-1 14,2 1 0,0-1 0,-6 1 0,2-1-21,4 1 0,-4-1 0,5 1 0,-1-2-23,0-4 1,1 4 0,-3-4-1,4 4 23,1 2 1,-5-1 0,3 1 0,-1-1 15,-1 1 0,3-1 0,-3 2 0,4 2 51,1 2 0,-1 5 0,-4-4 1,4 1 9,1-1 1,2 4-1,-5-4 1,3 2-19,2 4 1,2-4 0,2 0 282,0-1-303,0 4 0,0-8 0,0 5 216,0-1-207,0-3 1,2-2-1,2 1 1,2 3 85,3 2 1,-4-3 0,4 3-1,-1 0-67,1 0 1,-4 0 0,4 4-1,0-2-26,-1 1 1,-4 1-1,2 1 1,0-1 20,-1-1 1,5 6 0,-5-9 0,0 2-15,2 0 0,-3-2 0,4 2 1,1-5-49,0-4 1,-1-7-1,4-1 1,-1-2-17,1-4 1,3-1 0,4-2-70,2 0 86,6 0 0,-8-7 0,7-3 0,2-2-24,1 1 0,2-2 0,0 2 0,0-3-13,0-1 0,-2-1 1,-1 1-1,-2-1-56,1 1 0,1-1 1,0 1-1,-4-1-45,-2 1 0,4-1 0,-5-1 0,-2 0 74,-2 1 1,-2-3 0,-1 9 0,-2-4 58,-2-1 0,-1-1 0,3 1 0,-3-1 99,-2 1 1,3-3 0,-3-1 134,1-1-227,3-8 0,4 11 0,1-4-162,-1 4 96,-6-5 1,5 4 0,-6-2-146,1 2 182,5 3 1,-11-1-49,8 1 45,-8-1 0,4 6 0,-7 0 0,0-2-4,0-2 0,0-2 1,-2 1-1,-1-1 34,-2 1 1,-1-6 0,5-1 0,-3-2 30,-1-4 0,0 6 0,5-1 1,-2 3 49,-3-1 1,2 0 0,-6 6 0,0-1-43,1 1 0,3 4 0,-6 1-49,-1-2 0,-2 3-85,-1-1 34,-1 6 1,6-9-97,0 2 157,-1-2 0,3-3 36,3 1-24,-4 6 0,7-5 42,-3 4 0,-4-4-32,-1-2 1,1 6-81,-1 0 0,5 1 0,-4-3-37,2 2 0,-5-1 98,2-4 1,3 5-1,0 1 5,0 2 1,6 0 0,-6 4 18,0-2-28,5-1 1,-6 5-138,2-5 9,5 5 1,-13-8 75,3 4 0,-2 3 0,-3-3 26,1 3 1,-1 2 0,1 0 47,-1 0 0,1 0 1,-1 2-8,1 3 0,-1-3-153,1 3 0,-1-3 103,1-2 1,-1 0 41,1 0 0,4 0 9,1 0 1,0 5-197,-6 0 8,7 0-103,-4 2-40,4-5 1,-1 10-588,-1-7 0,8 2-899,-2-2 1789,3-3 0,-5 5 0,-1-7 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4-12T08:20:21.765"/>
    </inkml:context>
    <inkml:brush xml:id="br0">
      <inkml:brushProperty name="width" value="0.05292" units="cm"/>
      <inkml:brushProperty name="height" value="0.05292" units="cm"/>
      <inkml:brushProperty name="color" value="#3165BB"/>
    </inkml:brush>
    <inkml:brush xml:id="br1">
      <inkml:brushProperty name="width" value="0.05292" units="cm"/>
      <inkml:brushProperty name="height" value="0.05292" units="cm"/>
      <inkml:brushProperty name="color" value="#FF0000"/>
    </inkml:brush>
  </inkml:definitions>
  <inkml:trace contextRef="#ctx0" brushRef="#br0">15832 10270 7672,'-5'10'-185,"-2"-1"-299,-1-3-1,4 1 556,-1-1 0,2-5 1,-1 3 100,-1-8 0,0 1 19,5-8 1,0 6-62,0-5 0,-2 1-50,-3-1 1,1 3 76,-6 7 106,7-7-177,-11 5 0,10-4 48,-6 6 1,0 0 0,-6 0-8,1 0 0,-1 1 0,1 4-61,-1 6 1,1-3-1,-1 3 1,1 1-60,-1 2 1,1 1 0,-1 1 0,1-1 14,-1 1 1,1 1-1,-1 2 1,2 2 23,4-2 0,-4 3 0,4 0 0,-2 1 19,2-1 1,-4 6 0,5-2 0,-1 1 30,-1-1 0,6 3 0,-3-3 170,1 4-174,-5-6 0,10 3 1,-3-6 206,3-2-236,2 5 1,0-5 0,0 5-1,0 0 51,0 0 0,0-3 0,2 5 1,1 0-15,2-2 0,2 5 0,-3-5 1,1 2-46,-2 0 0,6 0 1,0 5-1,1 0-8,0 0 0,1-5 1,4 0-1,2 1-17,4 3 0,-4-5 1,6 0-1,-3-3-22,1-3 1,7 3 0,-3-1 0,5-4-48,1-5 0,0 0 1,2-6-117,3-3 150,-4 6 1,6-8 0,-7 4 0,0-3-110,0-2 1,0 0 0,-1 0-120,-4 0 148,3 0 0,-7 0 0,6-2 1,-2-3-3,1-5 0,-4-4 1,-1-1-1,-1-1 30,-1 1 1,1-6 0,-5 0 0,-1 2 55,1 2 1,-3 2 0,-1-1 0,-1-1 41,1-4 0,-4 4 1,3-6-1,-1 3-5,-1-1 1,3-8 0,-5 0 0,0-6-27,-1 1 0,5 1 0,-4 2-3,1 0-5,-4 7 1,4-4 0,-4 7 76,1 2-74,0 2 1,-5 2 125,0-1-116,0 1 1,0-1 0,0 1-1,0-1 25,0 1 1,0-1 0,0 1-1,0-1 4,0 1 1,0-6 0,0 0-1,0 0-40,0-1 1,0 5 0,0-4-1,0 4-15,0 1 1,0 1 0,0-1-1,0 1 15,0-1 1,-5 1-1,-2-1 1,0 1 12,0-1 1,-3 6-1,3 0 119,-2-2-124,-1-2 1,0 3 0,-1 1 69,-1-2-61,-1 5 0,2-5 0,1 5-70,-2-1 51,-2 4 0,-1-3 0,-1 5 0,1-1-18,-1-2 1,1-5-1,-1 3 11,1-2 0,-1 4 0,1-6 44,-1-1 0,2 4 0,2-1 38,2 2 0,-1-3-71,-4 5 1,-1 0 0,1 5-58,-1 0 1,6 0 0,0 0 31,-2 0 0,-2 0-9,-2 0 15,1 0 1,5 0-1,-1 0 95,-1 0-82,5 0 0,-6 0 0,2 1 25,-3 4 0,-1-3 1,-1 5 1,1 0 0,-1-5 1,3 5-1,1-2-6,1 0 0,6 0 0,-5-5-74,-2 0 1,-2 5-1,-2 0-160,1-1 1,4-1 0,1 1-81,-2 1 0,-2 0-123,-1-5-84,6 7-148,-5-5-115,6 5-151,-1-7 914,2 0 0,0 7 0,-1 1 0</inkml:trace>
  <inkml:trace contextRef="#ctx0" brushRef="#br1" timeOffset="1">17337 10285 7516,'-9'-10'-295,"4"-1"397,3 8 0,2-6 151,0 4-106,0 3 1,2-4 310,3 6-149,-3 0-289,5 0-4,-7 0 23,0 0-8,-7 0 1,3 0 102,-6 0 1,5 0-27,-6 0 0,1 0 0,-6 0-13,1 0 0,5 1 1,-1 3-1,-1 1 19,-2-2 1,-1 6-1,-1 0 1,1 1-22,-1 0 1,1 1 0,-1 4 0,1 2 6,-1 4 0,1-4 1,-1 6-1,1-3 3,-1 1 0,3 7 1,1-4-1,1 2-8,-1 0 0,0-1 0,0 6 1,3 0 3,3 0 1,-5-1 0,6-3-1,2-3-5,1-1 1,2 3-1,0-4 1,0 1 18,0-1 1,2-1-1,1-4 1,4 2 2,2 2 0,-1 4 1,4-2-1,-1-1-22,1 1 1,1 2 0,5-2 0,1-1-104,1 1 0,3 3 0,-4-4 0,3 0-51,2 1 0,0 4 0,4-3 1,-4 1 5,-2-5 1,6 3 0,-2-3-87,3-1 118,-5-8 1,0 1-1,-5-7 1,4-2-44,1-1 0,-4-2 1,5 0-1,-3 0-25,-3 0 0,3-5 0,1-2 0,-1 0 50,0 0 0,-1-3 0,-4 3 0,2 0 3,2 0 1,0-5-1,-8 2 1,0-2 27,-3 1 1,0-8-1,6 2 1,-1-3 32,1-3 0,-1-4 1,1 1-1,-1-4-17,1-1 1,-1 2-1,1 1-113,-1 3 100,-6 6 1,5-9 0,-6 6 32,1-2-14,5 5 0,-13-4 0,6 8 0,-2-1 12,1 1 0,-1-1 1,-5-1-1,0-2 29,0-2 0,0 1 1,0 2-1,0-1 10,0-1 0,0-1 0,-2 4 1,-1-2 6,-3-2 1,0-5 0,2 6 0,-3 1-20,-1 1 0,-1 3 1,-3-1-1,3 1-45,2-1 1,-5 1 0,4-1 0,-3 1-21,1-1 0,0-4 46,-6-1-23,1-7 0,1 16 0,2-3-87,2 1 59,-1 0 0,1-1 0,0 1 0,-3 2-17,0 1 1,-3 1 0,1-4 22,-1 4 1,1-2 0,-1 5-1,1 0 65,-1 0 0,1 2 1,-1 5 13,1 0 0,-1 0 0,1 0 0,-1 0-2,1 0 1,-1 5 0,1 2 0,-1 2-29,1 3 1,-1-4-167,1 3 134,-1-8 0,1 9-158,-1-7 0,1 6-84,-1-6 196,1 7 1,1-9 0,2 6 0,1 0-108,-1-1 1,-2 3 0,-1 4-182,-1 1 1,6-6-1,0 0-114,-2 2 1,0 2 0,0 0-1349,1-4 1791,1 4 0,-6-12 0,1 5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4-12T08:16:39.800"/>
    </inkml:context>
    <inkml:brush xml:id="br0">
      <inkml:brushProperty name="width" value="0.05292" units="cm"/>
      <inkml:brushProperty name="height" value="0.05292" units="cm"/>
      <inkml:brushProperty name="color" value="#3165BB"/>
    </inkml:brush>
    <inkml:brush xml:id="br1">
      <inkml:brushProperty name="width" value="0.05292" units="cm"/>
      <inkml:brushProperty name="height" value="0.05292" units="cm"/>
      <inkml:brushProperty name="color" value="#FF0000"/>
    </inkml:brush>
  </inkml:definitions>
  <inkml:trace contextRef="#ctx0" brushRef="#br0">17104 8734 7111,'-9'0'1480,"1"-5"-1329,3-1 1,3 0 9,-3 0 0,3 3-64,2-7 1,0 4 0,-2-2-25,-3 1 12,3 2 0,-6 5-25,2 0 2,5 0 1,-8-5 0,4-1 13,-5 3 1,1 1 0,-1 4-29,-2 3 1,-2 2 0,-2 5-1,1-2 50,-1 3 1,1-5-1,-1 2-14,1 3 0,-1 0 0,1 1 0,1-2 8,4-1 1,-4-1 0,5 5 0,-1 1 19,0-1 0,-1 1 1,-3-1-1,2 1-38,2-1 0,5 6 0,-4 0 1,1 0-9,-1 1 1,6-3 0,-4 5 191,0-2-208,5 6 1,-5-6 0,7 6 243,0-2-188,0 0 0,-1 0 0,-3-1 0,-1 1-7,1-2 1,3 6-1,1-4 1,0 3-12,0 2 0,1-5 1,3-2-1,1 0-28,-1 0 0,2-5 0,1 2 0,0-4-56,0-1 0,5-1 0,-2 1 1,4-1-68,2 1 1,-1-6 0,1-1 0,1-1 24,4 1 0,-2-1 0,5 4 0,-2-3 77,-3-2 1,5 3 0,2-5 6,3-1-42,2 5 1,-5-8 0,0 4-267,2-3 154,1-2 1,-3-2 0,-2-1 0,0-4 4,0-2 1,-5 1 0,0-4 0,-3 3 119,-1 2 1,-8-3 0,7 3 0,-4-2 13,-1-3 0,-4 4 0,5-3 8,2-1 1,-3 0 0,-1 0 0,1 2-77,0-2 0,-1-2 0,4-1 0,-3-1-40,-2 0 0,3-4 0,-3-1 70,2 2-15,-6-5 1,9 5 0,-5-7 11,2-1-13,-6 4 0,6-4 0,-6 6 109,2 2-94,1 2 0,-6-4 0,0 0 1,0 1 12,0-3 0,5 6 0,0-5 1,-2-1 32,-1-3 1,-2 4 0,0 1 0,0 4 46,0 2 0,-5-3 0,-2 1 1,0 0-17,0 3 1,0 2 0,2-2-1,-3 2-41,-1 2 1,-5-1 0,6-4-1,-3 1-31,1 4 1,5-4 0,-6 5-64,-1 1 85,5-6 1,-6 5 185,2-6-191,-2 6 1,2-3 0,3 5-1,-1 0 20,0 0 1,4-3-1,-5 3-41,-2-1 0,-2-3 0,0-4-88,4-1 1,-4 6 0,4 1 42,-4 2 1,-2 2-1,1 5 46,-1 0 1,1 0 0,-1 0 0,1 0 87,-1 0 0,1 2 0,-1 1 50,1 3 1,-1 0-256,1 0 148,-1-5 1,1 13-307,-1-3 196,1-5 1,1 8 0,2-5 0,2 1-139,-2 0 0,-2 1 1,-2 3-11,1-4 1,4 2 0,1-5 0,0 2-328,1 3 0,-5-5 1,6-1-1293,-1 1 1852,-5-5 0,6 12 0,-8-6 0</inkml:trace>
  <inkml:trace contextRef="#ctx0" brushRef="#br1" timeOffset="1">8777 7338 6846,'-7'-9'992,"5"0"-673,-3 4 1,3 2 0,1-6-7,-5 2 1,5-5-180,-4 2 1,1 3 0,1 0-96,-3 0 1,0 5-1,2-4 15,-1-1 0,-7 5 0,3-5 50,1 0 0,-6 5-37,4-3-16,-4 4 0,-2 1 1,2 1 0,4 4-13,-4-3 1,1 7 0,-8-6-1,2 4 24,2 2 1,-1-4 0,0 5-1,-3 1 2,2-3 0,-4 6 0,3-4 1,-1 4-5,-1 2 1,5-1 0,-4 1 0,2-1-43,-2 1 0,4 1 0,-4 2 0,4 2-43,2-2 0,-1 3 0,1 0 0,-1 1 52,1-1 1,4-1 0,1-6 222,-2 1-231,5 6 0,-5-4 1,5 2-1,0-3 38,0-1 1,2 5 0,5 1 230,0 2-160,0 2 0,0 0 0,0 0 0,0 1 55,0 3 0,7 1 1,2-2-1,3-1-67,3-3 0,-3 0 1,9 2-1,-2-3-29,1-1 1,-1-3-1,6-2 1,-1 1-56,0 1 0,2-1 0,6-7 0,3-3-64,1-2 0,2 3 1,-4-5-1,4-1 0,2-3 0,-4-1 0,4-1-245,-2-4 200,5-4 1,-5-7 0,3 1 0,-5-1-23,-3 1 0,3-1 1,0 1-66,-1-1 136,-3 8 0,-6-4 0,-2 5 0,-1 0 6,-4 0 0,-4-5 1,-3 2-1,-1-4 48,1-2 0,-4-1 0,1-4 0,0-5 2,-1-3 0,-4-4 0,1-1 0,-2-4-19,2-2 1,-3 4 0,3-3 0,-3 1 27,-2 3 0,0 8 1,-2 2-1,-1 3 45,-2 3 0,-7 2 0,1 1 163,-3 1-223,6-1 1,-6 1 0,4-1 170,-4 1-157,-2-1 1,1 1 0,-1-1 83,1 1-76,6-1 0,-4 1 1,2-1 128,-3 1-163,-8-1 1,5 6 0,-4 1 0,4 1-30,1-1 0,-4 4 1,-3-4-1,1 2 35,-1 4 0,1-4 0,3 2 0,-2 1 14,3 3 1,-1 1-1,0 0-22,-2 0 1,-5 1 0,5 3 0,2 3-98,2 1 1,2 1-1,-1 3-192,1-2 195,-1 1 1,1-1 0,-1 0-326,1 2 193,-1-5 1,1 7-552,-1-4 439,1 4 0,1 2 1,2-2-715,1-4 1,8 4 1042,-2-4 0,10 4 0,4 1 0</inkml:trace>
  <inkml:trace contextRef="#ctx0" brushRef="#br1" timeOffset="2">18143 8703 7609,'0'-16'0,"0"1"-33,0-1 1,0 6 0,-2 1 385,-3 2-152,3 2 1,-6 5 142,2 0 1,3 0-8,-7 0 0,5 0-95,-6 0-97,1 0 1,-1 2-14,1 3-50,0-3 1,-1 12 0,1-4-24,-2 4 1,0 1-1,0 1 1,2-1-45,-2 1 1,-2-1 0,0 1 0,2-1 59,2 1 1,-1 1-1,-4 2 1,-1 2 23,1-2 0,-1 3 0,2 1 0,2 1 17,2 3 1,0 3 0,-4 1 0,2 0 47,2 0 1,4 1 0,-2 3-18,1 1-79,2 0 0,5 0 0,0 1 55,0-3-52,0-1 1,0-7-1,1 0 1,5-1 47,4 0 1,4 2 0,1-6-1,2 0-26,4 1 0,-4-3 1,6 5-1,-3-2-40,1-3 0,7 4 1,-4-3-1,2-1-150,-1-1 0,0-10 1,2-3-1,-1-3-44,2-2 1,-1-2 0,1-3-1,-2-5-103,1-4 0,-3-7 0,2-1 0,2 0 127,1-1 0,-3 3 0,-2 2 0,-2-1 93,-3-1 0,-2-1 0,-1 4 220,-1-4-153,1 4 1,-2-6 0,-2 6 212,-2-3-171,-6 2 0,3-11 0,-7 5 33,0 0-113,0-12 0,0 8 0,0-12 0,0 1-26,0-1 0,0 0 0,0-3 0,0 2-60,0-2 0,0 5 0,0 2 1,0 3 58,0 2 0,-6 2 0,1 1 0,0 4 78,-2 1 0,0 3 0,-7 4 0,1 3-6,-5 2 0,-2-1 0,1 5 0,-4 0 40,-1 0 0,4-3 0,-5 5-13,3 1-56,1-4 0,1 6 0,-1-3 1,2 3-43,2 2 0,-4 2 0,1 3 0,1 5-96,1 4 1,-2 2 0,-3-1-1,1 1-55,-1-1 1,-2 1 0,2-1 0,1 1-27,-1-1 1,3 1 0,4-2 0,1-2-857,-1-2 0,6-1 1054,0 1 0,6 4 0,-3-6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4-12T08:16:39.803"/>
    </inkml:context>
    <inkml:brush xml:id="br0">
      <inkml:brushProperty name="width" value="0.05292" units="cm"/>
      <inkml:brushProperty name="height" value="0.05292" units="cm"/>
      <inkml:brushProperty name="color" value="#3165BB"/>
    </inkml:brush>
    <inkml:brush xml:id="br1">
      <inkml:brushProperty name="width" value="0.05292" units="cm"/>
      <inkml:brushProperty name="height" value="0.05292" units="cm"/>
      <inkml:brushProperty name="color" value="#FF0000"/>
    </inkml:brush>
  </inkml:definitions>
  <inkml:trace contextRef="#ctx0" brushRef="#br0">10777 11557 7965,'0'-10'661,"0"0"-64,0 6-153,0-10-267,0 13 0,-2-6 67,-3 7-15,4 0-223,-6 0 105,0 0 0,3 0-111,-6 0-26,7 0 1,-6 0-1,4 0 41,-6 0 0,-2 1 0,-3 5-5,1 4 0,-1-1 0,1 1 1,-1 2 85,1 2 1,-1 1 0,1 1 0,-1-1 32,1 1 1,1-1 0,2 3 0,1 0-31,-1 3 1,0 2 0,0-4-1,4 3-39,1 2 0,-4 0 1,6 4 180,2-2-191,-6 6 0,7 1 1,-3 3 170,4-3-168,1-2 1,0 0 0,0 0 194,0 0-191,0-7 1,1 4 0,3-7 321,1-2-309,7 5 1,-5-7-1,5 4 1,-2-4 18,2-2 0,2 3 0,2 1 0,1 1-120,3-1 0,-1-3 0,7-4 1,2-2-58,1 2 1,2-5 0,2-2 0,3-3-45,5-2 0,-1 5 0,1 0 0,2-1 47,2-3 1,-3-1 0,-1 0-1,0 0-95,-1 0 0,-2-1 0,-7-3-231,0-1 272,0-14 1,-5 9 0,-2-13 100,-2 1-33,-1 5 1,-6-7-1,1 5 271,-1-2-91,1 0 1,-6 6-1,1-1 33,1 1 0,-4-1 0,1 1 0,-2-1-40,-4 1 0,4-3 0,-2 0 0,-1-5-59,-3-1 0,5-2 0,-1-5 0,0 0-54,2 0 0,-5-5 1,3 0-1,-4 1 43,-1 2 0,0 4 0,0 2 1,-1 2 13,-4 3 0,1 1 0,-6 8 0,-2 0 13,-2 3 1,-2 5 0,1-5-10,-1-2 0,1-1 0,-1 1 0,1 2 10,-1-2 1,1-2 0,1-1 0,2-1 5,2 1 1,-1 1 0,-2 2 0,1 1-41,1-1 1,1 0 0,-6 0 0,1 2-17,-1-2 0,1 5 0,-1 0 0,1 2 30,-1 0 0,-1 0 0,-2 5 0,-3 0-27,-2 0 1,5 0 0,-2 0 0,2 0-1,-2 0 0,4 0 0,-4 0 0,4 0 7,2 0 1,4 0-1,1 0 1,-2 0 7,-2 0 0,4 1 0,0 3 0,-3 3-4,0 1 1,-3 3 0,1 4 0,-1 1-70,1-1 0,-1-5 1,1 1-1,-1 1-31,1 2 1,-1-1-1,1 0 1,-1-3-82,1 2 1,-1-3 0,1-1-81,-1-1 0,1-2 0,-1-5-67,1 0 1,-1 5 0,1 1-33,-1-3 0,6-1 0,1-1 0,0 3-1063,1 1-101,4 0 1500,-2 2 0,6-5 0,0 5 0</inkml:trace>
  <inkml:trace contextRef="#ctx0" brushRef="#br1" timeOffset="1">12235 11588 7697,'-11'0'570,"1"0"-63,7 0 4,-11 0-293,5 0 1,-6 0-99,-1 0 1,6 0-46,0 0 1,-1 5-1,-3 2 22,4 2-10,-4-6 1,6 11 112,-8-4-151,1 4 0,-1 2 1,1-1 280,-1 1-256,1 6 1,4-3 0,1 7 0,-2 2 45,-2 1 0,4 4 0,1 1 0,2 4-42,4 2 0,1-4 0,2 4 0,0-1 35,0 1 0,0-6 1,2 3-1,1-6 3,2-6 0,8 5 1,-3-6-1,5 0-38,6-3 0,-4 1 0,6-1 1,-3-1-91,1 3 1,5-6-1,-4 4-233,2-4 182,2-1 1,10-8 0,2-3-69,2-3 77,-6-2 0,11-2 0,-3-3-123,2-5 154,-4-4 0,3-2 0,-7 1 0,-1-1 4,-3 1 0,-2-1 0,-3 1 0,-3-1 82,-1 1 1,-2 5-1,-6-1 1,-1-1 12,-4-2 1,4-3 0,-5-2 0,-1-3-57,-3-2 0,2 3 0,-2-5 0,-1-2-22,-2-1 0,-2-2 0,0-2 0,0-3-10,0-5 0,-2 1 0,-3 1 127,-6 1-109,-2 1 1,-3 5-1,1-1 265,-1 2-256,1-4 0,-1 18 0,1-2 92,-1 7-82,-6-2 1,3 7 0,-5-3-1,1 3 56,4 0 1,-3 6 0,-1-5 0,1 3-19,0-2 0,-4 3 0,3-3 0,1 3-61,0 2 1,-4 0 0,3-1 0,1-3-19,0-1 1,-1 0 0,4 5-1,-2 0-43,3 0 1,0 0 0,1 0 0,-2 0-28,-2 0 1,1 5 0,6 2-247,4 1 222,-4 3 1,5 4 0,-6-1-715,-1-4 591,8 4 1,-4-5 0,5 6-1107,-2 1 911,6-8 1,-4 6 0,7-3 0,0 2 427,0 3 0,-7-1 0,-2 1 0</inkml:trace>
  <inkml:trace contextRef="#ctx0" brushRef="#br1" timeOffset="2">13491 11495 7489,'0'-10'-586,"0"-1"0,0 6 891,0-5 1,0 0-78,0-6 0,2 7 0,1 3 713,2-1-365,0 5 0,-6-7-100,-5 4 0,-2 3-118,-8-3-246,1 4 0,4 2 1,1 3-1,-2 1-25,-2-2 1,-1 4-1,-1 0-146,1 2 11,-8 1 1,6 2 0,-5 2 0,1 3 46,0 0 1,-1 1-1,3-1 1,-3 2 96,-2 2 1,5 6-1,-2-3 1,4 2 50,1 0 0,1 2 0,1 4 0,2 3 35,1-1 1,8-8 0,-2 9 0,3-1-34,2-1 0,0 5 0,0-2 1,2 0-63,3 2 1,-2 2 0,8 4-86,1-2-11,2 3 0,3-11 0,2 6 0,3-2 2,2-4 1,-3-6-1,5-4-245,1-2 128,3-8 1,6-5 0,2-6 0,0 1-90,0-6 1,5-12 0,-4-12-1,4-3 20,4-2 1,-9-2-1,7-1 1,-6-3 111,-4 3 1,-3 1 0,-1 2 0,-1 0 67,-4 0 0,1 0 0,-6 0 0,-4 0 180,-5 0 1,0 0-1,-5-2 1,0-1 55,0-2 1,-2-2 0,-5 2 159,0-6-289,0 4 0,-5 0 0,-2 6 100,-2-5-132,-1 5 0,-5-11 1,-3 6-86,-2 3-19,2-6 1,-6 1-1,4-6 1,-5 5 41,1 9 0,-5 3 0,2 11 1,-6 5 56,-3 4 0,-7 4 0,3 9 0,-1 7-3,-1 7 1,6 5 0,-4 7 0,2-1-15,4-4 0,3 1 0,5-6 0,5-2-257,4-2 0,9-7 1,2 1-562,5 1 1,-4-4-1017,-1 3 1371,1-1 0,4 4 1,-3-2 422,-1-2 0,0 8 0,5 6 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4-12T08:16:39.806"/>
    </inkml:context>
    <inkml:brush xml:id="br0">
      <inkml:brushProperty name="width" value="0.05292" units="cm"/>
      <inkml:brushProperty name="height" value="0.05292" units="cm"/>
      <inkml:brushProperty name="color" value="#3165BB"/>
    </inkml:brush>
    <inkml:brush xml:id="br1">
      <inkml:brushProperty name="width" value="0.05292" units="cm"/>
      <inkml:brushProperty name="height" value="0.05292" units="cm"/>
      <inkml:brushProperty name="color" value="#FF0000"/>
    </inkml:brush>
  </inkml:definitions>
  <inkml:trace contextRef="#ctx0" brushRef="#br0">16670 8036 7661,'0'-16'23,"-5"6"137,-1 0 0,1 4 275,5-4-15,0 0 6,0-6-282,0 8 0,0-1 128,0 4-91,-7 3 0,6-7 319,-5 4-402,-2 4 1,-1-6-103,-6 7 1,-1 5 0,2 2-1,2 1 14,2 4 0,0 2 0,-6 2 13,1-1 1,1 1 0,2-1 0,1 1 37,-1-1 0,4 1 0,-3-1 197,-1 1-162,6-1 0,-8 1 0,5-1 191,0 1-186,-4-1 1,6 1 0,-5 1 186,1 4-227,8-4 1,-11 11-1,6-6 1,-3 2 20,1 4 0,6 1 1,-2 2-1,0 0-2,1 0 0,0 2 0,5 1 0,0 3 13,0-3 1,0 0 0,0 1-1,0-1-13,0-4 1,2 1 0,1-5 0,4 3-50,2 2 1,-4-7 0,5-2 0,2-1-40,2 0 1,2 0 0,-1-6 0,2 1-7,4-1 0,-2 1 0,5-1-273,-2 1 203,6-1 0,-9-5 1,7-1-1,0-2-54,-2-4 0,3 1 0,-4-1 0,-1 2 47,1-1 0,2-2 1,-4-2-1,-2-2 25,-2-3 0,-1 3 0,-1-5 0,1 0 50,-1-3 1,-1 1 0,-2-1 41,-2-2 1,1-2 0,4-1 0,1-1 5,-1 1 0,-3-3 1,2-1-1,3-1-18,1 1 1,-1-4 0,-2 1-1,1-1-14,-1 1 0,4-4 1,0 4-26,0-2 24,-12-2 0,14 0 0,-13 2 1,1 1 15,-2-4 0,-2 4 1,0-4-1,-1 3 33,-3 1 1,-1-4 0,0 1 0,0-3 61,0-2 0,0 5 0,0 0 0,0-2-37,0-1 1,0 0 0,0 3-1,0 5-1,0 4 0,0 1 1,0 1-1,0-1-3,0 1 0,0 5 0,-1-1-73,-4-1 0,1 0 1,-5 0-1,1 3 15,-1 2 1,4-5 0,-4 2 82,3-4-81,-6-1 1,8-1 0,-6 1 0,-1-1-8,3 1 1,-6-1 0,5 1-5,1-1 0,-6 6 0,4-1-5,-4-1 0,-2 6 1,1 0-1,-1 5-33,1 1 1,-1 0-1,1 0 1,-1 0 20,1 0 1,-1 0 0,1 0 0,-1 0 12,1 0 1,-1 0-1,1-2-10,-1-3 1,6 3-1,1-5 1,1 2-83,-1 0 1,4-2-138,-5 2 207,-1 3 0,1-5 1,0 7-1,-2 0-68,-2 0 0,3 2 0,1 1 0,-2 4-34,-2 2 0,-1-6 0,-1 4 25,1 0 1,1-4-1,2 6-141,1-2 0,1 3 14,-5-5 0,4 6 0,3-4-265,1 1 1,-4-2 0,6 4-478,2 2 1,-4-3 969,2 1 0,0 0 0,5 6 0</inkml:trace>
  <inkml:trace contextRef="#ctx0" brushRef="#br1" timeOffset="1">17724 8020 7685,'0'-8'200,"0"-1"-89,0 4-98,0 3 1,0-7-130,0 4 242,0 4 0,0-8 66,0 4 1,0 1 215,0-6-245,0 7 1,-2-4-32,-3 7-161,4 0 1,-8 0 13,4 0 0,1 0 1,-6 0 23,-2 0 1,3 0-1,-1 1 83,-2 5-57,5-5 0,-7 11 1,4-5 39,-4 2 1,-1 1 0,-1 6-25,1-1 1,-1 1 0,1-1 1,-1 1 0,2-1 0,2 1 0,2 1 29,-2 4 0,0-4 1,0 5-1,1-1 40,-1 0 1,5 5-1,1-4 1,0 2 96,1 4 1,0 1 0,5 2 0,0 0-24,0 0 0,0 7 0,0 2-142,0-1 31,0 6 0,0-10 0,0 6 25,0 2-59,7 2 0,-4-4 0,8-1 10,1-2-49,-5-2 1,8-5 0,-1-2 0,5-1-82,0-2 0,3-7 0,1 3 0,1-1-12,3-1 1,-3-1 0,2-6 0,0-5-48,-2-1 0,9-2 1,-5-5-1,-3 0-26,0 0 0,2-7 1,-1-3-1,2-4 57,-3-1 0,-1-1 0,-5 1 1,2-1 64,-2 1 1,3-3 0,-1-1 63,-2-1-12,-2-1 1,-1 6 0,-1-3 18,1-2-10,-8 2 1,6-9 0,-5 4 0,1-1-18,1-3 1,-3-3-1,4-1 1,-3-1 14,-2-5 0,3 3 1,-5-6-1,-1 1 18,-3-1 0,-1 6 1,0-1-1,-1 6 19,-5 3 1,-2 2-1,-8-4 1,1 4 8,-1 2 0,6-4 0,0 3 0,-2-1-70,-2-3 0,0-3 0,2 1 0,3 1 17,2 3 0,-3 0 0,3 0 0,0 4 12,0 4 0,-3 6 1,3 1-1,-1 0 196,-4 1 1,-2-3-118,-2 7-86,1 0 0,-1 5 1,1 0-1,-1 0-14,1 0 0,-1 0 1,-1 0-1,-2 1-104,-2 5 0,1 2 1,4 8-1,1-1-91,-1 1 0,-4-1 0,1 2 0,1 2-338,1 2 1,10-5-1,-8-6 1,1 2-281,0 2 1,6 1 801,2 1 0,-2-1 0,-1 1 0</inkml:trace>
  <inkml:trace contextRef="#ctx0" brushRef="#br1" timeOffset="2">18810 8005 7655,'-11'0'-396,"1"0"229,7 0 1,-11 5 889,3 0-401,5 0 0,-3-5 0,4 2 117,-6 3 1,3-1-268,-3 6 1,3-5-1,-4 5 6,1 2 1,3 2 0,-4 2 0,3-1-31,2 1 1,-5-1 0,4 1 0,-3 1 13,1 4 1,0-2 0,-4 7 0,2 1 0,1 2 1,3 9-1,-4 2 1,3 3-12,2 4 1,-3-3 0,5 12 0,1-1-68,3 0 1,2-7 0,3-1 0,3-8-89,1-1 1,3-10 0,4 3-1,2-3-40,4-4 0,-4-2 1,6-5-1,-3 2-35,1 2 0,5 0 0,-4-6 0,2-1-11,4-4 0,1-3 1,2-7-1,-2 0-71,-3 0 1,4-7 0,-5-3 0,3-6-40,-2-4 1,1 1 0,-4-5-1,-1-1 119,1 1 0,-1 0 1,-3-3 92,2 1 4,-1 7 0,-4-5 1,-1 5-1,1-4-28,-1-1 1,1 0-1,-2-4 169,-4 3-61,4-1 0,-11-5 0,6-2 0,-2-1 10,-4-3 1,-1-1-1,-2 4 1,0-4-67,0-2 1,0-1 0,-2-4 0,-3 2-43,-5 2 1,1 5 0,-1-4 0,-1 0 17,3 1 1,-6 4-1,5 1 1,-1 4 80,0 5 0,-1 6 0,-6 0 0,-2 7 23,-2 6 0,-8 5 1,0 1 158,-6 0-234,-1 7 1,0 1 0,0 8 186,1-1-179,-4 1 1,11-1 0,-1-1-12,5-4-49,3 4 0,6-10 1,-1 4-334,1-1 1,4-2-680,1-5 1,6 2-232,-1 3 1,-2 4 1248,2 6 0,-7 8 0,4 1 0</inkml:trace>
  <inkml:trace contextRef="#ctx0" brushRef="#br1" timeOffset="3">8157 6578 7842,'-7'-9'-234,"5"-5"454,-3 4 1,3 1-59,2-1 1,-2 1-1,-1-3 40,-2 2 44,0 6-11,5-3 44,0 1 6,-7 4-172,5-5 1,-12 7-12,4 0 1,1 0 0,-1 0-25,-2 0 1,3 0 0,-1 0-1,-2 0-28,-2 0 0,4 0 1,-2 0-1,-4 0-33,-3 0 0,-2 5 0,4 2 0,-2 2-27,-1 3 1,-3-4 0,4 3 119,-1 1-80,-8 1 0,11 8 0,-6 0 1,3 0 36,-1 1 1,-1-3 0,3 5 112,-2-2-141,0 6 1,6-11-1,-1 4 74,1-4-83,-1-1 1,6-1 0,1 1 0,1-1 27,-1 1 1,6 1 0,-4 2 0,2 3 40,-1 2 1,1 2 0,5 7-1,0 2 26,0 1 1,0 7 0,0-2 0,2 4-68,3 2 1,-1-8 0,6-3 0,4-3-138,5-2 0,3-7 1,6-3-1,-1-5-11,6-6 0,0 2 0,8-7 0,2 0 7,2 2 0,1-5 0,1 3-156,-1-3 147,1-2 0,-2-2 0,-4-1-184,-5-3 243,-3-6 0,-2 4 0,2-8 1,1 1 24,2-1 0,-5-6 0,-5-2 0,2-2 19,1 0 1,-3 0 0,-2-5 0,-1 0 13,-5 0 0,0 0 0,-3 0 0,-1 0 49,-4 0 0,2 0 0,-5 0 0,0 0 82,0 0 1,-2 0-1,-3 2 1,1 1-12,3 2 1,-1 5 0,-5-4-34,0-3-68,-7 6 1,3-3-1,-6 6 1,-2-1 45,-2 1 1,-1 2 0,-1 1 267,1 1-312,-1-1 1,-6 7 0,-4 3-1,-2 0-30,3 1 0,-6 0 1,1 5-1,-4 2-119,-1 3 1,1-2 0,-1 8-1,-1-1-65,2-1 1,1 4 0,0-2 0,1 1-156,1-2 1,3-3-1,12-7 1,1 0-2285,-1 0 2607,8 0 0,1 7 0,7 2 0</inkml:trace>
  <inkml:trace contextRef="#ctx0" brushRef="#br1" timeOffset="4">8219 7586 7760,'-6'-10'187,"1"-1"0,0 6 84,5-5 0,-2 6 401,-3-1-169,3 3-303,-4 2 1,4 0 139,-3 0-145,-4 0 1,-1-1 55,-1-5 1,1 5-143,-5-4-127,6 3 0,-5 2 1,6-2-1,-3-1-19,1-3 1,-1 1-1,-4 5 1,-1 0 102,1 0 1,-6 0 0,-1 2 0,-2 3 1,-4 6 0,-3 4 0,-3 4 0,-4 3 18,-2 3 1,6-6 0,-4 3-1,3-1-9,4-1 1,-3 1 0,10-6 0,0-1-36,3-3 1,9 1 0,3-5-51,2 1-7,-5 3 1,11 4 0,-5 1 8,5-1 26,1 1 0,0 1 1,0 2 53,0 1-60,0 1 1,0 0 0,0 1-1,0 1 12,0-1 0,1 4 0,5-5 0,2-2-1,1-2 0,10-2 0,-4 1 0,4-1-14,4 1 1,1-6 0,9 1 0,3 1-35,5 1 1,-1-2 0,1-3-240,2-1 179,2-2 0,7-5 1,-1 0-302,-1 0 268,-1-6 1,-3-3 0,1-8-168,-1-4 232,-6 4 1,-1-11 0,-4 6 0,1-1 29,-2 1 0,-1-6 0,-4 4 1,-3 0 131,-5 3 1,-4-1 0,-1 1-1,-3 1 21,-2-3 0,-4 6 0,-7-4 0,0 2 4,0-1 1,0 1 0,0-5-1,0-1-36,0 1 1,0 5 0,-2-3 0,-1 0-59,-3-4 0,-4 3 0,3 1 1,-1 1 8,-5 1 0,1-1 0,-1 5 137,-3 1-149,4-1 1,-12 6-1,3 0 147,-5-2-148,-3 5 0,-2 0 0,0 7 43,0 0-32,0 0 0,-5 0 0,-2 0-165,-2 0 96,6 0 0,-6 5 0,6 2 0,-2 1-203,1 4 1,9-5 0,6 0-1,2-2-454,3 1 1,-1-1-1180,1-5 1856,6 0 0,9 0 0,9 0 0</inkml:trace>
  <inkml:trace contextRef="#ctx0" brushRef="#br1" timeOffset="5">9475 5724 10252,'6'-8'327,"-2"1"1,6 5 0,2-1-165,2-3 0,2 1 0,-1 5-126,1 0-19,-1 0 0,1 0 0,1 0-8,4 0 3,3 0 0,2-5 0,-2 0-43,-2 1-1,6 3 0,-9-1 0,5-1-59,-2-3 94,-1 1 1,-6 5 0,1 0 11,-1 0 1,-4 0 73,-1 0-28,-7 0 1,-3 5-31,-10 1 1,3 0 0,0-2-44,0 1 1,6 7-92,-4-1 115,3-5 0,0 3-77,-3-4 66,3-3 1,-5 7 44,7-4-48,0-4 1,-5 8 255,0-4-223,0-3 1,5 7 0,0-4 11,0 5 0,0-1 0,0 1 1,-2 2-34,-3 2 0,3-4 0,-3 1 1,3 1-31,2 1 1,-1 3 0,-3-1 0,-3 1-114,-1-1 0,4 1 0,-3 0 0,0-1-317,-3 1 0,1-1 0,-1 1-25,-2-1 1,-2-1 0,0-2-80,4-2 391,-4-6 0,11 3 1,-6-6-50,2 5 100,-5-5 1,9 6-94,-7-7 188,-1 0 0,1 0-22,0 0 1,-1 0 134,-4 0 0,-1 5 27,1 0 0,4 1 0,1-5 270,-2 5 1,3-5 959,-1 4-480,7 4-339,-4-7-214,7 5 1,1-7 138,5 0-317,-5 0 0,13 0 1,-4 0 120,4 0-255,2 0 1,-1-5 0,1-1-52,-1 3 0,1-4 0,-1 2 0,1 1 13,-1 3 0,1 1 0,-3-2 0,0-2-157,-3-1 1,0 0 0,6 5-303,-1 0 1,1-5-129,-1 0 0,-4 0 0,-3 3-691,-1-3 1307,-2 3 0,-12-5 0,-1 7 0</inkml:trace>
  <inkml:trace contextRef="#ctx0" brushRef="#br1" timeOffset="6">9428 6066 7693,'0'-9'259,"0"2"293,0 0 1,0 5-74,0-4 0,0 7-288,0 4 0,0-1 1,0 6-1,0 2-31,0 2 1,0 3-1,0 2 1,0 4-29,0 1 1,-2 2-1,-1 5 1,-2 0-70,1 0 0,1 0 0,-1 0 1,-1-2-46,2-3 1,1 2 0,2-8 0,0-1-61,0-2 0,0-1-93,0-1 159,0-6 1,7-2-1,3-5 1,4 1-22,2 2 0,-1 0 1,2-5-1,2-1-3,2-4 1,7 3 0,-4-3 0,1 3 19,1 2 0,-2-5 0,4 0 0,-2 1 30,1 2 1,-4 2-1,-1-1 1,-1-3 25,0-1 0,-1 0 0,-4 5 1,1 0-55,4 0 1,-9-2-1,3-1-63,-1-2 66,0-1 1,0 5-1,-2-3 264,-2-1-246,-7 0 1,9 3 216,-6-3 91,6 3-87,-11-5-274,6 1 1,-7-3-247,0-7 1,-5 6 0,0 0-797,2-2 1,1-2 1051,2-2 0,-7-6 0,-2-2 0</inkml:trace>
  <inkml:trace contextRef="#ctx0" brushRef="#br1" timeOffset="7">10281 5771 7129,'9'-9'3083,"-1"2"-2314,-3 7 0,-1 0-302,6 0 1,-5 0-322,6 0-78,-1 0 0,5 0 1,1-1-39,-1-5-66,1 5 1,1-8-1,2 6 1,4-4-69,1-2 0,0 4 0,3-4 0,-2 1-47,-3-1 0,0 0 1,-3-3-1,2 2 28,-2-2 1,-2 3-1,-1-1-649,-1-2 295,-6 5 1,-9 0-1,-11 7 1,-2 2-177,-3 3 1,-1-1 0,-2 6-227,-2 2 879,1-5 0,4 7 0,-6-6 0,-2 8 0</inkml:trace>
  <inkml:trace contextRef="#ctx0" brushRef="#br1" timeOffset="8">10498 5569 7740,'-10'0'929,"-1"0"-443,8 0-271,-4 0 0,2 2 264,0 3-313,0-3 0,5 12 0,0-4 0,0 4 0,0 3 1,0 2-1,-2 3-56,-3 2 0,3 7 1,-3 6-1,1-1-50,-1 2 0,3-4 0,-4 6 1,0-2-35,1-4 0,-5-3 0,5-5 0,1-5-48,2-4 0,2-1 0,2-3-127,3-2 1,-1-4 0,6-9 0,4-2-131,5-1 1,-2-5 0,4 3-235,-4-2 368,-1-1 0,-1-4 1,1 2 100,-1 2-32,1 0 1,-1-1 0,1 3-21,-1 1 56,1-5 1,-3 8 0,-1-4 0,-1-1-94,1 0 0,-4 4 0,1-5-129,-2-2 0,0 5-78,-2 2 0,-5 3 53,0 2 0,-7 0 0,-8 0-413,-1 0 700,1 0 0,-1 7 0,1 1 0</inkml:trace>
  <inkml:trace contextRef="#ctx0" brushRef="#br1" timeOffset="9">10576 5848 7584,'0'-15'57,"0"5"1056,0-1-722,0 8 0,0-2 0,0 10-158,0 5 0,0 4 0,0 1 0,0 1-83,0-1 1,0 6 0,0 0-1,0-1 20,0 3 1,0-4 0,0 5 0,0 0-46,0 0 0,0 2 0,0 5 1,0 0-99,0 0 0,0-2 0,0-1 0,0-2-113,0 2 0,0-6 1,0-1-1,0-4-584,0-2-876,0 1 573,0-8 1,0-8-867,0-10 1839,0-4 0,-7-8 0,-2-2 0</inkml:trace>
  <inkml:trace contextRef="#ctx0" brushRef="#br1" timeOffset="10">10421 6267 7740,'-16'0'-402,"0"0"1762,1 0-541,6 0 1,2 2 0,9 1-546,3 3 1,4-1 0,8-5-115,4 0-15,-4 0 0,7 0 0,-5-2-159,2-3 12,0 3 0,-4-10 1,2 7-340,1 1 162,1-4 1,-5 4 0,-1-4-175,1 1 1,-1-3 0,-1 3-1048,-4-2 915,4 6 1,-14-4 0,0 7 6,-9 0 1,-4 0-1,-3 0 478,1 0 0,-1 0 0,1 0 0</inkml:trace>
  <inkml:trace contextRef="#ctx0" brushRef="#br1" timeOffset="11">10110 5771 8933,'0'-9'937,"0"2"-971,0 7 0,2 0-500,3 0 0,2 7 20,4 4 1,1-3-1,-7 3 249,-2 1 1,-1 1 0,-2 3 0,0-1 264,0 1 0,0 5 0,0-1 0,0-1 0,0-2 0,-5-1 0,0 0-177,1-1 214,2 1 0,2-6 0,0 0 459,0 2-256,0-5 0,0 2 0,0-4 267,0 5 1,0-1-28,0 1-401,0 1 1,0 4 0,0 1-93,0-1 1,0 1 0,0-1-104,0 1 1,0-6 0,0 0 109,0 2 0,0-3 32,0 1 1,0-4 0,0 4 0,7-5-37,4 5 0,-3-1 0,1 3 62,-2-2-40,-2-6 0,0 10 259,0-4-248,0-3 1,-3 5-1,2-5 57,1 2 1,0 1-61,-5 5 1,0-4 0,-2-3-136,-3-1 0,2-2 0,-8-5 26,-1 0 0,4 0 0,-3 0 0,-1 0 86,-2 0 0,4 0 0,0 0 0,-1-1 59,3-5 1,-1 5 0,4-4 385,-5 3 116,3-5-296,0 5 1,9-5-138,3 7-75,-4 0 1,13 0 0,-3 0 0,2 0 37,3 0 0,-1 0 0,1 0 0,-1 0 36,1 0 1,1 6 0,2 0-1,3 1-28,3 0 0,0 5 0,5-3 0,-3 1-52,-1 1 1,0-6-1,5 3 1,-2-1-9,-3-3 1,3-3-1,-4 1 1,0 2 65,1 1 1,-7 2 0,4-4 235,-1 2-265,-5 0 1,6-3-7,-8 3-13,1-3 1,-3 7-1,-1-6-91,-1 2 1,-1 2 0,6-3 16,-1 1 1,-4 0 0,-1-5-104,2 0 1,2 0-1,1 0-307,1 0 1,-1 0 0,1 0-510,-1 0 1,-1-2 938,-4-3 0,11-4 0,-4-6 0</inkml:trace>
  <inkml:trace contextRef="#ctx0" brushRef="#br1" timeOffset="12">10901 5755 8317,'2'-8'804,"3"3"0,-1-2 0,6 1-616,2 3-52,2-6 1,8 6 0,4-7 134,3-2-229,2 5 0,0-7 1,0 5-1,-1-1-331,-5 0 0,3 4 0,-7-2-1181,-2 1 763,-2 2 1,-10 5 0,-7 0-538,-9 0 1244,-5 0 0,-1 7 0,-1 1 0</inkml:trace>
  <inkml:trace contextRef="#ctx0" brushRef="#br1" timeOffset="13">11072 5507 7588,'0'-15'117,"0"4"953,0 1-286,0 6 10,0-2-643,0 19 1,5-2-1,0 9 1,-1-2 11,-3-3 1,-1 6 0,2 1 42,3 2-112,-3-5 0,5 11 0,-7-3 0,2 6 61,3 3 0,-4 6 0,5-5-41,-5 3-27,-1 1 1,5 6 0,1-2 0,-3-2 4,-1-2 1,-2-6 0,0 1-1,2-5-115,3-5 0,-4 1 0,6-8 1,-2-3-35,1-4 1,-1-2 0,-3 6-1,1-1-45,2 1 0,0-1 0,-5 1 0,-1-1-82,-5 1 1,0-6 0,-7-1-126,3-2 0,0-2-267,-6-5 418,1 0 0,1-2 0,2-3-544,2-5 488,-1-4 0,-4 4 0,-1-3-454,1-4 499,-8 2 0,6-8 0,-4 8 0,4-1 112,2 1 1,1-1-1,2 1 1,2 1 357,-3 4 1,5-2 0,-2 5 782,-3-2-520,7 6 1,-1-6-310,7 4 1,1 3-1,5-5 1,4 2-144,4 0 1,3-5-1,2 3 1,3-2-74,2-3 1,-3 3-1,5-1-59,1-2 5,3-2 0,-1 0 0,-1 2-328,-3 2 159,1 0 1,4-4-1,-5 2 1,-4 3-261,-4 2 0,-1 0 1,-1 4-201,1-2 0,-6-2 0,-1 2-704,-2-6 1348,5-3 0,-10-1 0,4-1 0</inkml:trace>
  <inkml:trace contextRef="#ctx0" brushRef="#br1" timeOffset="14">11382 5445 8498,'0'-9'3297,"0"3"-3677,7 6 274,1 0 1,1 1-1373,-4 4 648,4-3 1,-7 12 829,3-4 0,-4 4 0,-1 2 0</inkml:trace>
  <inkml:trace contextRef="#ctx0" brushRef="#br1" timeOffset="15">11335 5616 7208,'-6'15'436,"4"-6"1,-7 3-27,4-7-157,3 0 0,-5-3 208,7 3-280,0-3 1,2 5-130,3-7 1,-1 0-171,6 0 0,0-5 0,6-2 44,-1-2 1,1 6 0,-1-4 30,1 0 1,-6 5 0,1-3 0,1 2 76,1-3 1,-2 5 0,-1-5 52,2 5 0,2 1 92,1 0-55,-6 0 0,0 0-46,-4 0 1,-3 1 0,3 5-61,-3 4-25,-2-3 1,0 7-1,0-4 1,0 4-106,0 1 1,-7 1 0,-2-1-1,-1 1-357,-1-1 1,1 1 0,-6 1-195,1 4 0,-1-1 663,1 1 0,-1 0 0,1-13 0</inkml:trace>
  <inkml:trace contextRef="#ctx0" brushRef="#br1" timeOffset="16">11366 5755 9393,'2'9'1363,"3"-4"-1532,-3-3 0,7 3-970,-4 0 1,-3 7 536,3-1 1,-4-3 0,-1 3 601,0 1 0,0-5 0,0 6 0,0-2 0,-6 2 0,2 1-319,-6-3 422,6 2 1,-3-9 335,7 6 0,0-5 598,0 6-914,0-8 0,7 4 0,4-7-95,2 0 1,3-5-1,-1-2 1,1 0-57,-1 0 1,1 2 0,-1 5-23,1 0 0,-2 2 31,-4 3 39,-3 3 1,-7 8-1,0 1 1,0 2 39,0 2 1,-7 0 0,-2-4 230,1 3-176,-6-2 1,5 4 0,-4-6 0,1-1 26,1 1 1,3-1-1,-4 1 1,3-1 36,2 1 1,-3-1 0,5 1 0,-1-1-76,0 1 1,4-1 0,-3 1 0,3 1-44,2 4 1,0-4 0,0 4-1,2-6-86,3-5 1,3 4 0,8-5-1,-1 1 17,1 1 0,-1-6 0,3 3-68,2-1 40,-2-2 0,4-3 1,-6 2-64,-1 1 53,1 0 0,-1-5 0,1 0-227,-1 0 84,1 0 1,-6 0-299,0 0 38,-6 0 103,3-7 1,-9 5 0,-3-3-122,-6 3 1,3 2 0,-3 0 466,-1 0 0,-1 0 0,-3 0 0</inkml:trace>
  <inkml:trace contextRef="#ctx0" brushRef="#br1" timeOffset="17">11584 6205 9654,'-7'9'886,"3"5"0,-4-4-460,1 4 1,0 3-1,3 2-258,-1 2 1,-5-1-1,3-4 1,-2-1-152,-3 1 0,4-1 1,-3 1-1,-1-1-95,-2 1 0,-1-6 0,-1-1-760,1-2 573,-1 5 0,1-10 1,-1 3-1,1-5-375,-1-5 0,1 1 0,-1-6 0,1-2 241,-1-2 1,3-3 0,1-2 0,1-2 219,-1 2 1,4 2-1,-3 1 1,1 1 29,1-1 1,-3 6 0,5 1 223,-1 2 1,2-3 0,-2 3 1157,1-1-213,2 4-425,5-3-85,0 7-40,0-7-327,7 6 1,-4-6 0,7 7 51,3 0 0,0-5 1,3-1 103,-1 3-198,1 1 0,-1-3 1,1 0-1,-1 1 67,1 3 0,5-4 0,-1-1 0,1 1-10,1-2 1,-3 6-1,5-5 1,-1 5-27,-4 1 0,3 0 0,1 0 0,-1 0 10,0 0 0,-1 0 0,-4 0 1,2 0-40,2 0 1,5 0 0,-6 0 6,-1 0-68,-1 0 1,-3 0-1,1 0 98,-1 0 1,1-5-402,-1-1-419,-6-6-1154,-2 4 993,-7-1 0,-2 2 841,-3 7 0,-4-7 0,-6-1 0</inkml:trace>
</inkml:ink>
</file>

<file path=ppt/ink/ink14.xml><?xml version="1.0" encoding="utf-8"?>
<inkml:ink xmlns:inkml="http://www.w3.org/2003/InkML">
  <inkml:definitions>
    <inkml:context xml:id="ctx0">
      <inkml:inkSource xml:id="inkSrc0">
        <inkml:traceFormat>
          <inkml:channel name="X" type="integer" max="1600" units="cm"/>
          <inkml:channel name="Y" type="integer" max="900" units="cm"/>
          <inkml:channel name="T" type="integer" max="2.14748E9" units="dev"/>
        </inkml:traceFormat>
        <inkml:channelProperties>
          <inkml:channelProperty channel="X" name="resolution" value="51.77993" units="1/cm"/>
          <inkml:channelProperty channel="Y" name="resolution" value="51.72414" units="1/cm"/>
          <inkml:channelProperty channel="T" name="resolution" value="1" units="1/dev"/>
        </inkml:channelProperties>
      </inkml:inkSource>
      <inkml:timestamp xml:id="ts0" timeString="2017-04-05T17:25:54.758"/>
    </inkml:context>
    <inkml:brush xml:id="br0">
      <inkml:brushProperty name="width" value="0.05292" units="cm"/>
      <inkml:brushProperty name="height" value="0.05292" units="cm"/>
      <inkml:brushProperty name="color" value="#FF0000"/>
    </inkml:brush>
  </inkml:definitions>
  <inkml:trace contextRef="#ctx0" brushRef="#br0">17823 7916 0,'21'-21'156,"0"21"-140,-21-21-1,21 21-15,-21-42 16,106-85 0,-64 84-1,43-63 1,-64 64-1,64-64 1,-64 64 0,64-43-1,-64 1 1,21 20 0,1 1 15,20-1-31,-42 22 15,22 0 1,20-86 0,-21 86-1,64-106 1,-63 106 0,20-43-1,-21 43 1,64-22-1,-63 22 17,84-43-17,-85 64 1,0-21 0,1 21-16,-22-1 15,42-20 1,-42 42-1,22 0 1,20-42 0,1 20-1,-1 1 1,-20 0 0,-1 21-1,-21-21 16</inkml:trace>
  <inkml:trace contextRef="#ctx0" brushRef="#br0" timeOffset="1102.73">19664 5778 0,'21'0'125,"1"0"-125,-1 0 15,0 0 1,0 22-16,21-22 16,-20 0-1,-1 0-15,0 0 0,-21 21 16,21 0 0,0-21-1,0 21 16,-21 0-15,0 1 0,0-1-1,0 0 1,-21 0 0,-21 42-1,21-41 16,-64 41-15,43-20 0,-1-1-1,43-21 1,-21-21 0</inkml:trace>
  <inkml:trace contextRef="#ctx0" brushRef="#br0" timeOffset="4962.1">20765 5630 0,'-21'0'125,"0"0"-109,-22 0-16,22 22 15,0-22 1,-21 21 0,-22 21-1,64-21 1,-63 0-1,41 22 1,1-22 0,0 0-16,0-21 0,0 21 15,0 0 1,-22 43 0,22-43-1,0 42 1,0-41-1,21 41 1,0-42 0,0 22 15,0-22-15,0 21-1,0-21 16,0 0-15,42 1 0,-21-1-1,22 0 1,-22 0 0,21-21-1,-21 0 1,22 0-1,-22 0-15,0 0 16,64-21 15,-43 0-15,106 0 0,-127 21-1,64-43 1,-43 22-1,-21 0 1,-21 0-16,43 0 16,-22 0-1,21-22 1,-42 22 0,21-21-1,-21-1 1,22 22-1,-22 0 1,21 0 0,-21-21 15,0 20-15,0 1 15,0 0-16,0 0 1,0 0 0,0-1 15,0 1 0,0 0-15,0 0 31,0 0-16,-21 0 0,-1 21 0,1 0-15,0 0 15,0 0-15,-21-21 0,20 21-1,1 0-15,21-22 0,-42 22 31,-22 0 1,43 0-17,0 0-15,-21 0 16,21 0 15,-1 0 79</inkml:trace>
  <inkml:trace contextRef="#ctx0" brushRef="#br0" timeOffset="7355.13">8890 7006 0,'0'-21'78,"22"0"-62,-1 21-16,21 0 16,43-21-1,42 0 1,-64-1-16,-20 22 0,211-63 15,0 20 1,-170 22-16,467-42 16,-403 21-1,275-22 1,-254 22 0,43-1-1,-64 22 1,85-21-1,-169 42 17,-43 0-32,21-21 15,22 21 1,-1 0 0,1 0-1,-22 0 1,-21 0 15,0-21-15</inkml:trace>
  <inkml:trace contextRef="#ctx0" brushRef="#br0" timeOffset="8558.29">12087 6265 0,'21'0'125,"0"0"-125,0 0 16,0 0 0,-21 21-16,85-21 15,-22 22 1,-20-22 0,-22 21-1,0-21 1,-21 21-1,21-21 17,0 0-1,-21 21-31,0 0 31,22-21 0,-22 22-15,0-1 0,-22 0-16,1 21 31,-21-21-15,0 0-16,20 1 15,-41-22 16,63 21-15,-42 21 0,-1-42 15,43 21-15,-21-21-1</inkml:trace>
  <inkml:trace contextRef="#ctx0" brushRef="#br0" timeOffset="9495.84">12806 6371 0,'0'-21'15,"21"21"79,43-21-78,-43 0-16,43 21 15,41-22-15,-20 1 16,21 21 0,63 0-1,-105 0 1,-43 0-1,-21 21 189</inkml:trace>
  <inkml:trace contextRef="#ctx0" brushRef="#br0" timeOffset="10845.28">13759 5694 0,'0'21'125,"0"0"-125,0 0 15,0 0-15,0 1 16,0-1-1,0 21 1,0 1 0,0-22-1,0 42 1,0-21 0,0-20-1,0 41 1,0-42-1,0 43 1,0-22 0,0 22-1,0-43 1,0 42 0,0-41 15,0 41-16,0-42 1,0 0-16,0 22 16,0-1 15,0 0-15,0 1-1,0-22 1,0 21-1,0-21 1,0 22 0,0-1 15,0-21 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4-12T08:16:39.824"/>
    </inkml:context>
    <inkml:brush xml:id="br0">
      <inkml:brushProperty name="height" value="0.053" units="cm"/>
      <inkml:brushProperty name="color" value="#FF0000"/>
    </inkml:brush>
  </inkml:definitions>
  <inkml:trace contextRef="#ctx0" brushRef="#br0">10110 5057 9057,'9'7'439,"-2"-5"-300,-7 5 1,5-6 0,0 5-35,-1 4 1,3-1 0,-2 1 0,0 0 10,2-1 1,-5 5 0,4-4-113,1 4 1,2 1-147,6 1 0,-4-2-247,-1-4 116,-6 4-676,9-12 292,-11 4 657,5-6 0,-7 0 0,0 0 0</inkml:trace>
  <inkml:trace contextRef="#ctx0" brushRef="#br0" timeOffset="1">10436 4964 10490,'-7'16'224,"5"-4"1,-4 2-39,-1 3-70,5 2 1,-12-2 0,4 2-296,-4 2 1,-2 6 1,1-8-1,-1 5 1,1-1-310,-1-4 1,-4-2 0,-1-2 0,2 1-532,2-1 1,7-6 1017,-1-4 0,1 4 0,-6-1 0</inkml:trace>
  <inkml:trace contextRef="#ctx0" brushRef="#br0" timeOffset="2">10079 5430 7865,'-13'10'770,"2"0"0,4-5-294,7 6 0,2-8-175,3 2 1,4-5 0,6-3 7,1-2-246,-1 0 1,3-1 0,1 0 0,3-3-54,2-3 1,-5 3 0,3 1-449,1 1 332,-6-5 0,11 5 1,-8-5-1,-1 1-123,-2-1 0,-1 5 0,-1 0 0,1 2-235,0 0 1,-3-7 0,-1 3-213,-1 1 0,-10 1 365,-1 7 1,-6 2 0,-10 3 310,1 5 0,-8 4 0,-1 1 0</inkml:trace>
  <inkml:trace contextRef="#ctx0" brushRef="#br0" timeOffset="3">10064 5631 9849,'15'0'158,"3"-5"0,2-2 0,6-1-177,3-5 0,2 1 0,0 0 0,0 2-61,0-2 0,0 0 0,-1 0-644,-4 1 450,-4 8 0,-8-6-524,-4 4 211,-3 4-408,-7-6 601,-7 7 394,-1 0 0,-15 0 0,-1 0 0</inkml:trace>
  <inkml:trace contextRef="#ctx0" brushRef="#br0" timeOffset="4">10219 5461 7803,'0'15'1302,"0"1"-1008,0-1 1,0 2 0,-2 4-140,-3 5-130,3 3 1,-11 2-1,2 2 1,-3 1-29,-1 3 0,5-1 1,-1-7-1,-1-1-346,-2-2 1,4-13-1,0 1-151,-2-5 0,5-6 0,2-8 0,3-5 500,2-4 0,0-15 0,0-4 0</inkml:trace>
  <inkml:trace contextRef="#ctx0" brushRef="#br0" timeOffset="5">10250 5647 7655,'15'0'0,"1"0"0,-1 0 0,1 0 466,-1 0-270,1 0 0,-1 7 0,1 3 1,-1 4-31,1 1 0,0 1 0,-1-1 1,1 3-125,-1 2 0,1-3 0,-1 4 1,1-5-123,-1-6 0,-5 2 1,1-5-876,1 2 955,2-6 0,-6-3 0,-1-9 0</inkml:trace>
  <inkml:trace contextRef="#ctx0" brushRef="#br0" timeOffset="6">10669 5321 7527,'7'-9'789,"-6"2"1,8 14 0,-6 5-622,2 7 1,1-1 0,-6 4 0,0-1-67,0-1 0,0 6 1,0-3-1,0-1-158,0 0 1,0-1-1,1-5 1,3-1-184,1 1 0,0-1 1,-5 1-772,0-1 769,0 1 0,2-8 0,1-1-1178,2 0 766,1-5 653,-6 5 0,0-7 0,0 0 0</inkml:trace>
  <inkml:trace contextRef="#ctx0" brushRef="#br0" timeOffset="7">10855 5259 7631,'8'-7'1297,"-1"5"-932,-7-5 0,2 7-807,3 0 102,-3 0 1,5 2 339,-7 3 0,7-3 0,1 5 0</inkml:trace>
  <inkml:trace contextRef="#ctx0" brushRef="#br0" timeOffset="8">11025 5073 7632,'16'0'4,"-6"-2"649,0-3-305,-6 3 1,10-5-269,-4 7-87,-3-7 0,7 6 1,-4-5 68,4 5 1,1-1-1,1-1 1,-1-3 52,1 3 1,-6 1 0,1 2 15,1 0 0,1 0 1,3 0-6,-1 0 1,-4 2 0,-3 3 0,-1 5 49,-3 4 1,-3-2 0,1 2-141,3 3 41,-3 2 0,5 2 0,-7 1 23,0 3-34,0 0 1,0 1-1,0 0 231,0 2-237,0 1 0,0 2 1,0 0 211,0 0-216,0 0 1,0 0 0,0 0-1,0 0 22,0 0 1,0 0 0,0 0 0,0 0-34,0 0 0,0-1 1,0-3-1,0-3-176,0-1 0,0-3-182,0-4 1,-2-7-131,-3-4 0,3-10 0,-3-6 0,2-4-64,-2-6 0,1 4 0,-5-6-1078,3 1 883,-7 5 702,5-6 0,-8 1 0,1-2 0</inkml:trace>
  <inkml:trace contextRef="#ctx0" brushRef="#br0" timeOffset="9">10870 5507 7631,'-10'0'263,"0"0"372,6 0-71,-3 0 0,7-2-412,0-3 1,9 4-1,5-6 1,5 1-55,-1 1 1,5-5 0,-1 3 0,1 0-119,-1 0 0,4-3 0,-5 3 1,-2 0-231,-2 0 1,-2-3-1,1 5 1,-2 0-1457,-4-2 154,4 5 1552,-13-5 0,-1 7 0,-8 0 0,-8 0 0,1 0 0</inkml:trace>
  <inkml:trace contextRef="#ctx0" brushRef="#br0" timeOffset="10">10994 5336 9205,'0'9'281,"2"7"1,1-3 0,3 8-120,-3 3 1,4-3-1,-2 5 1,-1 1-71,-3 3 0,-1 1 1,2 0-1,1-2-223,3-3 1,-1 1 0,-5-6-1730,0-2 1111,-7-2 0,0-15 749,-3-7 0,-4-14 0,5-5 0</inkml:trace>
  <inkml:trace contextRef="#ctx0" brushRef="#br0" timeOffset="11">11025 5476 7631,'-7'16'-43,"4"-8"0,-6-1 1,1 0-32,-1 3 1,-1-1 0,-6 3-1,1 4 391,-1 3 1,1 3 0,-1-3 0,1 3-440,-1 2 0,1 1 0,-1-1 0,2-7-887,4-5 1009,-4-9 0,6 4 0,-8-7 0</inkml:trace>
  <inkml:trace contextRef="#ctx0" brushRef="#br0" timeOffset="12">11521 5057 7618,'-6'9'998,"4"-2"0,-3-9 1,12-3-856,8-5 1,1 1 0,6-1 0,-1-3 13,-1 0 1,8-3 0,-4 1-370,0-1 157,5 1 1,-11 6-1,2 4-682,-2 3 366,-3-5 1,-5 6-632,1-5 1,-9 5-625,-2 1 1626,-7 7 0,-16-6 0,-1 6 0</inkml:trace>
  <inkml:trace contextRef="#ctx0" brushRef="#br0" timeOffset="13">11646 4871 7618,'8'0'1098,"-1"0"-524,-7 0 0,0 2-422,0 3 1,0 4 0,0 6-1,0 2-49,0 4 1,0-2 0,-2 7 0,-1 1-76,-2 3 0,-6 1 0,6 2 0,0-1-93,-2-1 0,4 4 0,-6-11 0,2 0-51,4-3 1,1-4 19,2-2 0,2-6 0,3-4-105,5-3 138,11-2 1,-2-9-1,7-4-404,1-6 300,3-2 1,1 0 0,0-1-456,0-2 421,-7 5 1,-2-4-1,-6 6 1,-1-2-136,1-2 1,-3 1-1,-2 4 65,-6 1 1,-3 4 264,-2 1 0,-2 7 1,-3-3-1,-4 6-16,1 6 0,-6-5 0,3 4 22,-2-3 0,-3-2 0,1 7 0,-1 2 0</inkml:trace>
  <inkml:trace contextRef="#ctx0" brushRef="#br0" timeOffset="14">11816 4995 7618,'0'9'-372,"0"-1"951,0-2 1,0 2 0,0 8-288,0-1 1,0 2-1,0 2 1,0 4-60,0 1 0,-2 7 0,-1 5 1,-2 0-124,1 2 1,3-3 0,1 4-1,-2-2-131,-3-8 1,3 0 0,-3-8-545,3-2 311,2-2 1,-7-8-573,-3-4-266,3-3 397,-7-2 0,11-7 295,-8-4 0,3 3 0,-4-1 392,1 2 0,6 2 48,-5 5 0,5 0 485,-6 0 0,8-2 499,-2-3 1,3 2-399,2-8 1,2 6-517,3-5-80,4 0 1,6-1-318,1 1 198,-1 6 1,1-8 0,-3 5 0,-1 1-408,-1-1 1,-1 0-407,6 2 0,-6 1 902,0-6 0,-6 6 0,3-3 0</inkml:trace>
  <inkml:trace contextRef="#ctx0" brushRef="#br0" timeOffset="15">11397 5073 7618,'-10'0'209,"0"0"-262,6 0-199,-3 0 54,7 0 120,0 7 1,0-4 0,0 7 127,0 3-84,0 0 1,0 3-1,0 1 1,0 2 16,0 2 1,0-1 0,0-4 0,2 1 239,3 4 0,-3-4 0,3 4 1,-3-4 3,-2-2 0,0 1 1,2 1-1,1 2-167,2 2 1,7-6-1,-1-4 1,1 1-46,-2 2 1,4 1 0,-4 1 0,4-1-115,1 1 0,-1-1 0,-3 1-221,-6-1 205,-4 1 0,5-1 106,-1 1-11,-7-1 1,-1-1 0,-8-4 6,-1-4-29,-2-5 0,4-1 0,0 0 0,-2 0-49,-2 0 1,-2-7 170,1-3 1,5 3 413,-1 2 323,8 3-456,-4 2 0,14 0 1,1 2-155,1 3 0,5-3 0,-4 3 54,4-3-163,1-2 0,1 0 1,-1 0 60,1 0-106,-1 0 1,6 0 0,0 0-11,-2 0-63,5 0 1,-5 1 0,5 3 0,0 1 25,0-1 1,-5-3 0,4-1 0,-3 0-9,1 0 1,5 0-1,-6 0 1,-1 0 36,-1 0 1,-3 0 0,1 0 0,-1 0-16,1 0 0,-1 0-221,1 0 1,-1 0 0,1-1-102,-1-5 0,-4 3-468,-1-7 524,0-1 1,1 1 0,-1 1 0,0 1 245,-1-1 0,5-1 0,-6-6 0</inkml:trace>
  <inkml:trace contextRef="#ctx0" brushRef="#br0" timeOffset="16">12188 4980 7615,'0'-11'-4,"0"1"595,0-2 1,2 5 0,1 0-304,3 0 1,6 4 0,-2-6 0,4 1-190,1-1 0,3 5 0,0-1 0,5 4-21,1 1 0,-5 0 0,2 0-749,-4 0 32,-2 0 1,1 0-367,-1 0 0,-6-2 1005,-4-3 0,-3 3 0,-2-5 0</inkml:trace>
  <inkml:trace contextRef="#ctx0" brushRef="#br0" timeOffset="17">12281 4778 7488,'0'-15'-469,"0"-1"0,2 7 2170,3 4-1342,-3 3 0,5 9 0,-7 4-90,0 2 1,0 5-1,2 1-106,3 1 1,-4 1 0,5-5 0,-5 1-21,-1 3 0,0-1 0,0 7 0,0 2-21,0 1 1,0 4-1,0 1 84,0 3-116,7 6 0,-5-4 0,3 6 24,-3-3-48,5 2 1,-6-9 0,5 4 0,-5-1-125,-1-3 1,0-9-1,0-6 1,0-2-222,0-3-127,0 1 0,-1-8-45,-5-3 0,3-5 0,-7-5 61,-2-5 0,3 1 1,-1-1-1,-2 0 45,-2 1 0,-2-5 0,1 4 0,-1-4 176,1-1 1,-1-1 0,2 1 271,4-1-94,-4 1 0,6-1 675,-8 1-350,8 6 0,-1 0 448,4 4 1,5 3-427,0-3 0,2 3 1,8 2-1,2 0-164,2 0 1,3-5-1,2 0 1,2 0-180,-2-2 1,5 4-1,0-8 1,2 1-167,0 1 1,-2-3 0,1 5-1,-4 0-363,-4 1 1,1-5 0,-1 4-1,0 0-265,-3 1 1,-7 0-413,3 6 1193,-6-7 0,2 6 0,-6-6 0</inkml:trace>
  <inkml:trace contextRef="#ctx0" brushRef="#br0" timeOffset="18">12576 4763 9768,'0'10'-58,"0"0"0,0-5-1104,0 6 0,5-6 1162,0 5 0,0 1 0,-5 4 0</inkml:trace>
  <inkml:trace contextRef="#ctx0" brushRef="#br0" timeOffset="19">12498 4933 9155,'16'0'65,"-1"0"-88,1 0 0,-1 0 0,1 0 1,1 0 4,4 0 1,-4-5 0,4 0-69,-4 1 44,-2 3 1,-4 2 0,-1 3 39,2 1-9,-5 0 1,0 2 0,-7 3-46,0 4 1,-2 2 0,-1-1 0,-6 1-163,-5-1 1,2 1 0,-8-2 0,2-2 51,3-2 1,-1-1 0,1 1 0,-1-3-139,1 0 0,-1-6 168,1 5 1,6-6 174,4-6 0,5 3 274,5-7-249,4 6 1,1-4 0,1 4 0,1-1 39,1 1 0,3-2 96,-1 0-167,1-6 1,-1 11 15,1-5 0,-2 6 0,-4 6 0,-5 6 77,-3 7 1,-2 0-1,-2 6 1,-3 3-6,-5 1 0,-4 2 0,-3 0 0,-2 0 16,-2 0 1,2-1-1,7-4 1,2-6 63,-2-2 1,5-3-62,2 1-179,3-1 108,2 1 0,7-8-22,3-3-21,4-3 0,1-2 0,1 0 0,-1 0-23,1 0 0,5 2 0,-1 1 0,1 2-38,1-1 1,-4-2 0,2-1-1,-2 3-209,-3 1 0,1 2 1,-1-2-724,1 5 597,-8-3 1,-8 5-1,-10-7-545,-4-1 915,-1-9 0,-8-4 0,-1-6 0</inkml:trace>
  <inkml:trace contextRef="#ctx0" brushRef="#br0" timeOffset="20">12731 5259 7970,'16'0'778,"-8"7"0,-3 3-478,-3 4 0,-2 1 1,0 3-1,0 1-103,0 1 0,-2 6 0,-1-3 1,-4-1-60,-2 0 1,1-1 0,-4-5-283,1-1 75,1 1 0,-6-8 0,1-1 0,-1-2-422,1 0 1,-2 2-1,-2-3 1,-2 1 31,2-2 0,-3-1 0,1-4 0,0-1 114,-1-2 0,5-7 0,-4 1 1,4-2 344,1-3 0,6 1 0,1-1-138,3 1 1,0-1 298,6 1 0,7-1 1,4 2 150,2 4 0,3 1 1,-1 6-1,1-2 161,-1 1 1,1-3 0,-1 2 459,1 2-716,-1-6 1,1 7 0,-1-3 158,1 3-241,-1 2 1,6 0 0,0 0-25,-2 0-133,-2 0 0,-2 0 0,1-1 0,1-3-68,4-1 0,-6-2 0,3 2 0,-6-4-305,0 1 1,0-6 0,0 5-533,-2 1 0,-6-1 927,1 4 0,-3 3 0,-2-5 0</inkml:trace>
  <inkml:trace contextRef="#ctx0" brushRef="#br0" timeOffset="21">13088 4887 9877,'1'-9'220,"5"2"1,4 2-125,4 0 1,1-6 0,1 5 0,-1-1-46,1 0 0,-1 2 0,1 5 0,-1 0-119,1 0 0,-1 0 0,-1 1-206,-4 4 1,-3 4-1,-7 7 152,0-1 0,-1 1 0,-5-1-77,-4 1 166,3-1 1,-7-1 0,4-2-155,-4-2 156,6 1 0,-4-1 1,5 0-237,-2 2 184,6-5 0,-6 2-394,4-4 318,3 4 1,-5 1-24,7 0 1,0 1 291,0 4 0,7-4 0,3-1 1,-3-5 0,0 4-1,-2-1 217,1 1 0,4 1 1,-3 6-1,0 1 77,0 4 1,-2-2-1,-4 7 1,3 1-9,1 2 0,0 2 0,-5 2 177,0 3-391,0-3 1,-5 0 0,-2-7 306,-1 1-386,4-4 0,-8-1 1,5-8-1,0-2 73,0-2 1,-5-6-1,2 1-189,-4-3 0,4-2 1,1-2-1,1-3-183,-1-6 0,4 3 0,-4-2 1,1-3-53,-1 0 0,6 2 1,-4 1-1,1-2-399,1-2 0,-5-1 1,5-1-1,1 1-1777,3-1 2424,1 1 0,-7-1 0,-2 1 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4-02T04:29:35.145"/>
    </inkml:context>
    <inkml:brush xml:id="br0">
      <inkml:brushProperty name="width" value="0.05292" units="cm"/>
      <inkml:brushProperty name="height" value="0.05292" units="cm"/>
      <inkml:brushProperty name="color" value="#3165BB"/>
    </inkml:brush>
    <inkml:brush xml:id="br1">
      <inkml:brushProperty name="width" value="0.05292" units="cm"/>
      <inkml:brushProperty name="height" value="0.05292" units="cm"/>
      <inkml:brushProperty name="color" value="#FF0000"/>
    </inkml:brush>
  </inkml:definitions>
  <inkml:trace contextRef="#ctx0" brushRef="#br0">16685 8082 7158,'0'-8'95,"0"1"379,0 0-313,0 5 0,0-6 459,0 2-344,0 5 1,0-8 301,0 4-358,0 3 1,0-6-182,0 2 1,-1 5-69,-5-5 1,3 5-85,-7 1 71,6 0 1,-5 0 47,4 0 0,-3 1 81,-8 5-79,8-5 0,-1 6 0,4-7 3,-6 0 1,3 2 0,-2 1-11,-3 3 0,1 0 1,0-2-1,2 1 42,-2-1 1,3 2-1,-1 1-13,-2 2 1,-2 0 0,-1 3 0,-1-2-12,1 2 0,4-3 1,1 1-15,-2 2 0,-2 0 1,0 0-39,4-1 42,-4-1 1,7 0 0,-5 1-6,2 1 1,6 1 0,-8 3 0,5-1 117,-1 1-87,4-1 0,-8 1 1,7 1-1,0 2 52,-2 2 0,5 5 0,-4-4 1,0 2 36,1 4 0,0-4 0,3 2 0,-1 1-38,-2 3 1,0-4 0,5-1 0,0 1 18,0-2 1,0 4 0,0-6 0,0 1 12,0-1 1,1-1-1,3-4 1,3 0 63,1-1 1,-3 6 0,4-10 27,-2 0-146,5 0 1,-3 4-1,6 0 1,1-3-42,-1-2 1,6 2 0,1-2-61,2 3-9,-5-6 0,9 4 0,-6-5 0,1 2 23,-1 3 0,4-4 1,-4 3-1,1-1-65,-1-1 1,-1 3 0,-4-7 0,2 0-13,2 2 1,-1-5 0,-4 3 0,1-3 33,4-2 1,-4-7 0,4-4 0,-3-2 79,3-3 1,-4 1 0,6-1-1,-3 1-8,1-1 1,0 1-1,-6-1 117,1 1-123,-1-1 1,1-3 0,-1 2 53,1 3-73,-8 2 0,5-4 1,-7 1-1,1-1-23,0 1 1,4-1 0,-5-1 0,1-2 27,0-1 1,5-6 0,-3 3 0,1-1 10,1-3 0,-6-1 0,3 0 0,1 3 8,0-3 1,-6 4 0,2 0 0,-3 1 4,-2 4 1,0 2 0,0 2 0,0-1-5,0 1 0,0-1 0,0 1 5,0-1 0,0 0 1,0 1 88,0-1-91,-7 1 0,4-1 167,-8 1-107,8-1 1,-6 6-1,6 0 168,-2-2-176,-7 5 1,10-2 0,-5 6 0,0-2-50,-3 1 1,1-3 0,-1 2-200,-2 2 1,-2-6 95,-2-1 0,3 1 0,1 0 0,3 1 17,2-1 1,-3 4 0,3-4-1,0 1 81,0-1 0,0 6 1,4-4-1,-4 2 60,-2-1 1,4 0 38,-5 0-106,6 5 1,-10-6 0,4 7-18,-4 0 0,4 0 1,0 0-52,-2 0 0,3 0 36,-1 0 0,-1-5 39,-4-1 1,4 1 0,1 5 0,-2 0 0,3 0 0,-1 0 1,0 2 28,1 3 0,-5-1 0,4 4-20,-4-1 0,0 0 0,2-4-8,2 3 0,0-1 33,-6-5 0,6 0 0,1-2 98,2-3 0,0 3 131,2-3-234,4 3 1,-8 2 0,4 0 40,-6 0 0,3 0-139,-3 0 0,6 5 0,-3 2-159,1 2 0,0-6-131,2 3 1,3-3-367,-3 2 0,3-1-1063,2 6 1780,0-7 0,0 11 0,0-5 0</inkml:trace>
  <inkml:trace contextRef="#ctx0" brushRef="#br1" timeOffset="1">18732 8098 7684,'0'-11'-79,"0"1"1,-2 7-1,-1-4 1247,-2 0-1002,0 5 0,3-6-146,-3 2 28,3 5 92,-5-6 34,7 7 44,-7 0-160,-1 0 1,-3 0-1,1 0 6,-2 0 1,3 5 0,-1 2-74,-2 1 1,-2 3 0,-1 3 66,-1-4 0,1 2 1,1-5-1,2 1 36,1 5 1,1-5-1,-5 3 1,-1 1 9,0 1 0,1 3 0,-1 1 0,1 2-6,-1 2 1,1 5-1,-1-4 1,3 0 62,2 1 0,-1 4 1,5-2 226,-1-1-263,4 5 0,-3-7 1,7 6 289,0-2-258,0 0 0,0 5 0,0 0 0,0-2 16,0-3 0,7 3 0,4-3 0,2 3-84,3 2 1,-1-5-1,1 0 1,-1 2-91,1 1 0,5 4 0,-1 1 0,1 1-83,1-6 0,-4 0 0,4-8 0,-1 0-47,-1 1 1,6-12-1,-3 2 1,1-5 49,3-1 1,3-3 0,1-8 0,0-6-100,0-2 1,0-10 0,1-1-205,5 0 334,-5-5 1,6 6 0,-7-4 0,0 1 17,-7 7 0,6-9 0,-6 6 0,0-1 5,-3 1 0,-6 0 0,-3 3 0,-2-4 16,3-1 1,-1-2 0,0-5 0,-4 0-9,-1 0 0,4-2 0,-5-1 0,1-2 21,0 1 1,0-3 0,-3 2 0,1 2 85,-2 1 0,-1 4 0,-2 1 1,0 4-28,0 2 0,-2 1 0,-1 5 0,-4 1-29,-2-1 0,4-4 0,-5-1-67,-2 2 57,5 2 0,-7-4 0,5 0 125,1 2-143,-6 2 1,5-3 0,-6-1 0,1 2-8,4 2 1,-9 3-1,3 2 1,-3 1-4,-3-1 0,3 6 0,-7 0 0,-1 5 15,-3 1 1,-1 5-1,0 2 1,0 1 61,0 4 0,5 2 0,2 0 1,0-2 33,0-2 1,5-1-1,0 3 1,5-2-136,4 2 1,0-3-1,-6 1-358,1 2 278,6-5 0,-5 5 0,4-5-191,-4 2 197,-1 1 1,-1 6 0,1-1-773,-1 1 534,1-1 0,-1 6 0,1 0 1,-1-1-355,0 3 0,1-6 0,1 4 696,4-4 0,-11-2 0,4 1 0</inkml:trace>
  <inkml:trace contextRef="#ctx0" brushRef="#br1" timeOffset="2">8157 7524 8108,'0'-16'816,"0"1"-674,0 6 0,0 1-49,0 2-75,0 5 1,0-8 89,0 4-87,0 3 0,-2-6 151,-3 2-111,3 5 1,-10-8 0,5 6 20,-2-3 1,-1 1 0,-5 5-53,-1 0 1,0 0 0,1 0 0,-1 0-8,1 0 1,-2 2 0,-2 1 0,-2 4 69,2 2 0,-3 1 0,1 6 0,2-1 12,2 1 1,-4-1 0,-1 3-94,-2 2 40,5-3 1,-5 11 0,5-6-67,-2 3 4,0 0 1,4 6 0,-2 2 13,-2 3 58,1-3 0,6 7 0,2-6 0,2 2 92,-2-1 1,5 3 0,1-2 0,5-1 81,1-3 1,0-2-1,0-3 1,0-3-53,0-1 1,7-3 0,3-2-1,6 1-96,4 1 0,-1-4 0,7-6 0,2 2-182,1 2 1,4 1-1,1 1 1,2-2-76,-1-4 1,4 2-1,3-5-258,2 2 310,-4-6 0,5 4 0,-5-7-192,-1 0 209,6 0 1,-7-7-1,3-3-50,-5-4 104,4-1 0,-7-6 0,5-2 0,-2 1 9,0 0 1,-5-4 0,-7 3 0,-1 1 100,-5 0 0,5-4 1,-4 3-1,-4 1 19,-3-1 1,-3-4 0,3 1 0,-3-2-11,-2 3 1,-2-5 0,-5 6 0,0-2 4,0 0 1,0 2-1,0-3 1,-2 3 36,-3 1 0,1 1 0,-6 3 1,-2-2-3,-2 2 0,-1 0 1,-1 0-92,1-1 19,-8 6 1,6-5 0,-4 5 0,2 0 1,-1 2 1,3 4-1,-6-4 1,2 1 0,1-1 0,-6 0 1,5 0-1,2 3-19,2 2 0,-4-5 1,1 4-1,1-3-4,2 1 1,3 5-1,0-4 1,0 1 11,-3-1 0,-2 6 1,2-3-18,-4 5 0,4 1 0,-4 0 0,2 0-69,-1 0 0,2 5 0,-4 2-124,0 1 178,4-4 1,-4 8-1,6-5-112,1 1 100,6-4 1,-3 4 0,5-4-272,-1 1 252,4 0 1,-4-5-182,3 0-125,3 0 1,-7 7-295,4 4 0,2 2 0,-6 3 0,2-1-892,4 1 1522,-6-1 0,7 8 0,-5 1 0</inkml:trace>
</inkml:ink>
</file>

<file path=ppt/ink/ink17.xml><?xml version="1.0" encoding="utf-8"?>
<inkml:ink xmlns:inkml="http://www.w3.org/2003/InkML">
  <inkml:definitions>
    <inkml:context xml:id="ctx0">
      <inkml:inkSource xml:id="inkSrc0">
        <inkml:traceFormat>
          <inkml:channel name="X" type="integer" max="1600" units="cm"/>
          <inkml:channel name="Y" type="integer" max="900" units="cm"/>
          <inkml:channel name="T" type="integer" max="2.14748E9" units="dev"/>
        </inkml:traceFormat>
        <inkml:channelProperties>
          <inkml:channelProperty channel="X" name="resolution" value="51.77993" units="1/cm"/>
          <inkml:channelProperty channel="Y" name="resolution" value="51.72414" units="1/cm"/>
          <inkml:channelProperty channel="T" name="resolution" value="1" units="1/dev"/>
        </inkml:channelProperties>
      </inkml:inkSource>
      <inkml:timestamp xml:id="ts0" timeString="2017-04-05T17:48:34.231"/>
    </inkml:context>
    <inkml:brush xml:id="br0">
      <inkml:brushProperty name="width" value="0.05292" units="cm"/>
      <inkml:brushProperty name="height" value="0.05292" units="cm"/>
      <inkml:brushProperty name="color" value="#FF0000"/>
    </inkml:brush>
  </inkml:definitions>
  <inkml:trace contextRef="#ctx0" brushRef="#br0">12192 5440 0,'22'0'94,"-1"0"-63,0 0-31,0 0 16,0 0-1,43 0 1,-43 0 0,0 0-1,43 0 1,-22 0 0,43 0-1,-64 21 1,21-21-1,-21 21 1,0-21 0,1 42-1,20-42 1,-42 22 0,42 20-1,-42 0 1,21-20-1,1-1 1,-1 0 0,-21 21 15,21-21-15,0 22-1,-21-1 16,0-21-15,21-21-16,-21 21 16,0 1-1,21-1 1,-21 0 0,0 0-1,0 0 1,0 0-1,0 0 1,0 1 0,22-22 15,-22 21-15,0 0 15,0 0-16,0 0 17,0 1-1,0-1 0,0 0 0,0 0 16,0 0 31,0 0-46,0 0 46,0 1-47,-22-1 0,1-21 1,21 21-17,0 0-15,-21-21 47,0 21-47,21 1 47,-21-22-16,0 0-15,21 21-16,-22-21 15,22 42 1,-21-42 0,0 0 15,0 21 0,0 0-15,0-21-1,-1 21 1,1 1 0,0-22-16,0 0 15,0 21 1,0-21 0,-1 0-1,1 21 1,-21-21-1,21 21 1,0-21 0,-22 0 31,22 0-47,21 21 15,-21-21 16,0 0-15,21 22 15,-21-22-31,-1 0 32,1 0-17,21 21 16,-21-21-31,0 0 32,0 0 15,0 0-32,-1 0 1,1 0-1,0 0 17</inkml:trace>
  <inkml:trace contextRef="#ctx0" brushRef="#br0" timeOffset="2270.98">12997 6244 0,'0'-21'16,"21"21"15,0 0-31,21 0 15,-20 0 17,-1 0-32,21 0 15,64 0 1,-43 0 0,1 63-1,-22-41 1,1 20-1,20 22 1,-21-22 0,43 85-1,-43-64 1,43 85 0,-64-63-1,64 148 1,-85-169 15,21 126-15,-21-42-1,-42 22 1,42-107 0,-64 85-1,22-105 1,-64 168-1,43-105 1,-43 42 0,63-84-16,-62 63 15,-86 105 1,85-104 0,0-23-1,-63 65 1,84-86-1,-42 43 17,-42 21-17,84-105 1,22-1 0,-22 22-1,22-22 1,-22 21-1,43-20 1,-22 20 0,43-41-1,-42 41 1,20-21 0,-20 1-1,42-22 1,-22 21-1,22-21 17,-42 22-17,63-22 1,-64 42 0,43-42-1,0 22 1,-22-22-1,22 0 1,0-21-16,0 43 16,0-22-1,-22 21 1,22-21 0,0-21-16,0 42 15,0-42 1,-22 43 15,22-22-15,-21 21-1,21 1 1,-22-1 0,1-21-1,21-21 1,21 42-1,-21-42-15,0 0 16,21 22 281</inkml:trace>
  <inkml:trace contextRef="#ctx0" brushRef="#br0" timeOffset="4959.82">10838 10583 0,'-21'0'109,"21"43"-109,-22-43 16,22 42-16,0-21 15,0 0 1,0 1-16,-21 41 16,21-42-1,-21 85 1,21-85 0,0 43-1,0-43 1,0 42-1,0-42 1,0 1 0,21-22 140,0 0-156,1 0 0,-1 0 16,42 0-16,43-22 15,42 22 1,149-21-1,-213 21 1,-20 0-16,-22 0 16,0 0-1,-20 0 1,-1 0 156,0 0-141</inkml:trace>
  <inkml:trace contextRef="#ctx0" brushRef="#br0" timeOffset="137360.28">15346 12848 0</inkml:trace>
  <inkml:trace contextRef="#ctx0" brushRef="#br0" timeOffset="138811.34">19791 9144 0</inkml:trace>
  <inkml:trace contextRef="#ctx0" brushRef="#br0" timeOffset="150016.97">14351 12002 0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50B812B-958A-4FA9-B85B-E1B84CCC74FD}" type="datetimeFigureOut">
              <a:rPr lang="zh-CN" altLang="en-US" smtClean="0"/>
              <a:t>2026/4/20</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E4645D9-5067-4074-9C02-D3AEA2BD67B4}" type="slidenum">
              <a:rPr lang="zh-CN" altLang="en-US" smtClean="0"/>
              <a:t>‹#›</a:t>
            </a:fld>
            <a:endParaRPr lang="zh-CN" altLang="en-US"/>
          </a:p>
        </p:txBody>
      </p:sp>
    </p:spTree>
    <p:extLst>
      <p:ext uri="{BB962C8B-B14F-4D97-AF65-F5344CB8AC3E}">
        <p14:creationId xmlns:p14="http://schemas.microsoft.com/office/powerpoint/2010/main" val="25147007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RTT(Round-Trip Time): </a:t>
            </a:r>
            <a:r>
              <a:rPr lang="zh-CN" altLang="en-US" dirty="0"/>
              <a:t>往返时延。</a:t>
            </a:r>
          </a:p>
        </p:txBody>
      </p:sp>
      <p:sp>
        <p:nvSpPr>
          <p:cNvPr id="4" name="灯片编号占位符 3"/>
          <p:cNvSpPr>
            <a:spLocks noGrp="1"/>
          </p:cNvSpPr>
          <p:nvPr>
            <p:ph type="sldNum" sz="quarter" idx="10"/>
          </p:nvPr>
        </p:nvSpPr>
        <p:spPr/>
        <p:txBody>
          <a:bodyPr/>
          <a:lstStyle/>
          <a:p>
            <a:fld id="{9E4645D9-5067-4074-9C02-D3AEA2BD67B4}" type="slidenum">
              <a:rPr lang="zh-CN" altLang="en-US" smtClean="0"/>
              <a:t>21</a:t>
            </a:fld>
            <a:endParaRPr lang="zh-CN" altLang="en-US"/>
          </a:p>
        </p:txBody>
      </p:sp>
    </p:spTree>
    <p:extLst>
      <p:ext uri="{BB962C8B-B14F-4D97-AF65-F5344CB8AC3E}">
        <p14:creationId xmlns:p14="http://schemas.microsoft.com/office/powerpoint/2010/main" val="17257888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./tcpcliselect02 172.17.0.162 &lt;9.txt</a:t>
            </a:r>
            <a:endParaRPr lang="zh-CN" altLang="en-US" dirty="0"/>
          </a:p>
        </p:txBody>
      </p:sp>
      <p:sp>
        <p:nvSpPr>
          <p:cNvPr id="4" name="灯片编号占位符 3"/>
          <p:cNvSpPr>
            <a:spLocks noGrp="1"/>
          </p:cNvSpPr>
          <p:nvPr>
            <p:ph type="sldNum" sz="quarter" idx="10"/>
          </p:nvPr>
        </p:nvSpPr>
        <p:spPr/>
        <p:txBody>
          <a:bodyPr/>
          <a:lstStyle/>
          <a:p>
            <a:fld id="{9E4645D9-5067-4074-9C02-D3AEA2BD67B4}" type="slidenum">
              <a:rPr lang="zh-CN" altLang="en-US" smtClean="0"/>
              <a:t>22</a:t>
            </a:fld>
            <a:endParaRPr lang="zh-CN" altLang="en-US"/>
          </a:p>
        </p:txBody>
      </p:sp>
    </p:spTree>
    <p:extLst>
      <p:ext uri="{BB962C8B-B14F-4D97-AF65-F5344CB8AC3E}">
        <p14:creationId xmlns:p14="http://schemas.microsoft.com/office/powerpoint/2010/main" val="5994864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每个文件描述符在内核中维护一个等待队列，当其状态发生变化时，会唤醒等待队列中的回调函数（</a:t>
            </a:r>
            <a:r>
              <a:rPr lang="en-US" altLang="zh-CN" dirty="0" err="1"/>
              <a:t>ep_poll_callback</a:t>
            </a:r>
            <a:r>
              <a:rPr lang="zh-CN" altLang="en-US" dirty="0"/>
              <a:t>），该回调函数会将对应的 </a:t>
            </a:r>
            <a:r>
              <a:rPr lang="en-US" altLang="zh-CN" dirty="0" err="1"/>
              <a:t>epitem</a:t>
            </a:r>
            <a:r>
              <a:rPr lang="en-US" altLang="zh-CN" dirty="0"/>
              <a:t> </a:t>
            </a:r>
            <a:r>
              <a:rPr lang="zh-CN" altLang="en-US" dirty="0"/>
              <a:t>加入到 </a:t>
            </a:r>
            <a:r>
              <a:rPr lang="en-US" altLang="zh-CN" dirty="0" err="1"/>
              <a:t>epoll</a:t>
            </a:r>
            <a:r>
              <a:rPr lang="en-US" altLang="zh-CN" dirty="0"/>
              <a:t> </a:t>
            </a:r>
            <a:r>
              <a:rPr lang="zh-CN" altLang="en-US" dirty="0"/>
              <a:t>的就绪链表中。</a:t>
            </a:r>
            <a:endParaRPr lang="en-US" altLang="zh-CN" dirty="0"/>
          </a:p>
          <a:p>
            <a:r>
              <a:rPr lang="en-US" altLang="zh-CN" dirty="0" err="1"/>
              <a:t>fd</a:t>
            </a:r>
            <a:r>
              <a:rPr lang="en-US" altLang="zh-CN" dirty="0"/>
              <a:t> </a:t>
            </a:r>
            <a:r>
              <a:rPr lang="zh-CN" altLang="en-US" dirty="0"/>
              <a:t>状态变化</a:t>
            </a:r>
            <a:br>
              <a:rPr lang="zh-CN" altLang="en-US" dirty="0"/>
            </a:br>
            <a:r>
              <a:rPr lang="zh-CN" altLang="en-US" dirty="0"/>
              <a:t>↓</a:t>
            </a:r>
            <a:br>
              <a:rPr lang="zh-CN" altLang="en-US" dirty="0"/>
            </a:br>
            <a:r>
              <a:rPr lang="zh-CN" altLang="en-US" dirty="0"/>
              <a:t>唤醒等待队列</a:t>
            </a:r>
            <a:br>
              <a:rPr lang="zh-CN" altLang="en-US" dirty="0"/>
            </a:br>
            <a:r>
              <a:rPr lang="zh-CN" altLang="en-US" dirty="0"/>
              <a:t>↓</a:t>
            </a:r>
            <a:br>
              <a:rPr lang="zh-CN" altLang="en-US" dirty="0"/>
            </a:br>
            <a:r>
              <a:rPr lang="zh-CN" altLang="en-US" dirty="0"/>
              <a:t>调用 </a:t>
            </a:r>
            <a:r>
              <a:rPr lang="en-US" altLang="zh-CN" dirty="0" err="1"/>
              <a:t>ep_poll_callback</a:t>
            </a:r>
            <a:br>
              <a:rPr lang="en-US" altLang="zh-CN" dirty="0"/>
            </a:br>
            <a:r>
              <a:rPr lang="en-US" altLang="zh-CN" dirty="0"/>
              <a:t>↓</a:t>
            </a:r>
            <a:br>
              <a:rPr lang="en-US" altLang="zh-CN" dirty="0"/>
            </a:br>
            <a:r>
              <a:rPr lang="zh-CN" altLang="en-US" dirty="0"/>
              <a:t>检查是否已经在 </a:t>
            </a:r>
            <a:r>
              <a:rPr lang="en-US" altLang="zh-CN" dirty="0"/>
              <a:t>ready list</a:t>
            </a:r>
            <a:br>
              <a:rPr lang="en-US" altLang="zh-CN" dirty="0"/>
            </a:br>
            <a:r>
              <a:rPr lang="en-US" altLang="zh-CN" dirty="0"/>
              <a:t>↓</a:t>
            </a:r>
            <a:br>
              <a:rPr lang="en-US" altLang="zh-CN" dirty="0"/>
            </a:br>
            <a:r>
              <a:rPr lang="zh-CN" altLang="en-US" dirty="0"/>
              <a:t>如果不在 → 把 </a:t>
            </a:r>
            <a:r>
              <a:rPr lang="en-US" altLang="zh-CN" dirty="0" err="1"/>
              <a:t>epitem</a:t>
            </a:r>
            <a:r>
              <a:rPr lang="en-US" altLang="zh-CN" dirty="0"/>
              <a:t> </a:t>
            </a:r>
            <a:r>
              <a:rPr lang="zh-CN" altLang="en-US" dirty="0"/>
              <a:t>挂入 </a:t>
            </a:r>
            <a:r>
              <a:rPr lang="en-US" altLang="zh-CN" dirty="0"/>
              <a:t>ready list</a:t>
            </a:r>
          </a:p>
          <a:p>
            <a:endParaRPr lang="en-US" altLang="zh-CN" dirty="0"/>
          </a:p>
          <a:p>
            <a:r>
              <a:rPr lang="zh-CN" altLang="en-US" dirty="0"/>
              <a:t>红黑树（</a:t>
            </a:r>
            <a:r>
              <a:rPr lang="en-US" altLang="zh-CN" dirty="0"/>
              <a:t>interest list</a:t>
            </a:r>
            <a:r>
              <a:rPr lang="zh-CN" altLang="en-US" dirty="0"/>
              <a:t>）</a:t>
            </a:r>
            <a:br>
              <a:rPr lang="zh-CN" altLang="en-US" dirty="0"/>
            </a:br>
            <a:r>
              <a:rPr lang="en-US" altLang="zh-CN" dirty="0"/>
              <a:t>= </a:t>
            </a:r>
            <a:r>
              <a:rPr lang="zh-CN" altLang="en-US" dirty="0"/>
              <a:t>全量注册表（一直存在）</a:t>
            </a:r>
            <a:br>
              <a:rPr lang="zh-CN" altLang="en-US" dirty="0"/>
            </a:br>
            <a:br>
              <a:rPr lang="zh-CN" altLang="en-US" dirty="0"/>
            </a:br>
            <a:r>
              <a:rPr lang="zh-CN" altLang="en-US" dirty="0"/>
              <a:t>就绪链表（</a:t>
            </a:r>
            <a:r>
              <a:rPr lang="en-US" altLang="zh-CN" dirty="0"/>
              <a:t>ready list</a:t>
            </a:r>
            <a:r>
              <a:rPr lang="zh-CN" altLang="en-US" dirty="0"/>
              <a:t>）</a:t>
            </a:r>
            <a:br>
              <a:rPr lang="zh-CN" altLang="en-US" dirty="0"/>
            </a:br>
            <a:r>
              <a:rPr lang="en-US" altLang="zh-CN" dirty="0"/>
              <a:t>= </a:t>
            </a:r>
            <a:r>
              <a:rPr lang="zh-CN" altLang="en-US" dirty="0"/>
              <a:t>当前活跃子集（动态变化）</a:t>
            </a:r>
            <a:br>
              <a:rPr lang="zh-CN" altLang="en-US" dirty="0"/>
            </a:br>
            <a:br>
              <a:rPr lang="zh-CN" altLang="en-US" dirty="0"/>
            </a:br>
            <a:r>
              <a:rPr lang="en-US" altLang="zh-CN" dirty="0" err="1"/>
              <a:t>epitem</a:t>
            </a:r>
            <a:br>
              <a:rPr lang="en-US" altLang="zh-CN" dirty="0"/>
            </a:br>
            <a:r>
              <a:rPr lang="en-US" altLang="zh-CN" dirty="0"/>
              <a:t>= </a:t>
            </a:r>
            <a:r>
              <a:rPr lang="zh-CN" altLang="en-US" dirty="0"/>
              <a:t>同时可以出现在两个地方（通过指针）</a:t>
            </a:r>
          </a:p>
        </p:txBody>
      </p:sp>
      <p:sp>
        <p:nvSpPr>
          <p:cNvPr id="4" name="灯片编号占位符 3"/>
          <p:cNvSpPr>
            <a:spLocks noGrp="1"/>
          </p:cNvSpPr>
          <p:nvPr>
            <p:ph type="sldNum" sz="quarter" idx="5"/>
          </p:nvPr>
        </p:nvSpPr>
        <p:spPr/>
        <p:txBody>
          <a:bodyPr/>
          <a:lstStyle/>
          <a:p>
            <a:fld id="{9E4645D9-5067-4074-9C02-D3AEA2BD67B4}" type="slidenum">
              <a:rPr lang="zh-CN" altLang="en-US" smtClean="0"/>
              <a:t>42</a:t>
            </a:fld>
            <a:endParaRPr lang="zh-CN" altLang="en-US"/>
          </a:p>
        </p:txBody>
      </p:sp>
    </p:spTree>
    <p:extLst>
      <p:ext uri="{BB962C8B-B14F-4D97-AF65-F5344CB8AC3E}">
        <p14:creationId xmlns:p14="http://schemas.microsoft.com/office/powerpoint/2010/main" val="8981573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E4645D9-5067-4074-9C02-D3AEA2BD67B4}" type="slidenum">
              <a:rPr lang="zh-CN" altLang="en-US" smtClean="0"/>
              <a:t>46</a:t>
            </a:fld>
            <a:endParaRPr lang="zh-CN" altLang="en-US"/>
          </a:p>
        </p:txBody>
      </p:sp>
    </p:spTree>
    <p:extLst>
      <p:ext uri="{BB962C8B-B14F-4D97-AF65-F5344CB8AC3E}">
        <p14:creationId xmlns:p14="http://schemas.microsoft.com/office/powerpoint/2010/main" val="386242188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4" name="Freeform 7"/>
          <p:cNvSpPr>
            <a:spLocks noChangeArrowheads="1"/>
          </p:cNvSpPr>
          <p:nvPr/>
        </p:nvSpPr>
        <p:spPr bwMode="auto">
          <a:xfrm>
            <a:off x="609600" y="1219200"/>
            <a:ext cx="7924800" cy="914400"/>
          </a:xfrm>
          <a:custGeom>
            <a:avLst/>
            <a:gdLst>
              <a:gd name="T0" fmla="*/ 0 w 1000"/>
              <a:gd name="T1" fmla="*/ 2147483646 h 1000"/>
              <a:gd name="T2" fmla="*/ 0 w 1000"/>
              <a:gd name="T3" fmla="*/ 0 h 1000"/>
              <a:gd name="T4" fmla="*/ 2147483646 w 1000"/>
              <a:gd name="T5" fmla="*/ 0 h 1000"/>
              <a:gd name="T6" fmla="*/ 0 60000 65536"/>
              <a:gd name="T7" fmla="*/ 0 60000 65536"/>
              <a:gd name="T8" fmla="*/ 0 60000 65536"/>
            </a:gdLst>
            <a:ahLst/>
            <a:cxnLst>
              <a:cxn ang="T6">
                <a:pos x="T0" y="T1"/>
              </a:cxn>
              <a:cxn ang="T7">
                <a:pos x="T2" y="T3"/>
              </a:cxn>
              <a:cxn ang="T8">
                <a:pos x="T4" y="T5"/>
              </a:cxn>
            </a:cxnLst>
            <a:rect l="0" t="0" r="r" b="b"/>
            <a:pathLst>
              <a:path w="1000" h="1000">
                <a:moveTo>
                  <a:pt x="0" y="1000"/>
                </a:moveTo>
                <a:lnTo>
                  <a:pt x="0" y="0"/>
                </a:lnTo>
                <a:lnTo>
                  <a:pt x="1000" y="0"/>
                </a:lnTo>
              </a:path>
            </a:pathLst>
          </a:custGeom>
          <a:noFill/>
          <a:ln w="25400" cap="flat" cmpd="sng">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 name="Line 8"/>
          <p:cNvSpPr>
            <a:spLocks noChangeShapeType="1"/>
          </p:cNvSpPr>
          <p:nvPr/>
        </p:nvSpPr>
        <p:spPr bwMode="auto">
          <a:xfrm>
            <a:off x="1981200" y="3962400"/>
            <a:ext cx="6511925" cy="0"/>
          </a:xfrm>
          <a:prstGeom prst="line">
            <a:avLst/>
          </a:prstGeom>
          <a:noFill/>
          <a:ln w="1905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22" name="Rectangle 2"/>
          <p:cNvSpPr>
            <a:spLocks noGrp="1" noChangeArrowheads="1"/>
          </p:cNvSpPr>
          <p:nvPr>
            <p:ph type="ctrTitle"/>
          </p:nvPr>
        </p:nvSpPr>
        <p:spPr>
          <a:xfrm>
            <a:off x="2747963" y="1524000"/>
            <a:ext cx="5789613" cy="1752600"/>
          </a:xfrm>
        </p:spPr>
        <p:txBody>
          <a:bodyPr/>
          <a:lstStyle>
            <a:lvl1pPr>
              <a:defRPr sz="5000" b="0"/>
            </a:lvl1pPr>
          </a:lstStyle>
          <a:p>
            <a:pPr lvl="0"/>
            <a:r>
              <a:rPr lang="zh-CN" altLang="en-US" noProof="0" dirty="0"/>
              <a:t>单击此处编辑母版标题样式</a:t>
            </a:r>
          </a:p>
        </p:txBody>
      </p:sp>
      <p:sp>
        <p:nvSpPr>
          <p:cNvPr id="5123" name="Rectangle 3"/>
          <p:cNvSpPr>
            <a:spLocks noGrp="1" noChangeArrowheads="1"/>
          </p:cNvSpPr>
          <p:nvPr>
            <p:ph type="subTitle" idx="1"/>
          </p:nvPr>
        </p:nvSpPr>
        <p:spPr>
          <a:xfrm>
            <a:off x="2747962" y="3962400"/>
            <a:ext cx="5786437" cy="1752600"/>
          </a:xfrm>
        </p:spPr>
        <p:txBody>
          <a:bodyPr/>
          <a:lstStyle>
            <a:lvl1pPr marL="0" indent="0">
              <a:buFont typeface="Wingdings" pitchFamily="2" charset="2"/>
              <a:buNone/>
              <a:defRPr sz="2800" b="0"/>
            </a:lvl1pPr>
          </a:lstStyle>
          <a:p>
            <a:pPr lvl="0"/>
            <a:r>
              <a:rPr lang="zh-CN" altLang="en-US" noProof="0"/>
              <a:t>单击此处编辑母版副标题样式</a:t>
            </a:r>
          </a:p>
        </p:txBody>
      </p:sp>
      <p:sp>
        <p:nvSpPr>
          <p:cNvPr id="7" name="Rectangle 4"/>
          <p:cNvSpPr>
            <a:spLocks noGrp="1" noChangeArrowheads="1"/>
          </p:cNvSpPr>
          <p:nvPr>
            <p:ph type="dt" sz="half" idx="10"/>
          </p:nvPr>
        </p:nvSpPr>
        <p:spPr/>
        <p:txBody>
          <a:bodyPr/>
          <a:lstStyle>
            <a:lvl1pPr>
              <a:defRPr/>
            </a:lvl1pPr>
          </a:lstStyle>
          <a:p>
            <a:pPr>
              <a:defRPr/>
            </a:pPr>
            <a:endParaRPr lang="en-US" altLang="zh-CN"/>
          </a:p>
        </p:txBody>
      </p:sp>
      <p:sp>
        <p:nvSpPr>
          <p:cNvPr id="8" name="Rectangle 5"/>
          <p:cNvSpPr>
            <a:spLocks noGrp="1" noChangeArrowheads="1"/>
          </p:cNvSpPr>
          <p:nvPr>
            <p:ph type="ftr" sz="quarter" idx="11"/>
          </p:nvPr>
        </p:nvSpPr>
        <p:spPr>
          <a:xfrm>
            <a:off x="3124200" y="6243638"/>
            <a:ext cx="2895600" cy="457200"/>
          </a:xfrm>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p:txBody>
          <a:bodyPr/>
          <a:lstStyle>
            <a:lvl1pPr>
              <a:defRPr/>
            </a:lvl1pPr>
          </a:lstStyle>
          <a:p>
            <a:pPr>
              <a:defRPr/>
            </a:pPr>
            <a:fld id="{3826AB7B-5926-466C-A5B2-ABBD364AA729}" type="slidenum">
              <a:rPr lang="en-US" altLang="zh-CN"/>
              <a:pPr>
                <a:defRPr/>
              </a:pPr>
              <a:t>‹#›</a:t>
            </a:fld>
            <a:endParaRPr lang="en-US" altLang="zh-CN"/>
          </a:p>
        </p:txBody>
      </p:sp>
      <p:pic>
        <p:nvPicPr>
          <p:cNvPr id="2" name="图片 1"/>
          <p:cNvPicPr>
            <a:picLocks noChangeAspect="1"/>
          </p:cNvPicPr>
          <p:nvPr userDrawn="1"/>
        </p:nvPicPr>
        <p:blipFill>
          <a:blip r:embed="rId2"/>
          <a:stretch>
            <a:fillRect/>
          </a:stretch>
        </p:blipFill>
        <p:spPr>
          <a:xfrm>
            <a:off x="678045" y="1523087"/>
            <a:ext cx="1877731" cy="1761897"/>
          </a:xfrm>
          <a:prstGeom prst="rect">
            <a:avLst/>
          </a:prstGeom>
        </p:spPr>
      </p:pic>
    </p:spTree>
    <p:extLst>
      <p:ext uri="{BB962C8B-B14F-4D97-AF65-F5344CB8AC3E}">
        <p14:creationId xmlns:p14="http://schemas.microsoft.com/office/powerpoint/2010/main" val="37435718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4286AE82-15C8-41B0-9494-A3AA3388C5C3}" type="slidenum">
              <a:rPr lang="en-US" altLang="zh-CN"/>
              <a:pPr>
                <a:defRPr/>
              </a:pPr>
              <a:t>‹#›</a:t>
            </a:fld>
            <a:endParaRPr lang="en-US" altLang="zh-CN"/>
          </a:p>
        </p:txBody>
      </p:sp>
    </p:spTree>
    <p:extLst>
      <p:ext uri="{BB962C8B-B14F-4D97-AF65-F5344CB8AC3E}">
        <p14:creationId xmlns:p14="http://schemas.microsoft.com/office/powerpoint/2010/main" val="24632808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A383FEF4-6FA4-4418-A374-A594AA1A3F22}" type="slidenum">
              <a:rPr lang="en-US" altLang="zh-CN"/>
              <a:pPr>
                <a:defRPr/>
              </a:pPr>
              <a:t>‹#›</a:t>
            </a:fld>
            <a:endParaRPr lang="en-US" altLang="zh-CN"/>
          </a:p>
        </p:txBody>
      </p:sp>
    </p:spTree>
    <p:extLst>
      <p:ext uri="{BB962C8B-B14F-4D97-AF65-F5344CB8AC3E}">
        <p14:creationId xmlns:p14="http://schemas.microsoft.com/office/powerpoint/2010/main" val="42772557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425B074D-2C63-40F5-A1E1-EB2C1F5B9E62}" type="slidenum">
              <a:rPr lang="en-US" altLang="zh-CN"/>
              <a:pPr>
                <a:defRPr/>
              </a:pPr>
              <a:t>‹#›</a:t>
            </a:fld>
            <a:endParaRPr lang="en-US" altLang="zh-CN"/>
          </a:p>
        </p:txBody>
      </p:sp>
    </p:spTree>
    <p:extLst>
      <p:ext uri="{BB962C8B-B14F-4D97-AF65-F5344CB8AC3E}">
        <p14:creationId xmlns:p14="http://schemas.microsoft.com/office/powerpoint/2010/main" val="30568411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a:ln/>
        </p:spPr>
        <p:txBody>
          <a:bodyPr/>
          <a:lstStyle>
            <a:lvl1pPr>
              <a:defRPr/>
            </a:lvl1pPr>
          </a:lstStyle>
          <a:p>
            <a:pPr>
              <a:defRPr/>
            </a:pPr>
            <a:fld id="{BFB51895-07C2-4C14-B323-8DF25AC8852B}" type="slidenum">
              <a:rPr lang="en-US" altLang="zh-CN"/>
              <a:pPr>
                <a:defRPr/>
              </a:pPr>
              <a:t>‹#›</a:t>
            </a:fld>
            <a:endParaRPr lang="en-US" altLang="zh-CN"/>
          </a:p>
        </p:txBody>
      </p:sp>
    </p:spTree>
    <p:extLst>
      <p:ext uri="{BB962C8B-B14F-4D97-AF65-F5344CB8AC3E}">
        <p14:creationId xmlns:p14="http://schemas.microsoft.com/office/powerpoint/2010/main" val="42418362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a:ln/>
        </p:spPr>
        <p:txBody>
          <a:bodyPr/>
          <a:lstStyle>
            <a:lvl1pPr>
              <a:defRPr/>
            </a:lvl1pPr>
          </a:lstStyle>
          <a:p>
            <a:pPr>
              <a:defRPr/>
            </a:pPr>
            <a:fld id="{98FC70AC-D410-46E7-8F46-B1F860661891}" type="slidenum">
              <a:rPr lang="en-US" altLang="zh-CN"/>
              <a:pPr>
                <a:defRPr/>
              </a:pPr>
              <a:t>‹#›</a:t>
            </a:fld>
            <a:endParaRPr lang="en-US" altLang="zh-CN"/>
          </a:p>
        </p:txBody>
      </p:sp>
    </p:spTree>
    <p:extLst>
      <p:ext uri="{BB962C8B-B14F-4D97-AF65-F5344CB8AC3E}">
        <p14:creationId xmlns:p14="http://schemas.microsoft.com/office/powerpoint/2010/main" val="7448881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p:cNvSpPr>
            <a:spLocks noGrp="1" noChangeArrowheads="1"/>
          </p:cNvSpPr>
          <p:nvPr>
            <p:ph type="sldNum" sz="quarter" idx="12"/>
          </p:nvPr>
        </p:nvSpPr>
        <p:spPr>
          <a:ln/>
        </p:spPr>
        <p:txBody>
          <a:bodyPr/>
          <a:lstStyle>
            <a:lvl1pPr>
              <a:defRPr/>
            </a:lvl1pPr>
          </a:lstStyle>
          <a:p>
            <a:pPr>
              <a:defRPr/>
            </a:pPr>
            <a:fld id="{7824D001-CAA8-44E3-ACA8-C671247EC242}" type="slidenum">
              <a:rPr lang="en-US" altLang="zh-CN"/>
              <a:pPr>
                <a:defRPr/>
              </a:pPr>
              <a:t>‹#›</a:t>
            </a:fld>
            <a:endParaRPr lang="en-US" altLang="zh-CN"/>
          </a:p>
        </p:txBody>
      </p:sp>
    </p:spTree>
    <p:extLst>
      <p:ext uri="{BB962C8B-B14F-4D97-AF65-F5344CB8AC3E}">
        <p14:creationId xmlns:p14="http://schemas.microsoft.com/office/powerpoint/2010/main" val="29627517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3E635D86-E7A5-4565-A487-4D2641549023}" type="slidenum">
              <a:rPr lang="en-US" altLang="zh-CN"/>
              <a:pPr>
                <a:defRPr/>
              </a:pPr>
              <a:t>‹#›</a:t>
            </a:fld>
            <a:endParaRPr lang="en-US" altLang="zh-CN"/>
          </a:p>
        </p:txBody>
      </p:sp>
    </p:spTree>
    <p:extLst>
      <p:ext uri="{BB962C8B-B14F-4D97-AF65-F5344CB8AC3E}">
        <p14:creationId xmlns:p14="http://schemas.microsoft.com/office/powerpoint/2010/main" val="30218246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96782D9C-C473-4CF7-B59B-64FABF7AF490}" type="slidenum">
              <a:rPr lang="en-US" altLang="zh-CN"/>
              <a:pPr>
                <a:defRPr/>
              </a:pPr>
              <a:t>‹#›</a:t>
            </a:fld>
            <a:endParaRPr lang="en-US" altLang="zh-CN"/>
          </a:p>
        </p:txBody>
      </p:sp>
    </p:spTree>
    <p:extLst>
      <p:ext uri="{BB962C8B-B14F-4D97-AF65-F5344CB8AC3E}">
        <p14:creationId xmlns:p14="http://schemas.microsoft.com/office/powerpoint/2010/main" val="36022260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C2C475E9-52CF-44BE-AF50-281297E0172C}" type="slidenum">
              <a:rPr lang="en-US" altLang="zh-CN"/>
              <a:pPr>
                <a:defRPr/>
              </a:pPr>
              <a:t>‹#›</a:t>
            </a:fld>
            <a:endParaRPr lang="en-US" altLang="zh-CN"/>
          </a:p>
        </p:txBody>
      </p:sp>
    </p:spTree>
    <p:extLst>
      <p:ext uri="{BB962C8B-B14F-4D97-AF65-F5344CB8AC3E}">
        <p14:creationId xmlns:p14="http://schemas.microsoft.com/office/powerpoint/2010/main" val="18498020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7813"/>
            <a:ext cx="2057400" cy="5853112"/>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7813"/>
            <a:ext cx="6019800" cy="5853112"/>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223A2545-CB1E-43A5-830B-BF7FD2DA177C}" type="slidenum">
              <a:rPr lang="en-US" altLang="zh-CN"/>
              <a:pPr>
                <a:defRPr/>
              </a:pPr>
              <a:t>‹#›</a:t>
            </a:fld>
            <a:endParaRPr lang="en-US" altLang="zh-CN"/>
          </a:p>
        </p:txBody>
      </p:sp>
    </p:spTree>
    <p:extLst>
      <p:ext uri="{BB962C8B-B14F-4D97-AF65-F5344CB8AC3E}">
        <p14:creationId xmlns:p14="http://schemas.microsoft.com/office/powerpoint/2010/main" val="24106673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7813"/>
            <a:ext cx="7570788" cy="1139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单击此处编辑母版标题样式</a:t>
            </a:r>
          </a:p>
        </p:txBody>
      </p:sp>
      <p:sp>
        <p:nvSpPr>
          <p:cNvPr id="1027" name="Rectangle 3"/>
          <p:cNvSpPr>
            <a:spLocks noGrp="1" noChangeArrowheads="1"/>
          </p:cNvSpPr>
          <p:nvPr>
            <p:ph type="body" idx="1"/>
          </p:nvPr>
        </p:nvSpPr>
        <p:spPr bwMode="auto">
          <a:xfrm>
            <a:off x="457200" y="1600200"/>
            <a:ext cx="8229600" cy="453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100" name="Rectangle 4"/>
          <p:cNvSpPr>
            <a:spLocks noGrp="1" noChangeArrowheads="1"/>
          </p:cNvSpPr>
          <p:nvPr>
            <p:ph type="dt" sz="half" idx="2"/>
          </p:nvPr>
        </p:nvSpPr>
        <p:spPr bwMode="auto">
          <a:xfrm>
            <a:off x="457200" y="6243638"/>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1200">
                <a:latin typeface="+mj-lt"/>
                <a:ea typeface="宋体" pitchFamily="2" charset="-122"/>
              </a:defRPr>
            </a:lvl1pPr>
          </a:lstStyle>
          <a:p>
            <a:pPr>
              <a:defRPr/>
            </a:pPr>
            <a:endParaRPr lang="en-US" altLang="zh-CN"/>
          </a:p>
        </p:txBody>
      </p:sp>
      <p:sp>
        <p:nvSpPr>
          <p:cNvPr id="4101" name="Rectangle 5"/>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ctr" eaLnBrk="1" hangingPunct="1">
              <a:defRPr sz="1200">
                <a:latin typeface="+mj-lt"/>
                <a:ea typeface="宋体" pitchFamily="2" charset="-122"/>
              </a:defRPr>
            </a:lvl1pPr>
          </a:lstStyle>
          <a:p>
            <a:pPr>
              <a:defRPr/>
            </a:pPr>
            <a:endParaRPr lang="en-US" altLang="zh-CN"/>
          </a:p>
        </p:txBody>
      </p:sp>
      <p:sp>
        <p:nvSpPr>
          <p:cNvPr id="4102" name="Rectangle 6"/>
          <p:cNvSpPr>
            <a:spLocks noGrp="1" noChangeArrowheads="1"/>
          </p:cNvSpPr>
          <p:nvPr>
            <p:ph type="sldNum" sz="quarter" idx="4"/>
          </p:nvPr>
        </p:nvSpPr>
        <p:spPr bwMode="auto">
          <a:xfrm>
            <a:off x="6553200" y="6243638"/>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200">
                <a:latin typeface="Garamond" panose="02020404030301010803" pitchFamily="18" charset="0"/>
              </a:defRPr>
            </a:lvl1pPr>
          </a:lstStyle>
          <a:p>
            <a:pPr>
              <a:defRPr/>
            </a:pPr>
            <a:fld id="{A29154B9-BF95-4B39-930B-0931A7861E6F}" type="slidenum">
              <a:rPr lang="en-US" altLang="zh-CN"/>
              <a:pPr>
                <a:defRPr/>
              </a:pPr>
              <a:t>‹#›</a:t>
            </a:fld>
            <a:endParaRPr lang="en-US" altLang="zh-CN"/>
          </a:p>
        </p:txBody>
      </p:sp>
      <p:sp>
        <p:nvSpPr>
          <p:cNvPr id="1031" name="Freeform 7"/>
          <p:cNvSpPr>
            <a:spLocks noChangeArrowheads="1"/>
          </p:cNvSpPr>
          <p:nvPr/>
        </p:nvSpPr>
        <p:spPr bwMode="auto">
          <a:xfrm>
            <a:off x="381000" y="228600"/>
            <a:ext cx="8229600" cy="609600"/>
          </a:xfrm>
          <a:custGeom>
            <a:avLst/>
            <a:gdLst>
              <a:gd name="T0" fmla="*/ 0 w 1000"/>
              <a:gd name="T1" fmla="*/ 2147483646 h 1000"/>
              <a:gd name="T2" fmla="*/ 0 w 1000"/>
              <a:gd name="T3" fmla="*/ 0 h 1000"/>
              <a:gd name="T4" fmla="*/ 2147483646 w 1000"/>
              <a:gd name="T5" fmla="*/ 0 h 1000"/>
              <a:gd name="T6" fmla="*/ 0 60000 65536"/>
              <a:gd name="T7" fmla="*/ 0 60000 65536"/>
              <a:gd name="T8" fmla="*/ 0 60000 65536"/>
            </a:gdLst>
            <a:ahLst/>
            <a:cxnLst>
              <a:cxn ang="T6">
                <a:pos x="T0" y="T1"/>
              </a:cxn>
              <a:cxn ang="T7">
                <a:pos x="T2" y="T3"/>
              </a:cxn>
              <a:cxn ang="T8">
                <a:pos x="T4" y="T5"/>
              </a:cxn>
            </a:cxnLst>
            <a:rect l="0" t="0" r="r" b="b"/>
            <a:pathLst>
              <a:path w="1000" h="1000">
                <a:moveTo>
                  <a:pt x="0" y="1000"/>
                </a:moveTo>
                <a:lnTo>
                  <a:pt x="0" y="0"/>
                </a:lnTo>
                <a:lnTo>
                  <a:pt x="1000" y="0"/>
                </a:lnTo>
              </a:path>
            </a:pathLst>
          </a:custGeom>
          <a:noFill/>
          <a:ln w="19050" cap="flat" cmpd="sng">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32" name="Line 8"/>
          <p:cNvSpPr>
            <a:spLocks noChangeShapeType="1"/>
          </p:cNvSpPr>
          <p:nvPr/>
        </p:nvSpPr>
        <p:spPr bwMode="auto">
          <a:xfrm>
            <a:off x="457200" y="6172200"/>
            <a:ext cx="8229600" cy="0"/>
          </a:xfrm>
          <a:prstGeom prst="line">
            <a:avLst/>
          </a:prstGeom>
          <a:noFill/>
          <a:ln w="1905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pic>
        <p:nvPicPr>
          <p:cNvPr id="2" name="图片 1"/>
          <p:cNvPicPr>
            <a:picLocks noChangeAspect="1"/>
          </p:cNvPicPr>
          <p:nvPr userDrawn="1"/>
        </p:nvPicPr>
        <p:blipFill>
          <a:blip r:embed="rId13"/>
          <a:stretch>
            <a:fillRect/>
          </a:stretch>
        </p:blipFill>
        <p:spPr>
          <a:xfrm>
            <a:off x="8162295" y="12858"/>
            <a:ext cx="969348" cy="920576"/>
          </a:xfrm>
          <a:prstGeom prst="rect">
            <a:avLst/>
          </a:prstGeom>
        </p:spPr>
      </p:pic>
    </p:spTree>
  </p:cSld>
  <p:clrMap bg1="lt1" tx1="dk1" bg2="lt2" tx2="dk2" accent1="accent1" accent2="accent2" accent3="accent3" accent4="accent4" accent5="accent5" accent6="accent6" hlink="hlink" folHlink="folHlink"/>
  <p:sldLayoutIdLst>
    <p:sldLayoutId id="2147483924" r:id="rId1"/>
    <p:sldLayoutId id="2147483914" r:id="rId2"/>
    <p:sldLayoutId id="2147483915" r:id="rId3"/>
    <p:sldLayoutId id="2147483916" r:id="rId4"/>
    <p:sldLayoutId id="2147483917" r:id="rId5"/>
    <p:sldLayoutId id="2147483918" r:id="rId6"/>
    <p:sldLayoutId id="2147483919" r:id="rId7"/>
    <p:sldLayoutId id="2147483920" r:id="rId8"/>
    <p:sldLayoutId id="2147483921" r:id="rId9"/>
    <p:sldLayoutId id="2147483922" r:id="rId10"/>
    <p:sldLayoutId id="2147483923" r:id="rId11"/>
  </p:sldLayoutIdLst>
  <p:txStyles>
    <p:titleStyle>
      <a:lvl1pPr algn="l" rtl="0" eaLnBrk="0" fontAlgn="base" hangingPunct="0">
        <a:spcBef>
          <a:spcPct val="0"/>
        </a:spcBef>
        <a:spcAft>
          <a:spcPct val="0"/>
        </a:spcAft>
        <a:defRPr sz="4200" b="1">
          <a:solidFill>
            <a:schemeClr val="tx2"/>
          </a:solidFill>
          <a:latin typeface="+mj-lt"/>
          <a:ea typeface="+mj-ea"/>
          <a:cs typeface="+mj-cs"/>
        </a:defRPr>
      </a:lvl1pPr>
      <a:lvl2pPr algn="l" rtl="0" eaLnBrk="0" fontAlgn="base" hangingPunct="0">
        <a:spcBef>
          <a:spcPct val="0"/>
        </a:spcBef>
        <a:spcAft>
          <a:spcPct val="0"/>
        </a:spcAft>
        <a:defRPr sz="4200" b="1">
          <a:solidFill>
            <a:schemeClr val="tx2"/>
          </a:solidFill>
          <a:latin typeface="Garamond" pitchFamily="18" charset="0"/>
          <a:ea typeface="宋体" pitchFamily="2" charset="-122"/>
        </a:defRPr>
      </a:lvl2pPr>
      <a:lvl3pPr algn="l" rtl="0" eaLnBrk="0" fontAlgn="base" hangingPunct="0">
        <a:spcBef>
          <a:spcPct val="0"/>
        </a:spcBef>
        <a:spcAft>
          <a:spcPct val="0"/>
        </a:spcAft>
        <a:defRPr sz="4200" b="1">
          <a:solidFill>
            <a:schemeClr val="tx2"/>
          </a:solidFill>
          <a:latin typeface="Garamond" pitchFamily="18" charset="0"/>
          <a:ea typeface="宋体" pitchFamily="2" charset="-122"/>
        </a:defRPr>
      </a:lvl3pPr>
      <a:lvl4pPr algn="l" rtl="0" eaLnBrk="0" fontAlgn="base" hangingPunct="0">
        <a:spcBef>
          <a:spcPct val="0"/>
        </a:spcBef>
        <a:spcAft>
          <a:spcPct val="0"/>
        </a:spcAft>
        <a:defRPr sz="4200" b="1">
          <a:solidFill>
            <a:schemeClr val="tx2"/>
          </a:solidFill>
          <a:latin typeface="Garamond" pitchFamily="18" charset="0"/>
          <a:ea typeface="宋体" pitchFamily="2" charset="-122"/>
        </a:defRPr>
      </a:lvl4pPr>
      <a:lvl5pPr algn="l" rtl="0" eaLnBrk="0" fontAlgn="base" hangingPunct="0">
        <a:spcBef>
          <a:spcPct val="0"/>
        </a:spcBef>
        <a:spcAft>
          <a:spcPct val="0"/>
        </a:spcAft>
        <a:defRPr sz="4200" b="1">
          <a:solidFill>
            <a:schemeClr val="tx2"/>
          </a:solidFill>
          <a:latin typeface="Garamond" pitchFamily="18" charset="0"/>
          <a:ea typeface="宋体" pitchFamily="2" charset="-122"/>
        </a:defRPr>
      </a:lvl5pPr>
      <a:lvl6pPr marL="457200" algn="l" rtl="0" eaLnBrk="1" fontAlgn="base" hangingPunct="1">
        <a:spcBef>
          <a:spcPct val="0"/>
        </a:spcBef>
        <a:spcAft>
          <a:spcPct val="0"/>
        </a:spcAft>
        <a:defRPr sz="4200" b="1">
          <a:solidFill>
            <a:schemeClr val="tx2"/>
          </a:solidFill>
          <a:latin typeface="Garamond" pitchFamily="18" charset="0"/>
          <a:ea typeface="宋体" pitchFamily="2" charset="-122"/>
        </a:defRPr>
      </a:lvl6pPr>
      <a:lvl7pPr marL="914400" algn="l" rtl="0" eaLnBrk="1" fontAlgn="base" hangingPunct="1">
        <a:spcBef>
          <a:spcPct val="0"/>
        </a:spcBef>
        <a:spcAft>
          <a:spcPct val="0"/>
        </a:spcAft>
        <a:defRPr sz="4200" b="1">
          <a:solidFill>
            <a:schemeClr val="tx2"/>
          </a:solidFill>
          <a:latin typeface="Garamond" pitchFamily="18" charset="0"/>
          <a:ea typeface="宋体" pitchFamily="2" charset="-122"/>
        </a:defRPr>
      </a:lvl7pPr>
      <a:lvl8pPr marL="1371600" algn="l" rtl="0" eaLnBrk="1" fontAlgn="base" hangingPunct="1">
        <a:spcBef>
          <a:spcPct val="0"/>
        </a:spcBef>
        <a:spcAft>
          <a:spcPct val="0"/>
        </a:spcAft>
        <a:defRPr sz="4200" b="1">
          <a:solidFill>
            <a:schemeClr val="tx2"/>
          </a:solidFill>
          <a:latin typeface="Garamond" pitchFamily="18" charset="0"/>
          <a:ea typeface="宋体" pitchFamily="2" charset="-122"/>
        </a:defRPr>
      </a:lvl8pPr>
      <a:lvl9pPr marL="1828800" algn="l" rtl="0" eaLnBrk="1" fontAlgn="base" hangingPunct="1">
        <a:spcBef>
          <a:spcPct val="0"/>
        </a:spcBef>
        <a:spcAft>
          <a:spcPct val="0"/>
        </a:spcAft>
        <a:defRPr sz="4200" b="1">
          <a:solidFill>
            <a:schemeClr val="tx2"/>
          </a:solidFill>
          <a:latin typeface="Garamond" pitchFamily="18" charset="0"/>
          <a:ea typeface="宋体" pitchFamily="2" charset="-122"/>
        </a:defRPr>
      </a:lvl9pPr>
    </p:titleStyle>
    <p:bodyStyle>
      <a:lvl1pPr marL="342900" indent="-342900" algn="l" rtl="0" eaLnBrk="0" fontAlgn="base" hangingPunct="0">
        <a:spcBef>
          <a:spcPct val="20000"/>
        </a:spcBef>
        <a:spcAft>
          <a:spcPct val="0"/>
        </a:spcAft>
        <a:buClr>
          <a:schemeClr val="accent1"/>
        </a:buClr>
        <a:buSzPct val="65000"/>
        <a:buFont typeface="Wingdings" panose="05000000000000000000" pitchFamily="2" charset="2"/>
        <a:buChar char="n"/>
        <a:defRPr sz="3000" b="1">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2"/>
        </a:buClr>
        <a:buSzPct val="60000"/>
        <a:buFont typeface="Wingdings" panose="05000000000000000000" pitchFamily="2" charset="2"/>
        <a:buChar char="q"/>
        <a:defRPr sz="2600" b="1">
          <a:solidFill>
            <a:schemeClr val="tx1"/>
          </a:solidFill>
          <a:latin typeface="+mn-lt"/>
          <a:ea typeface="+mn-ea"/>
        </a:defRPr>
      </a:lvl2pPr>
      <a:lvl3pPr marL="1022350" indent="-350838" algn="l" rtl="0" eaLnBrk="0" fontAlgn="base" hangingPunct="0">
        <a:spcBef>
          <a:spcPct val="20000"/>
        </a:spcBef>
        <a:spcAft>
          <a:spcPct val="0"/>
        </a:spcAft>
        <a:buClr>
          <a:schemeClr val="accent1"/>
        </a:buClr>
        <a:buSzPct val="65000"/>
        <a:buFont typeface="Wingdings" panose="05000000000000000000" pitchFamily="2" charset="2"/>
        <a:buChar char="n"/>
        <a:defRPr sz="2200" b="1">
          <a:solidFill>
            <a:schemeClr val="tx1"/>
          </a:solidFill>
          <a:latin typeface="+mn-lt"/>
          <a:ea typeface="+mn-ea"/>
        </a:defRPr>
      </a:lvl3pPr>
      <a:lvl4pPr marL="1339850" indent="-315913" algn="l" rtl="0" eaLnBrk="0" fontAlgn="base" hangingPunct="0">
        <a:spcBef>
          <a:spcPct val="20000"/>
        </a:spcBef>
        <a:spcAft>
          <a:spcPct val="0"/>
        </a:spcAft>
        <a:buClr>
          <a:schemeClr val="accent2"/>
        </a:buClr>
        <a:buSzPct val="70000"/>
        <a:buFont typeface="Wingdings" panose="05000000000000000000" pitchFamily="2" charset="2"/>
        <a:buChar char="q"/>
        <a:defRPr sz="2000" b="1">
          <a:solidFill>
            <a:schemeClr val="tx1"/>
          </a:solidFill>
          <a:latin typeface="+mn-lt"/>
          <a:ea typeface="+mn-ea"/>
        </a:defRPr>
      </a:lvl4pPr>
      <a:lvl5pPr marL="1681163" indent="-339725" algn="l" rtl="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mn-lt"/>
          <a:ea typeface="+mn-ea"/>
        </a:defRPr>
      </a:lvl5pPr>
      <a:lvl6pPr marL="2138363" indent="-339725" algn="l" rtl="0" eaLnBrk="1" fontAlgn="base" hangingPunct="1">
        <a:spcBef>
          <a:spcPct val="20000"/>
        </a:spcBef>
        <a:spcAft>
          <a:spcPct val="0"/>
        </a:spcAft>
        <a:buClr>
          <a:schemeClr val="accent1"/>
        </a:buClr>
        <a:buSzPct val="75000"/>
        <a:buFont typeface="Wingdings" pitchFamily="2" charset="2"/>
        <a:buChar char="§"/>
        <a:defRPr sz="2000" b="1">
          <a:solidFill>
            <a:schemeClr val="tx1"/>
          </a:solidFill>
          <a:latin typeface="+mn-lt"/>
          <a:ea typeface="+mn-ea"/>
        </a:defRPr>
      </a:lvl6pPr>
      <a:lvl7pPr marL="2595563" indent="-339725" algn="l" rtl="0" eaLnBrk="1" fontAlgn="base" hangingPunct="1">
        <a:spcBef>
          <a:spcPct val="20000"/>
        </a:spcBef>
        <a:spcAft>
          <a:spcPct val="0"/>
        </a:spcAft>
        <a:buClr>
          <a:schemeClr val="accent1"/>
        </a:buClr>
        <a:buSzPct val="75000"/>
        <a:buFont typeface="Wingdings" pitchFamily="2" charset="2"/>
        <a:buChar char="§"/>
        <a:defRPr sz="2000" b="1">
          <a:solidFill>
            <a:schemeClr val="tx1"/>
          </a:solidFill>
          <a:latin typeface="+mn-lt"/>
          <a:ea typeface="+mn-ea"/>
        </a:defRPr>
      </a:lvl7pPr>
      <a:lvl8pPr marL="3052763" indent="-339725" algn="l" rtl="0" eaLnBrk="1" fontAlgn="base" hangingPunct="1">
        <a:spcBef>
          <a:spcPct val="20000"/>
        </a:spcBef>
        <a:spcAft>
          <a:spcPct val="0"/>
        </a:spcAft>
        <a:buClr>
          <a:schemeClr val="accent1"/>
        </a:buClr>
        <a:buSzPct val="75000"/>
        <a:buFont typeface="Wingdings" pitchFamily="2" charset="2"/>
        <a:buChar char="§"/>
        <a:defRPr sz="2000" b="1">
          <a:solidFill>
            <a:schemeClr val="tx1"/>
          </a:solidFill>
          <a:latin typeface="+mn-lt"/>
          <a:ea typeface="+mn-ea"/>
        </a:defRPr>
      </a:lvl8pPr>
      <a:lvl9pPr marL="3509963" indent="-339725" algn="l" rtl="0" eaLnBrk="1" fontAlgn="base" hangingPunct="1">
        <a:spcBef>
          <a:spcPct val="20000"/>
        </a:spcBef>
        <a:spcAft>
          <a:spcPct val="0"/>
        </a:spcAft>
        <a:buClr>
          <a:schemeClr val="accent1"/>
        </a:buClr>
        <a:buSzPct val="75000"/>
        <a:buFont typeface="Wingdings" pitchFamily="2" charset="2"/>
        <a:buChar char="§"/>
        <a:defRPr sz="2000"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customXml" Target="../ink/ink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customXml" Target="../ink/ink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customXml" Target="../ink/ink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customXml" Target="../ink/ink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customXml" Target="../ink/ink5.xml"/><Relationship Id="rId2"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image" Target="../media/image12.emf"/><Relationship Id="rId5" Type="http://schemas.openxmlformats.org/officeDocument/2006/relationships/customXml" Target="../ink/ink6.xml"/><Relationship Id="rId4" Type="http://schemas.openxmlformats.org/officeDocument/2006/relationships/image" Target="../media/image100.emf"/></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customXml" Target="../ink/ink7.xml"/><Relationship Id="rId2"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customXml" Target="../ink/ink8.xml"/><Relationship Id="rId4" Type="http://schemas.openxmlformats.org/officeDocument/2006/relationships/image" Target="../media/image140.png"/></Relationships>
</file>

<file path=ppt/slides/_rels/slide27.xml.rels><?xml version="1.0" encoding="UTF-8" standalone="yes"?>
<Relationships xmlns="http://schemas.openxmlformats.org/package/2006/relationships"><Relationship Id="rId3" Type="http://schemas.openxmlformats.org/officeDocument/2006/relationships/customXml" Target="../ink/ink9.xml"/><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60.png"/></Relationships>
</file>

<file path=ppt/slides/_rels/slide28.xml.rels><?xml version="1.0" encoding="UTF-8" standalone="yes"?>
<Relationships xmlns="http://schemas.openxmlformats.org/package/2006/relationships"><Relationship Id="rId3" Type="http://schemas.openxmlformats.org/officeDocument/2006/relationships/customXml" Target="../ink/ink10.xml"/><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29.xml.rels><?xml version="1.0" encoding="UTF-8" standalone="yes"?>
<Relationships xmlns="http://schemas.openxmlformats.org/package/2006/relationships"><Relationship Id="rId3" Type="http://schemas.openxmlformats.org/officeDocument/2006/relationships/customXml" Target="../ink/ink11.xml"/><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190.png"/></Relationships>
</file>

<file path=ppt/slides/_rels/slide30.xml.rels><?xml version="1.0" encoding="UTF-8" standalone="yes"?>
<Relationships xmlns="http://schemas.openxmlformats.org/package/2006/relationships"><Relationship Id="rId3" Type="http://schemas.openxmlformats.org/officeDocument/2006/relationships/customXml" Target="../ink/ink12.xml"/><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31.xml.rels><?xml version="1.0" encoding="UTF-8" standalone="yes"?>
<Relationships xmlns="http://schemas.openxmlformats.org/package/2006/relationships"><Relationship Id="rId3" Type="http://schemas.openxmlformats.org/officeDocument/2006/relationships/customXml" Target="../ink/ink13.xml"/><Relationship Id="rId2" Type="http://schemas.openxmlformats.org/officeDocument/2006/relationships/image" Target="../media/image22.pn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32.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customXml" Target="../ink/ink14.xml"/><Relationship Id="rId7" Type="http://schemas.openxmlformats.org/officeDocument/2006/relationships/customXml" Target="../ink/ink15.xml"/><Relationship Id="rId2" Type="http://schemas.openxmlformats.org/officeDocument/2006/relationships/image" Target="../media/image24.png"/><Relationship Id="rId1" Type="http://schemas.openxmlformats.org/officeDocument/2006/relationships/slideLayout" Target="../slideLayouts/slideLayout2.xml"/><Relationship Id="rId6" Type="http://schemas.openxmlformats.org/officeDocument/2006/relationships/image" Target="../media/image220.png"/><Relationship Id="rId10" Type="http://schemas.openxmlformats.org/officeDocument/2006/relationships/image" Target="../media/image26.png"/><Relationship Id="rId9" Type="http://schemas.openxmlformats.org/officeDocument/2006/relationships/customXml" Target="../ink/ink1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30.png"/><Relationship Id="rId2" Type="http://schemas.openxmlformats.org/officeDocument/2006/relationships/customXml" Target="../ink/ink1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2747963" y="1524000"/>
            <a:ext cx="5789612" cy="1752600"/>
          </a:xfrm>
        </p:spPr>
        <p:txBody>
          <a:bodyPr anchor="ctr"/>
          <a:lstStyle/>
          <a:p>
            <a:pPr eaLnBrk="1" hangingPunct="1"/>
            <a:r>
              <a:rPr lang="zh-CN" altLang="en-US" b="1"/>
              <a:t>网络编程技术</a:t>
            </a:r>
          </a:p>
        </p:txBody>
      </p:sp>
      <p:sp>
        <p:nvSpPr>
          <p:cNvPr id="3075" name="Rectangle 3"/>
          <p:cNvSpPr>
            <a:spLocks noGrp="1" noChangeArrowheads="1"/>
          </p:cNvSpPr>
          <p:nvPr>
            <p:ph type="subTitle" idx="1"/>
          </p:nvPr>
        </p:nvSpPr>
        <p:spPr>
          <a:xfrm>
            <a:off x="1761728" y="3962400"/>
            <a:ext cx="7130752" cy="1752600"/>
          </a:xfrm>
        </p:spPr>
        <p:txBody>
          <a:bodyPr/>
          <a:lstStyle/>
          <a:p>
            <a:pPr eaLnBrk="1" hangingPunct="1"/>
            <a:r>
              <a:rPr lang="zh-CN" altLang="en-US" b="1" dirty="0"/>
              <a:t>第六讲  </a:t>
            </a:r>
            <a:r>
              <a:rPr lang="en-US" altLang="zh-CN" b="1" dirty="0"/>
              <a:t>I/O</a:t>
            </a:r>
            <a:r>
              <a:rPr lang="zh-CN" altLang="en-US" b="1" dirty="0"/>
              <a:t>复用：</a:t>
            </a:r>
            <a:r>
              <a:rPr lang="en-US" altLang="zh-CN" b="1" dirty="0"/>
              <a:t>select</a:t>
            </a:r>
            <a:r>
              <a:rPr lang="zh-CN" altLang="en-US" b="1" dirty="0"/>
              <a:t>、</a:t>
            </a:r>
            <a:r>
              <a:rPr lang="en-US" altLang="zh-CN" b="1" dirty="0"/>
              <a:t>poll</a:t>
            </a:r>
            <a:r>
              <a:rPr lang="zh-CN" altLang="en-US" b="1" dirty="0"/>
              <a:t>和</a:t>
            </a:r>
            <a:r>
              <a:rPr lang="en-US" altLang="zh-CN" b="1" dirty="0" err="1"/>
              <a:t>epoll</a:t>
            </a:r>
            <a:r>
              <a:rPr lang="zh-CN" altLang="en-US" b="1" dirty="0"/>
              <a:t>函数</a:t>
            </a:r>
            <a:endParaRPr lang="en-US" altLang="zh-CN" b="1" dirty="0"/>
          </a:p>
          <a:p>
            <a:pPr eaLnBrk="1" hangingPunct="1"/>
            <a:r>
              <a:rPr lang="zh-CN" altLang="en-US" b="1" dirty="0"/>
              <a:t>王伟</a:t>
            </a:r>
          </a:p>
          <a:p>
            <a:pPr eaLnBrk="1" hangingPunct="1"/>
            <a:r>
              <a:rPr lang="en-US" altLang="zh-CN" b="1" dirty="0"/>
              <a:t>wellwang@126.com</a:t>
            </a: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lstStyle/>
          <a:p>
            <a:pPr eaLnBrk="1" hangingPunct="1"/>
            <a:r>
              <a:rPr lang="zh-CN" altLang="en-US"/>
              <a:t>主要内容</a:t>
            </a:r>
          </a:p>
        </p:txBody>
      </p:sp>
      <p:sp>
        <p:nvSpPr>
          <p:cNvPr id="4099" name="Rectangle 3"/>
          <p:cNvSpPr>
            <a:spLocks noGrp="1" noChangeArrowheads="1"/>
          </p:cNvSpPr>
          <p:nvPr>
            <p:ph type="body" idx="1"/>
          </p:nvPr>
        </p:nvSpPr>
        <p:spPr>
          <a:xfrm>
            <a:off x="468313" y="1196975"/>
            <a:ext cx="8229600" cy="4968875"/>
          </a:xfrm>
        </p:spPr>
        <p:txBody>
          <a:bodyPr/>
          <a:lstStyle/>
          <a:p>
            <a:pPr eaLnBrk="1" hangingPunct="1"/>
            <a:r>
              <a:rPr lang="zh-CN" altLang="en-US" sz="2600" dirty="0"/>
              <a:t>概述</a:t>
            </a:r>
            <a:endParaRPr lang="en-US" altLang="zh-CN" sz="2600" dirty="0"/>
          </a:p>
          <a:p>
            <a:pPr eaLnBrk="1" hangingPunct="1"/>
            <a:r>
              <a:rPr lang="en-US" altLang="zh-CN" sz="2600" dirty="0">
                <a:solidFill>
                  <a:srgbClr val="FF0000"/>
                </a:solidFill>
              </a:rPr>
              <a:t>I/O</a:t>
            </a:r>
            <a:r>
              <a:rPr lang="zh-CN" altLang="en-US" sz="2600" dirty="0">
                <a:solidFill>
                  <a:srgbClr val="FF0000"/>
                </a:solidFill>
              </a:rPr>
              <a:t>模型</a:t>
            </a:r>
          </a:p>
          <a:p>
            <a:pPr eaLnBrk="1" hangingPunct="1"/>
            <a:r>
              <a:rPr lang="en-US" altLang="zh-CN" sz="2600" dirty="0">
                <a:solidFill>
                  <a:srgbClr val="FF0000"/>
                </a:solidFill>
              </a:rPr>
              <a:t>select</a:t>
            </a:r>
            <a:r>
              <a:rPr lang="zh-CN" altLang="en-US" sz="2600" dirty="0">
                <a:solidFill>
                  <a:srgbClr val="FF0000"/>
                </a:solidFill>
              </a:rPr>
              <a:t>函数</a:t>
            </a:r>
            <a:endParaRPr lang="en-US" altLang="zh-CN" sz="2600" dirty="0">
              <a:solidFill>
                <a:srgbClr val="FF0000"/>
              </a:solidFill>
            </a:endParaRPr>
          </a:p>
          <a:p>
            <a:pPr eaLnBrk="1" hangingPunct="1"/>
            <a:r>
              <a:rPr lang="zh-CN" altLang="en-US" sz="2600" dirty="0"/>
              <a:t>批量输入</a:t>
            </a:r>
            <a:endParaRPr lang="en-US" altLang="zh-CN" sz="2600" dirty="0"/>
          </a:p>
          <a:p>
            <a:pPr eaLnBrk="1" hangingPunct="1"/>
            <a:r>
              <a:rPr lang="en-US" altLang="zh-CN" sz="2600" dirty="0">
                <a:solidFill>
                  <a:srgbClr val="FF0000"/>
                </a:solidFill>
              </a:rPr>
              <a:t>shutdown</a:t>
            </a:r>
            <a:r>
              <a:rPr lang="zh-CN" altLang="en-US" sz="2600" dirty="0">
                <a:solidFill>
                  <a:srgbClr val="FF0000"/>
                </a:solidFill>
              </a:rPr>
              <a:t>函数</a:t>
            </a:r>
            <a:endParaRPr lang="en-US" altLang="zh-CN" sz="2600" dirty="0">
              <a:solidFill>
                <a:srgbClr val="FF0000"/>
              </a:solidFill>
            </a:endParaRPr>
          </a:p>
          <a:p>
            <a:pPr eaLnBrk="1" hangingPunct="1"/>
            <a:r>
              <a:rPr lang="en-US" altLang="zh-CN" sz="2600" dirty="0">
                <a:solidFill>
                  <a:srgbClr val="FF0000"/>
                </a:solidFill>
              </a:rPr>
              <a:t>TCP</a:t>
            </a:r>
            <a:r>
              <a:rPr lang="zh-CN" altLang="en-US" sz="2600" dirty="0">
                <a:solidFill>
                  <a:srgbClr val="FF0000"/>
                </a:solidFill>
              </a:rPr>
              <a:t>回射服务器程序</a:t>
            </a:r>
            <a:endParaRPr lang="en-US" altLang="zh-CN" sz="2600" dirty="0">
              <a:solidFill>
                <a:srgbClr val="FF0000"/>
              </a:solidFill>
            </a:endParaRPr>
          </a:p>
          <a:p>
            <a:pPr eaLnBrk="1" hangingPunct="1"/>
            <a:r>
              <a:rPr lang="en-US" altLang="zh-CN" sz="2600" dirty="0" err="1"/>
              <a:t>pselect</a:t>
            </a:r>
            <a:r>
              <a:rPr lang="zh-CN" altLang="en-US" sz="2600" dirty="0"/>
              <a:t>函数</a:t>
            </a:r>
            <a:endParaRPr lang="en-US" altLang="zh-CN" sz="2600" dirty="0"/>
          </a:p>
          <a:p>
            <a:pPr eaLnBrk="1" hangingPunct="1"/>
            <a:r>
              <a:rPr lang="en-US" altLang="zh-CN" sz="2600" dirty="0">
                <a:solidFill>
                  <a:srgbClr val="FF0000"/>
                </a:solidFill>
              </a:rPr>
              <a:t>poll</a:t>
            </a:r>
            <a:r>
              <a:rPr lang="zh-CN" altLang="en-US" sz="2600" dirty="0">
                <a:solidFill>
                  <a:srgbClr val="FF0000"/>
                </a:solidFill>
              </a:rPr>
              <a:t>函数</a:t>
            </a:r>
            <a:endParaRPr lang="en-US" altLang="zh-CN" sz="2600" dirty="0">
              <a:solidFill>
                <a:srgbClr val="FF0000"/>
              </a:solidFill>
            </a:endParaRPr>
          </a:p>
          <a:p>
            <a:pPr eaLnBrk="1" hangingPunct="1"/>
            <a:r>
              <a:rPr lang="en-US" altLang="zh-CN" sz="2600" dirty="0" err="1">
                <a:solidFill>
                  <a:srgbClr val="FF0000"/>
                </a:solidFill>
              </a:rPr>
              <a:t>epoll</a:t>
            </a:r>
            <a:r>
              <a:rPr lang="zh-CN" altLang="en-US" sz="2600" dirty="0">
                <a:solidFill>
                  <a:srgbClr val="FF0000"/>
                </a:solidFill>
              </a:rPr>
              <a:t>函数</a:t>
            </a:r>
            <a:endParaRPr lang="en-US" altLang="zh-CN" sz="2600" dirty="0">
              <a:solidFill>
                <a:srgbClr val="FF0000"/>
              </a:solidFill>
            </a:endParaRPr>
          </a:p>
          <a:p>
            <a:pPr eaLnBrk="1" hangingPunct="1"/>
            <a:r>
              <a:rPr lang="zh-CN" altLang="en-US" sz="2600" dirty="0"/>
              <a:t>小结</a:t>
            </a: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4"/>
          <p:cNvSpPr>
            <a:spLocks noChangeArrowheads="1"/>
          </p:cNvSpPr>
          <p:nvPr/>
        </p:nvSpPr>
        <p:spPr bwMode="auto">
          <a:xfrm>
            <a:off x="457200" y="277813"/>
            <a:ext cx="8229600" cy="1139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accent1"/>
              </a:buClr>
              <a:buSzPct val="65000"/>
              <a:buFont typeface="Wingdings" panose="05000000000000000000" pitchFamily="2" charset="2"/>
              <a:buChar char="n"/>
              <a:defRPr sz="30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4200">
                <a:solidFill>
                  <a:schemeClr val="tx2"/>
                </a:solidFill>
                <a:latin typeface="Garamond" panose="02020404030301010803" pitchFamily="18" charset="0"/>
              </a:rPr>
              <a:t>一、概述</a:t>
            </a:r>
          </a:p>
        </p:txBody>
      </p:sp>
      <p:sp>
        <p:nvSpPr>
          <p:cNvPr id="5" name="Rectangle 3"/>
          <p:cNvSpPr txBox="1">
            <a:spLocks noChangeArrowheads="1"/>
          </p:cNvSpPr>
          <p:nvPr/>
        </p:nvSpPr>
        <p:spPr bwMode="auto">
          <a:xfrm>
            <a:off x="684213" y="1268413"/>
            <a:ext cx="7848600" cy="2089150"/>
          </a:xfrm>
          <a:prstGeom prst="rect">
            <a:avLst/>
          </a:prstGeom>
          <a:ln/>
        </p:spPr>
        <p:style>
          <a:lnRef idx="1">
            <a:schemeClr val="accent3"/>
          </a:lnRef>
          <a:fillRef idx="2">
            <a:schemeClr val="accent3"/>
          </a:fillRef>
          <a:effectRef idx="1">
            <a:schemeClr val="accent3"/>
          </a:effectRef>
          <a:fontRef idx="minor">
            <a:schemeClr val="dk1"/>
          </a:fontRef>
        </p:style>
        <p:txBody>
          <a:bodyPr/>
          <a:lstStyle>
            <a:lvl1pPr marL="342900" indent="-342900" algn="l" rtl="0" eaLnBrk="0" fontAlgn="base" hangingPunct="0">
              <a:spcBef>
                <a:spcPct val="20000"/>
              </a:spcBef>
              <a:spcAft>
                <a:spcPct val="0"/>
              </a:spcAft>
              <a:buClr>
                <a:schemeClr val="accent1"/>
              </a:buClr>
              <a:buSzPct val="65000"/>
              <a:buFont typeface="Wingdings" pitchFamily="2" charset="2"/>
              <a:buChar char="n"/>
              <a:defRPr sz="3000" b="1">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2"/>
              </a:buClr>
              <a:buSzPct val="60000"/>
              <a:buFont typeface="Wingdings" pitchFamily="2" charset="2"/>
              <a:buChar char="q"/>
              <a:defRPr sz="2600" b="1">
                <a:solidFill>
                  <a:schemeClr val="tx1"/>
                </a:solidFill>
                <a:latin typeface="+mn-lt"/>
                <a:ea typeface="+mn-ea"/>
              </a:defRPr>
            </a:lvl2pPr>
            <a:lvl3pPr marL="1022350" indent="-350838" algn="l" rtl="0" eaLnBrk="0" fontAlgn="base" hangingPunct="0">
              <a:spcBef>
                <a:spcPct val="20000"/>
              </a:spcBef>
              <a:spcAft>
                <a:spcPct val="0"/>
              </a:spcAft>
              <a:buClr>
                <a:schemeClr val="accent1"/>
              </a:buClr>
              <a:buSzPct val="65000"/>
              <a:buFont typeface="Wingdings" pitchFamily="2" charset="2"/>
              <a:buChar char="n"/>
              <a:defRPr sz="2200" b="1">
                <a:solidFill>
                  <a:schemeClr val="tx1"/>
                </a:solidFill>
                <a:latin typeface="+mn-lt"/>
                <a:ea typeface="+mn-ea"/>
              </a:defRPr>
            </a:lvl3pPr>
            <a:lvl4pPr marL="1339850" indent="-315913" algn="l" rtl="0" eaLnBrk="0" fontAlgn="base" hangingPunct="0">
              <a:spcBef>
                <a:spcPct val="20000"/>
              </a:spcBef>
              <a:spcAft>
                <a:spcPct val="0"/>
              </a:spcAft>
              <a:buClr>
                <a:schemeClr val="accent2"/>
              </a:buClr>
              <a:buSzPct val="70000"/>
              <a:buFont typeface="Wingdings" pitchFamily="2" charset="2"/>
              <a:buChar char="q"/>
              <a:defRPr sz="2000" b="1">
                <a:solidFill>
                  <a:schemeClr val="tx1"/>
                </a:solidFill>
                <a:latin typeface="+mn-lt"/>
                <a:ea typeface="+mn-ea"/>
              </a:defRPr>
            </a:lvl4pPr>
            <a:lvl5pPr marL="1681163" indent="-339725" algn="l" rtl="0"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mn-lt"/>
                <a:ea typeface="+mn-ea"/>
              </a:defRPr>
            </a:lvl5pPr>
            <a:lvl6pPr marL="2138363" indent="-339725" algn="l" rtl="0" eaLnBrk="1" fontAlgn="base" hangingPunct="1">
              <a:spcBef>
                <a:spcPct val="20000"/>
              </a:spcBef>
              <a:spcAft>
                <a:spcPct val="0"/>
              </a:spcAft>
              <a:buClr>
                <a:schemeClr val="accent1"/>
              </a:buClr>
              <a:buSzPct val="75000"/>
              <a:buFont typeface="Wingdings" pitchFamily="2" charset="2"/>
              <a:buChar char="§"/>
              <a:defRPr sz="2000" b="1">
                <a:solidFill>
                  <a:schemeClr val="tx1"/>
                </a:solidFill>
                <a:latin typeface="+mn-lt"/>
                <a:ea typeface="+mn-ea"/>
              </a:defRPr>
            </a:lvl6pPr>
            <a:lvl7pPr marL="2595563" indent="-339725" algn="l" rtl="0" eaLnBrk="1" fontAlgn="base" hangingPunct="1">
              <a:spcBef>
                <a:spcPct val="20000"/>
              </a:spcBef>
              <a:spcAft>
                <a:spcPct val="0"/>
              </a:spcAft>
              <a:buClr>
                <a:schemeClr val="accent1"/>
              </a:buClr>
              <a:buSzPct val="75000"/>
              <a:buFont typeface="Wingdings" pitchFamily="2" charset="2"/>
              <a:buChar char="§"/>
              <a:defRPr sz="2000" b="1">
                <a:solidFill>
                  <a:schemeClr val="tx1"/>
                </a:solidFill>
                <a:latin typeface="+mn-lt"/>
                <a:ea typeface="+mn-ea"/>
              </a:defRPr>
            </a:lvl7pPr>
            <a:lvl8pPr marL="3052763" indent="-339725" algn="l" rtl="0" eaLnBrk="1" fontAlgn="base" hangingPunct="1">
              <a:spcBef>
                <a:spcPct val="20000"/>
              </a:spcBef>
              <a:spcAft>
                <a:spcPct val="0"/>
              </a:spcAft>
              <a:buClr>
                <a:schemeClr val="accent1"/>
              </a:buClr>
              <a:buSzPct val="75000"/>
              <a:buFont typeface="Wingdings" pitchFamily="2" charset="2"/>
              <a:buChar char="§"/>
              <a:defRPr sz="2000" b="1">
                <a:solidFill>
                  <a:schemeClr val="tx1"/>
                </a:solidFill>
                <a:latin typeface="+mn-lt"/>
                <a:ea typeface="+mn-ea"/>
              </a:defRPr>
            </a:lvl8pPr>
            <a:lvl9pPr marL="3509963" indent="-339725" algn="l" rtl="0" eaLnBrk="1" fontAlgn="base" hangingPunct="1">
              <a:spcBef>
                <a:spcPct val="20000"/>
              </a:spcBef>
              <a:spcAft>
                <a:spcPct val="0"/>
              </a:spcAft>
              <a:buClr>
                <a:schemeClr val="accent1"/>
              </a:buClr>
              <a:buSzPct val="75000"/>
              <a:buFont typeface="Wingdings" pitchFamily="2" charset="2"/>
              <a:buChar char="§"/>
              <a:defRPr sz="2000" b="1">
                <a:solidFill>
                  <a:schemeClr val="tx1"/>
                </a:solidFill>
                <a:latin typeface="+mn-lt"/>
                <a:ea typeface="+mn-ea"/>
              </a:defRPr>
            </a:lvl9pPr>
          </a:lstStyle>
          <a:p>
            <a:pPr marL="0" indent="0" eaLnBrk="1" hangingPunct="1">
              <a:lnSpc>
                <a:spcPct val="130000"/>
              </a:lnSpc>
              <a:buFont typeface="Wingdings" pitchFamily="2" charset="2"/>
              <a:buNone/>
              <a:defRPr/>
            </a:pPr>
            <a:r>
              <a:rPr lang="zh-CN" altLang="en-US" sz="2000" kern="0" dirty="0"/>
              <a:t>上一讲，我们看到</a:t>
            </a:r>
            <a:r>
              <a:rPr lang="en-US" altLang="zh-CN" sz="2000" kern="0" dirty="0"/>
              <a:t>TCP</a:t>
            </a:r>
            <a:r>
              <a:rPr lang="zh-CN" altLang="en-US" sz="2000" kern="0" dirty="0"/>
              <a:t>客户同时处理两个输入：</a:t>
            </a:r>
            <a:r>
              <a:rPr lang="zh-CN" altLang="en-US" sz="2000" kern="0" dirty="0">
                <a:solidFill>
                  <a:srgbClr val="FF0000"/>
                </a:solidFill>
              </a:rPr>
              <a:t>标准输入和</a:t>
            </a:r>
            <a:r>
              <a:rPr lang="en-US" altLang="zh-CN" sz="2000" kern="0" dirty="0">
                <a:solidFill>
                  <a:srgbClr val="FF0000"/>
                </a:solidFill>
              </a:rPr>
              <a:t>TCP</a:t>
            </a:r>
            <a:r>
              <a:rPr lang="zh-CN" altLang="en-US" sz="2000" kern="0" dirty="0">
                <a:solidFill>
                  <a:srgbClr val="FF0000"/>
                </a:solidFill>
              </a:rPr>
              <a:t>套接口</a:t>
            </a:r>
            <a:r>
              <a:rPr lang="zh-CN" altLang="en-US" sz="2000" kern="0" dirty="0"/>
              <a:t>。我们遇到的问题是客户阻塞于</a:t>
            </a:r>
            <a:r>
              <a:rPr lang="en-US" altLang="zh-CN" sz="2000" kern="0" dirty="0" err="1"/>
              <a:t>fgets</a:t>
            </a:r>
            <a:r>
              <a:rPr lang="zh-CN" altLang="en-US" sz="2000" kern="0" dirty="0"/>
              <a:t>调用，而服务器进程又被杀死。服务器</a:t>
            </a:r>
            <a:r>
              <a:rPr lang="en-US" altLang="zh-CN" sz="2000" kern="0" dirty="0"/>
              <a:t>TCP</a:t>
            </a:r>
            <a:r>
              <a:rPr lang="zh-CN" altLang="en-US" sz="2000" kern="0" dirty="0"/>
              <a:t>虽正确地给客户</a:t>
            </a:r>
            <a:r>
              <a:rPr lang="en-US" altLang="zh-CN" sz="2000" kern="0" dirty="0"/>
              <a:t>TCP</a:t>
            </a:r>
            <a:r>
              <a:rPr lang="zh-CN" altLang="en-US" sz="2000" kern="0" dirty="0"/>
              <a:t>发了一个</a:t>
            </a:r>
            <a:r>
              <a:rPr lang="en-US" altLang="zh-CN" sz="2000" kern="0" dirty="0"/>
              <a:t>FIN</a:t>
            </a:r>
            <a:r>
              <a:rPr lang="zh-CN" altLang="en-US" sz="2000" kern="0" dirty="0"/>
              <a:t>，但客户进程正阻塞于从标准输入读入，它直到从套接口读时才能看到此文件结束符（可能已过了很长时间）。</a:t>
            </a:r>
            <a:endParaRPr lang="en-US" altLang="zh-CN" sz="2000" kern="0" dirty="0"/>
          </a:p>
        </p:txBody>
      </p:sp>
      <p:sp>
        <p:nvSpPr>
          <p:cNvPr id="6" name="Rectangle 3"/>
          <p:cNvSpPr txBox="1">
            <a:spLocks noChangeArrowheads="1"/>
          </p:cNvSpPr>
          <p:nvPr/>
        </p:nvSpPr>
        <p:spPr bwMode="auto">
          <a:xfrm>
            <a:off x="684213" y="3644900"/>
            <a:ext cx="7848600" cy="1296988"/>
          </a:xfrm>
          <a:prstGeom prst="rect">
            <a:avLst/>
          </a:prstGeom>
          <a:ln/>
        </p:spPr>
        <p:style>
          <a:lnRef idx="1">
            <a:schemeClr val="accent3"/>
          </a:lnRef>
          <a:fillRef idx="2">
            <a:schemeClr val="accent3"/>
          </a:fillRef>
          <a:effectRef idx="1">
            <a:schemeClr val="accent3"/>
          </a:effectRef>
          <a:fontRef idx="minor">
            <a:schemeClr val="dk1"/>
          </a:fontRef>
        </p:style>
        <p:txBody>
          <a:bodyPr/>
          <a:lstStyle>
            <a:lvl1pPr marL="342900" indent="-342900" algn="l" rtl="0" eaLnBrk="0" fontAlgn="base" hangingPunct="0">
              <a:spcBef>
                <a:spcPct val="20000"/>
              </a:spcBef>
              <a:spcAft>
                <a:spcPct val="0"/>
              </a:spcAft>
              <a:buClr>
                <a:schemeClr val="accent1"/>
              </a:buClr>
              <a:buSzPct val="65000"/>
              <a:buFont typeface="Wingdings" pitchFamily="2" charset="2"/>
              <a:buChar char="n"/>
              <a:defRPr sz="3000" b="1">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2"/>
              </a:buClr>
              <a:buSzPct val="60000"/>
              <a:buFont typeface="Wingdings" pitchFamily="2" charset="2"/>
              <a:buChar char="q"/>
              <a:defRPr sz="2600" b="1">
                <a:solidFill>
                  <a:schemeClr val="tx1"/>
                </a:solidFill>
                <a:latin typeface="+mn-lt"/>
                <a:ea typeface="+mn-ea"/>
              </a:defRPr>
            </a:lvl2pPr>
            <a:lvl3pPr marL="1022350" indent="-350838" algn="l" rtl="0" eaLnBrk="0" fontAlgn="base" hangingPunct="0">
              <a:spcBef>
                <a:spcPct val="20000"/>
              </a:spcBef>
              <a:spcAft>
                <a:spcPct val="0"/>
              </a:spcAft>
              <a:buClr>
                <a:schemeClr val="accent1"/>
              </a:buClr>
              <a:buSzPct val="65000"/>
              <a:buFont typeface="Wingdings" pitchFamily="2" charset="2"/>
              <a:buChar char="n"/>
              <a:defRPr sz="2200" b="1">
                <a:solidFill>
                  <a:schemeClr val="tx1"/>
                </a:solidFill>
                <a:latin typeface="+mn-lt"/>
                <a:ea typeface="+mn-ea"/>
              </a:defRPr>
            </a:lvl3pPr>
            <a:lvl4pPr marL="1339850" indent="-315913" algn="l" rtl="0" eaLnBrk="0" fontAlgn="base" hangingPunct="0">
              <a:spcBef>
                <a:spcPct val="20000"/>
              </a:spcBef>
              <a:spcAft>
                <a:spcPct val="0"/>
              </a:spcAft>
              <a:buClr>
                <a:schemeClr val="accent2"/>
              </a:buClr>
              <a:buSzPct val="70000"/>
              <a:buFont typeface="Wingdings" pitchFamily="2" charset="2"/>
              <a:buChar char="q"/>
              <a:defRPr sz="2000" b="1">
                <a:solidFill>
                  <a:schemeClr val="tx1"/>
                </a:solidFill>
                <a:latin typeface="+mn-lt"/>
                <a:ea typeface="+mn-ea"/>
              </a:defRPr>
            </a:lvl4pPr>
            <a:lvl5pPr marL="1681163" indent="-339725" algn="l" rtl="0"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mn-lt"/>
                <a:ea typeface="+mn-ea"/>
              </a:defRPr>
            </a:lvl5pPr>
            <a:lvl6pPr marL="2138363" indent="-339725" algn="l" rtl="0" eaLnBrk="1" fontAlgn="base" hangingPunct="1">
              <a:spcBef>
                <a:spcPct val="20000"/>
              </a:spcBef>
              <a:spcAft>
                <a:spcPct val="0"/>
              </a:spcAft>
              <a:buClr>
                <a:schemeClr val="accent1"/>
              </a:buClr>
              <a:buSzPct val="75000"/>
              <a:buFont typeface="Wingdings" pitchFamily="2" charset="2"/>
              <a:buChar char="§"/>
              <a:defRPr sz="2000" b="1">
                <a:solidFill>
                  <a:schemeClr val="tx1"/>
                </a:solidFill>
                <a:latin typeface="+mn-lt"/>
                <a:ea typeface="+mn-ea"/>
              </a:defRPr>
            </a:lvl6pPr>
            <a:lvl7pPr marL="2595563" indent="-339725" algn="l" rtl="0" eaLnBrk="1" fontAlgn="base" hangingPunct="1">
              <a:spcBef>
                <a:spcPct val="20000"/>
              </a:spcBef>
              <a:spcAft>
                <a:spcPct val="0"/>
              </a:spcAft>
              <a:buClr>
                <a:schemeClr val="accent1"/>
              </a:buClr>
              <a:buSzPct val="75000"/>
              <a:buFont typeface="Wingdings" pitchFamily="2" charset="2"/>
              <a:buChar char="§"/>
              <a:defRPr sz="2000" b="1">
                <a:solidFill>
                  <a:schemeClr val="tx1"/>
                </a:solidFill>
                <a:latin typeface="+mn-lt"/>
                <a:ea typeface="+mn-ea"/>
              </a:defRPr>
            </a:lvl7pPr>
            <a:lvl8pPr marL="3052763" indent="-339725" algn="l" rtl="0" eaLnBrk="1" fontAlgn="base" hangingPunct="1">
              <a:spcBef>
                <a:spcPct val="20000"/>
              </a:spcBef>
              <a:spcAft>
                <a:spcPct val="0"/>
              </a:spcAft>
              <a:buClr>
                <a:schemeClr val="accent1"/>
              </a:buClr>
              <a:buSzPct val="75000"/>
              <a:buFont typeface="Wingdings" pitchFamily="2" charset="2"/>
              <a:buChar char="§"/>
              <a:defRPr sz="2000" b="1">
                <a:solidFill>
                  <a:schemeClr val="tx1"/>
                </a:solidFill>
                <a:latin typeface="+mn-lt"/>
                <a:ea typeface="+mn-ea"/>
              </a:defRPr>
            </a:lvl8pPr>
            <a:lvl9pPr marL="3509963" indent="-339725" algn="l" rtl="0" eaLnBrk="1" fontAlgn="base" hangingPunct="1">
              <a:spcBef>
                <a:spcPct val="20000"/>
              </a:spcBef>
              <a:spcAft>
                <a:spcPct val="0"/>
              </a:spcAft>
              <a:buClr>
                <a:schemeClr val="accent1"/>
              </a:buClr>
              <a:buSzPct val="75000"/>
              <a:buFont typeface="Wingdings" pitchFamily="2" charset="2"/>
              <a:buChar char="§"/>
              <a:defRPr sz="2000" b="1">
                <a:solidFill>
                  <a:schemeClr val="tx1"/>
                </a:solidFill>
                <a:latin typeface="+mn-lt"/>
                <a:ea typeface="+mn-ea"/>
              </a:defRPr>
            </a:lvl9pPr>
          </a:lstStyle>
          <a:p>
            <a:pPr marL="0" indent="0" eaLnBrk="1" hangingPunct="1">
              <a:lnSpc>
                <a:spcPct val="130000"/>
              </a:lnSpc>
              <a:buFont typeface="Wingdings" pitchFamily="2" charset="2"/>
              <a:buNone/>
              <a:defRPr/>
            </a:pPr>
            <a:r>
              <a:rPr lang="zh-CN" altLang="en-US" sz="2000" kern="0" dirty="0"/>
              <a:t>我们需要这样的能力：如果一个或多个</a:t>
            </a:r>
            <a:r>
              <a:rPr lang="en-US" altLang="zh-CN" sz="2000" kern="0" dirty="0"/>
              <a:t>I/O</a:t>
            </a:r>
            <a:r>
              <a:rPr lang="zh-CN" altLang="en-US" sz="2000" kern="0" dirty="0"/>
              <a:t>条件满足（例如，输入已准备好被读，或者描述字可以承接更多的输出）时，我们就被通知到。这个能力被称为</a:t>
            </a:r>
            <a:r>
              <a:rPr lang="en-US" altLang="zh-CN" sz="2000" kern="0" dirty="0">
                <a:solidFill>
                  <a:srgbClr val="FF0000"/>
                </a:solidFill>
              </a:rPr>
              <a:t>I/O</a:t>
            </a:r>
            <a:r>
              <a:rPr lang="zh-CN" altLang="en-US" sz="2000" kern="0" dirty="0">
                <a:solidFill>
                  <a:srgbClr val="FF0000"/>
                </a:solidFill>
              </a:rPr>
              <a:t>复用</a:t>
            </a:r>
            <a:r>
              <a:rPr lang="zh-CN" altLang="en-US" sz="2000" kern="0" dirty="0"/>
              <a:t>，是由函数</a:t>
            </a:r>
            <a:r>
              <a:rPr lang="en-US" altLang="zh-CN" sz="2000" kern="0" dirty="0">
                <a:solidFill>
                  <a:srgbClr val="FF0000"/>
                </a:solidFill>
              </a:rPr>
              <a:t>select</a:t>
            </a:r>
            <a:r>
              <a:rPr lang="zh-CN" altLang="en-US" sz="2000" kern="0" dirty="0"/>
              <a:t>和</a:t>
            </a:r>
            <a:r>
              <a:rPr lang="en-US" altLang="zh-CN" sz="2000" kern="0" dirty="0">
                <a:solidFill>
                  <a:srgbClr val="FF0000"/>
                </a:solidFill>
              </a:rPr>
              <a:t>poll</a:t>
            </a:r>
            <a:r>
              <a:rPr lang="zh-CN" altLang="en-US" sz="2000" kern="0" dirty="0"/>
              <a:t>支持的。 </a:t>
            </a:r>
            <a:endParaRPr lang="en-US" altLang="zh-CN" sz="2000" kern="0" dirty="0"/>
          </a:p>
        </p:txBody>
      </p:sp>
      <mc:AlternateContent xmlns:mc="http://schemas.openxmlformats.org/markup-compatibility/2006" xmlns:p14="http://schemas.microsoft.com/office/powerpoint/2010/main">
        <mc:Choice Requires="p14">
          <p:contentPart p14:bwMode="auto" r:id="rId2">
            <p14:nvContentPartPr>
              <p14:cNvPr id="2" name="墨迹 1"/>
              <p14:cNvContentPartPr/>
              <p14:nvPr/>
            </p14:nvContentPartPr>
            <p14:xfrm>
              <a:off x="3197520" y="231480"/>
              <a:ext cx="4132080" cy="1028880"/>
            </p14:xfrm>
          </p:contentPart>
        </mc:Choice>
        <mc:Fallback xmlns="">
          <p:pic>
            <p:nvPicPr>
              <p:cNvPr id="2" name="墨迹 1"/>
              <p:cNvPicPr/>
              <p:nvPr/>
            </p:nvPicPr>
            <p:blipFill>
              <a:blip r:embed="rId3"/>
              <a:stretch>
                <a:fillRect/>
              </a:stretch>
            </p:blipFill>
            <p:spPr>
              <a:xfrm>
                <a:off x="3188160" y="222120"/>
                <a:ext cx="4150800" cy="1047600"/>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4"/>
          <p:cNvSpPr>
            <a:spLocks noChangeArrowheads="1"/>
          </p:cNvSpPr>
          <p:nvPr/>
        </p:nvSpPr>
        <p:spPr bwMode="auto">
          <a:xfrm>
            <a:off x="457200" y="277813"/>
            <a:ext cx="8229600" cy="1139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accent1"/>
              </a:buClr>
              <a:buSzPct val="65000"/>
              <a:buFont typeface="Wingdings" panose="05000000000000000000" pitchFamily="2" charset="2"/>
              <a:buChar char="n"/>
              <a:defRPr sz="30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4200">
                <a:solidFill>
                  <a:schemeClr val="tx2"/>
                </a:solidFill>
                <a:latin typeface="Garamond" panose="02020404030301010803" pitchFamily="18" charset="0"/>
              </a:rPr>
              <a:t>一、概述</a:t>
            </a:r>
          </a:p>
        </p:txBody>
      </p:sp>
      <p:sp>
        <p:nvSpPr>
          <p:cNvPr id="5" name="Rectangle 3"/>
          <p:cNvSpPr txBox="1">
            <a:spLocks noChangeArrowheads="1"/>
          </p:cNvSpPr>
          <p:nvPr/>
        </p:nvSpPr>
        <p:spPr bwMode="auto">
          <a:xfrm>
            <a:off x="539750" y="1125538"/>
            <a:ext cx="8002588" cy="574675"/>
          </a:xfrm>
          <a:prstGeom prst="rect">
            <a:avLst/>
          </a:prstGeom>
          <a:ln/>
        </p:spPr>
        <p:style>
          <a:lnRef idx="1">
            <a:schemeClr val="accent3"/>
          </a:lnRef>
          <a:fillRef idx="2">
            <a:schemeClr val="accent3"/>
          </a:fillRef>
          <a:effectRef idx="1">
            <a:schemeClr val="accent3"/>
          </a:effectRef>
          <a:fontRef idx="minor">
            <a:schemeClr val="dk1"/>
          </a:fontRef>
        </p:style>
        <p:txBody>
          <a:bodyPr/>
          <a:lstStyle>
            <a:lvl1pPr marL="342900" indent="-342900" algn="l" rtl="0" eaLnBrk="0" fontAlgn="base" hangingPunct="0">
              <a:spcBef>
                <a:spcPct val="20000"/>
              </a:spcBef>
              <a:spcAft>
                <a:spcPct val="0"/>
              </a:spcAft>
              <a:buClr>
                <a:schemeClr val="accent1"/>
              </a:buClr>
              <a:buSzPct val="65000"/>
              <a:buFont typeface="Wingdings" pitchFamily="2" charset="2"/>
              <a:buChar char="n"/>
              <a:defRPr sz="3000" b="1">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2"/>
              </a:buClr>
              <a:buSzPct val="60000"/>
              <a:buFont typeface="Wingdings" pitchFamily="2" charset="2"/>
              <a:buChar char="q"/>
              <a:defRPr sz="2600" b="1">
                <a:solidFill>
                  <a:schemeClr val="tx1"/>
                </a:solidFill>
                <a:latin typeface="+mn-lt"/>
                <a:ea typeface="+mn-ea"/>
              </a:defRPr>
            </a:lvl2pPr>
            <a:lvl3pPr marL="1022350" indent="-350838" algn="l" rtl="0" eaLnBrk="0" fontAlgn="base" hangingPunct="0">
              <a:spcBef>
                <a:spcPct val="20000"/>
              </a:spcBef>
              <a:spcAft>
                <a:spcPct val="0"/>
              </a:spcAft>
              <a:buClr>
                <a:schemeClr val="accent1"/>
              </a:buClr>
              <a:buSzPct val="65000"/>
              <a:buFont typeface="Wingdings" pitchFamily="2" charset="2"/>
              <a:buChar char="n"/>
              <a:defRPr sz="2200" b="1">
                <a:solidFill>
                  <a:schemeClr val="tx1"/>
                </a:solidFill>
                <a:latin typeface="+mn-lt"/>
                <a:ea typeface="+mn-ea"/>
              </a:defRPr>
            </a:lvl3pPr>
            <a:lvl4pPr marL="1339850" indent="-315913" algn="l" rtl="0" eaLnBrk="0" fontAlgn="base" hangingPunct="0">
              <a:spcBef>
                <a:spcPct val="20000"/>
              </a:spcBef>
              <a:spcAft>
                <a:spcPct val="0"/>
              </a:spcAft>
              <a:buClr>
                <a:schemeClr val="accent2"/>
              </a:buClr>
              <a:buSzPct val="70000"/>
              <a:buFont typeface="Wingdings" pitchFamily="2" charset="2"/>
              <a:buChar char="q"/>
              <a:defRPr sz="2000" b="1">
                <a:solidFill>
                  <a:schemeClr val="tx1"/>
                </a:solidFill>
                <a:latin typeface="+mn-lt"/>
                <a:ea typeface="+mn-ea"/>
              </a:defRPr>
            </a:lvl4pPr>
            <a:lvl5pPr marL="1681163" indent="-339725" algn="l" rtl="0"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mn-lt"/>
                <a:ea typeface="+mn-ea"/>
              </a:defRPr>
            </a:lvl5pPr>
            <a:lvl6pPr marL="2138363" indent="-339725" algn="l" rtl="0" eaLnBrk="1" fontAlgn="base" hangingPunct="1">
              <a:spcBef>
                <a:spcPct val="20000"/>
              </a:spcBef>
              <a:spcAft>
                <a:spcPct val="0"/>
              </a:spcAft>
              <a:buClr>
                <a:schemeClr val="accent1"/>
              </a:buClr>
              <a:buSzPct val="75000"/>
              <a:buFont typeface="Wingdings" pitchFamily="2" charset="2"/>
              <a:buChar char="§"/>
              <a:defRPr sz="2000" b="1">
                <a:solidFill>
                  <a:schemeClr val="tx1"/>
                </a:solidFill>
                <a:latin typeface="+mn-lt"/>
                <a:ea typeface="+mn-ea"/>
              </a:defRPr>
            </a:lvl6pPr>
            <a:lvl7pPr marL="2595563" indent="-339725" algn="l" rtl="0" eaLnBrk="1" fontAlgn="base" hangingPunct="1">
              <a:spcBef>
                <a:spcPct val="20000"/>
              </a:spcBef>
              <a:spcAft>
                <a:spcPct val="0"/>
              </a:spcAft>
              <a:buClr>
                <a:schemeClr val="accent1"/>
              </a:buClr>
              <a:buSzPct val="75000"/>
              <a:buFont typeface="Wingdings" pitchFamily="2" charset="2"/>
              <a:buChar char="§"/>
              <a:defRPr sz="2000" b="1">
                <a:solidFill>
                  <a:schemeClr val="tx1"/>
                </a:solidFill>
                <a:latin typeface="+mn-lt"/>
                <a:ea typeface="+mn-ea"/>
              </a:defRPr>
            </a:lvl7pPr>
            <a:lvl8pPr marL="3052763" indent="-339725" algn="l" rtl="0" eaLnBrk="1" fontAlgn="base" hangingPunct="1">
              <a:spcBef>
                <a:spcPct val="20000"/>
              </a:spcBef>
              <a:spcAft>
                <a:spcPct val="0"/>
              </a:spcAft>
              <a:buClr>
                <a:schemeClr val="accent1"/>
              </a:buClr>
              <a:buSzPct val="75000"/>
              <a:buFont typeface="Wingdings" pitchFamily="2" charset="2"/>
              <a:buChar char="§"/>
              <a:defRPr sz="2000" b="1">
                <a:solidFill>
                  <a:schemeClr val="tx1"/>
                </a:solidFill>
                <a:latin typeface="+mn-lt"/>
                <a:ea typeface="+mn-ea"/>
              </a:defRPr>
            </a:lvl8pPr>
            <a:lvl9pPr marL="3509963" indent="-339725" algn="l" rtl="0" eaLnBrk="1" fontAlgn="base" hangingPunct="1">
              <a:spcBef>
                <a:spcPct val="20000"/>
              </a:spcBef>
              <a:spcAft>
                <a:spcPct val="0"/>
              </a:spcAft>
              <a:buClr>
                <a:schemeClr val="accent1"/>
              </a:buClr>
              <a:buSzPct val="75000"/>
              <a:buFont typeface="Wingdings" pitchFamily="2" charset="2"/>
              <a:buChar char="§"/>
              <a:defRPr sz="2000" b="1">
                <a:solidFill>
                  <a:schemeClr val="tx1"/>
                </a:solidFill>
                <a:latin typeface="+mn-lt"/>
                <a:ea typeface="+mn-ea"/>
              </a:defRPr>
            </a:lvl9pPr>
          </a:lstStyle>
          <a:p>
            <a:pPr marL="0" indent="0" eaLnBrk="1" hangingPunct="1">
              <a:lnSpc>
                <a:spcPct val="130000"/>
              </a:lnSpc>
              <a:buFont typeface="Wingdings" pitchFamily="2" charset="2"/>
              <a:buNone/>
              <a:defRPr/>
            </a:pPr>
            <a:r>
              <a:rPr lang="en-US" altLang="zh-CN" sz="2000" kern="0" dirty="0"/>
              <a:t>I/O</a:t>
            </a:r>
            <a:r>
              <a:rPr lang="zh-CN" altLang="en-US" sz="2000" kern="0" dirty="0"/>
              <a:t>复用典型网络应用场合：</a:t>
            </a:r>
            <a:endParaRPr lang="en-US" altLang="zh-CN" sz="2000" kern="0" dirty="0"/>
          </a:p>
        </p:txBody>
      </p:sp>
      <p:sp>
        <p:nvSpPr>
          <p:cNvPr id="6" name="Rectangle 3"/>
          <p:cNvSpPr txBox="1">
            <a:spLocks noChangeArrowheads="1"/>
          </p:cNvSpPr>
          <p:nvPr/>
        </p:nvSpPr>
        <p:spPr bwMode="auto">
          <a:xfrm>
            <a:off x="539750" y="1928813"/>
            <a:ext cx="8002588" cy="863600"/>
          </a:xfrm>
          <a:prstGeom prst="rect">
            <a:avLst/>
          </a:prstGeom>
          <a:ln/>
        </p:spPr>
        <p:style>
          <a:lnRef idx="1">
            <a:schemeClr val="accent3"/>
          </a:lnRef>
          <a:fillRef idx="2">
            <a:schemeClr val="accent3"/>
          </a:fillRef>
          <a:effectRef idx="1">
            <a:schemeClr val="accent3"/>
          </a:effectRef>
          <a:fontRef idx="minor">
            <a:schemeClr val="dk1"/>
          </a:fontRef>
        </p:style>
        <p:txBody>
          <a:bodyPr/>
          <a:lstStyle>
            <a:lvl1pPr marL="342900" indent="-342900" algn="l" rtl="0" eaLnBrk="0" fontAlgn="base" hangingPunct="0">
              <a:spcBef>
                <a:spcPct val="20000"/>
              </a:spcBef>
              <a:spcAft>
                <a:spcPct val="0"/>
              </a:spcAft>
              <a:buClr>
                <a:schemeClr val="accent1"/>
              </a:buClr>
              <a:buSzPct val="65000"/>
              <a:buFont typeface="Wingdings" pitchFamily="2" charset="2"/>
              <a:buChar char="n"/>
              <a:defRPr sz="3000" b="1">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2"/>
              </a:buClr>
              <a:buSzPct val="60000"/>
              <a:buFont typeface="Wingdings" pitchFamily="2" charset="2"/>
              <a:buChar char="q"/>
              <a:defRPr sz="2600" b="1">
                <a:solidFill>
                  <a:schemeClr val="tx1"/>
                </a:solidFill>
                <a:latin typeface="+mn-lt"/>
                <a:ea typeface="+mn-ea"/>
              </a:defRPr>
            </a:lvl2pPr>
            <a:lvl3pPr marL="1022350" indent="-350838" algn="l" rtl="0" eaLnBrk="0" fontAlgn="base" hangingPunct="0">
              <a:spcBef>
                <a:spcPct val="20000"/>
              </a:spcBef>
              <a:spcAft>
                <a:spcPct val="0"/>
              </a:spcAft>
              <a:buClr>
                <a:schemeClr val="accent1"/>
              </a:buClr>
              <a:buSzPct val="65000"/>
              <a:buFont typeface="Wingdings" pitchFamily="2" charset="2"/>
              <a:buChar char="n"/>
              <a:defRPr sz="2200" b="1">
                <a:solidFill>
                  <a:schemeClr val="tx1"/>
                </a:solidFill>
                <a:latin typeface="+mn-lt"/>
                <a:ea typeface="+mn-ea"/>
              </a:defRPr>
            </a:lvl3pPr>
            <a:lvl4pPr marL="1339850" indent="-315913" algn="l" rtl="0" eaLnBrk="0" fontAlgn="base" hangingPunct="0">
              <a:spcBef>
                <a:spcPct val="20000"/>
              </a:spcBef>
              <a:spcAft>
                <a:spcPct val="0"/>
              </a:spcAft>
              <a:buClr>
                <a:schemeClr val="accent2"/>
              </a:buClr>
              <a:buSzPct val="70000"/>
              <a:buFont typeface="Wingdings" pitchFamily="2" charset="2"/>
              <a:buChar char="q"/>
              <a:defRPr sz="2000" b="1">
                <a:solidFill>
                  <a:schemeClr val="tx1"/>
                </a:solidFill>
                <a:latin typeface="+mn-lt"/>
                <a:ea typeface="+mn-ea"/>
              </a:defRPr>
            </a:lvl4pPr>
            <a:lvl5pPr marL="1681163" indent="-339725" algn="l" rtl="0"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mn-lt"/>
                <a:ea typeface="+mn-ea"/>
              </a:defRPr>
            </a:lvl5pPr>
            <a:lvl6pPr marL="2138363" indent="-339725" algn="l" rtl="0" eaLnBrk="1" fontAlgn="base" hangingPunct="1">
              <a:spcBef>
                <a:spcPct val="20000"/>
              </a:spcBef>
              <a:spcAft>
                <a:spcPct val="0"/>
              </a:spcAft>
              <a:buClr>
                <a:schemeClr val="accent1"/>
              </a:buClr>
              <a:buSzPct val="75000"/>
              <a:buFont typeface="Wingdings" pitchFamily="2" charset="2"/>
              <a:buChar char="§"/>
              <a:defRPr sz="2000" b="1">
                <a:solidFill>
                  <a:schemeClr val="tx1"/>
                </a:solidFill>
                <a:latin typeface="+mn-lt"/>
                <a:ea typeface="+mn-ea"/>
              </a:defRPr>
            </a:lvl6pPr>
            <a:lvl7pPr marL="2595563" indent="-339725" algn="l" rtl="0" eaLnBrk="1" fontAlgn="base" hangingPunct="1">
              <a:spcBef>
                <a:spcPct val="20000"/>
              </a:spcBef>
              <a:spcAft>
                <a:spcPct val="0"/>
              </a:spcAft>
              <a:buClr>
                <a:schemeClr val="accent1"/>
              </a:buClr>
              <a:buSzPct val="75000"/>
              <a:buFont typeface="Wingdings" pitchFamily="2" charset="2"/>
              <a:buChar char="§"/>
              <a:defRPr sz="2000" b="1">
                <a:solidFill>
                  <a:schemeClr val="tx1"/>
                </a:solidFill>
                <a:latin typeface="+mn-lt"/>
                <a:ea typeface="+mn-ea"/>
              </a:defRPr>
            </a:lvl7pPr>
            <a:lvl8pPr marL="3052763" indent="-339725" algn="l" rtl="0" eaLnBrk="1" fontAlgn="base" hangingPunct="1">
              <a:spcBef>
                <a:spcPct val="20000"/>
              </a:spcBef>
              <a:spcAft>
                <a:spcPct val="0"/>
              </a:spcAft>
              <a:buClr>
                <a:schemeClr val="accent1"/>
              </a:buClr>
              <a:buSzPct val="75000"/>
              <a:buFont typeface="Wingdings" pitchFamily="2" charset="2"/>
              <a:buChar char="§"/>
              <a:defRPr sz="2000" b="1">
                <a:solidFill>
                  <a:schemeClr val="tx1"/>
                </a:solidFill>
                <a:latin typeface="+mn-lt"/>
                <a:ea typeface="+mn-ea"/>
              </a:defRPr>
            </a:lvl8pPr>
            <a:lvl9pPr marL="3509963" indent="-339725" algn="l" rtl="0" eaLnBrk="1" fontAlgn="base" hangingPunct="1">
              <a:spcBef>
                <a:spcPct val="20000"/>
              </a:spcBef>
              <a:spcAft>
                <a:spcPct val="0"/>
              </a:spcAft>
              <a:buClr>
                <a:schemeClr val="accent1"/>
              </a:buClr>
              <a:buSzPct val="75000"/>
              <a:buFont typeface="Wingdings" pitchFamily="2" charset="2"/>
              <a:buChar char="§"/>
              <a:defRPr sz="2000" b="1">
                <a:solidFill>
                  <a:schemeClr val="tx1"/>
                </a:solidFill>
                <a:latin typeface="+mn-lt"/>
                <a:ea typeface="+mn-ea"/>
              </a:defRPr>
            </a:lvl9pPr>
          </a:lstStyle>
          <a:p>
            <a:pPr marL="0" indent="0" eaLnBrk="1" hangingPunct="1">
              <a:lnSpc>
                <a:spcPct val="130000"/>
              </a:lnSpc>
              <a:buFont typeface="Wingdings" pitchFamily="2" charset="2"/>
              <a:buNone/>
              <a:defRPr/>
            </a:pPr>
            <a:r>
              <a:rPr lang="zh-CN" altLang="en-US" sz="2000" kern="0" dirty="0"/>
              <a:t>当客户处理多个描述字时（一般是交互式输入和网络套接口），必须使用</a:t>
            </a:r>
            <a:r>
              <a:rPr lang="en-US" altLang="zh-CN" sz="2000" kern="0" dirty="0"/>
              <a:t>I/O</a:t>
            </a:r>
            <a:r>
              <a:rPr lang="zh-CN" altLang="en-US" sz="2000" kern="0" dirty="0"/>
              <a:t>复用。</a:t>
            </a:r>
            <a:endParaRPr lang="en-US" altLang="zh-CN" sz="2000" kern="0" dirty="0"/>
          </a:p>
        </p:txBody>
      </p:sp>
      <p:sp>
        <p:nvSpPr>
          <p:cNvPr id="7" name="Rectangle 3"/>
          <p:cNvSpPr txBox="1">
            <a:spLocks noChangeArrowheads="1"/>
          </p:cNvSpPr>
          <p:nvPr/>
        </p:nvSpPr>
        <p:spPr bwMode="auto">
          <a:xfrm>
            <a:off x="539750" y="2936875"/>
            <a:ext cx="8002588" cy="576263"/>
          </a:xfrm>
          <a:prstGeom prst="rect">
            <a:avLst/>
          </a:prstGeom>
          <a:ln/>
        </p:spPr>
        <p:style>
          <a:lnRef idx="1">
            <a:schemeClr val="accent3"/>
          </a:lnRef>
          <a:fillRef idx="2">
            <a:schemeClr val="accent3"/>
          </a:fillRef>
          <a:effectRef idx="1">
            <a:schemeClr val="accent3"/>
          </a:effectRef>
          <a:fontRef idx="minor">
            <a:schemeClr val="dk1"/>
          </a:fontRef>
        </p:style>
        <p:txBody>
          <a:bodyPr/>
          <a:lstStyle>
            <a:lvl1pPr marL="342900" indent="-342900" algn="l" rtl="0" eaLnBrk="0" fontAlgn="base" hangingPunct="0">
              <a:spcBef>
                <a:spcPct val="20000"/>
              </a:spcBef>
              <a:spcAft>
                <a:spcPct val="0"/>
              </a:spcAft>
              <a:buClr>
                <a:schemeClr val="accent1"/>
              </a:buClr>
              <a:buSzPct val="65000"/>
              <a:buFont typeface="Wingdings" pitchFamily="2" charset="2"/>
              <a:buChar char="n"/>
              <a:defRPr sz="3000" b="1">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2"/>
              </a:buClr>
              <a:buSzPct val="60000"/>
              <a:buFont typeface="Wingdings" pitchFamily="2" charset="2"/>
              <a:buChar char="q"/>
              <a:defRPr sz="2600" b="1">
                <a:solidFill>
                  <a:schemeClr val="tx1"/>
                </a:solidFill>
                <a:latin typeface="+mn-lt"/>
                <a:ea typeface="+mn-ea"/>
              </a:defRPr>
            </a:lvl2pPr>
            <a:lvl3pPr marL="1022350" indent="-350838" algn="l" rtl="0" eaLnBrk="0" fontAlgn="base" hangingPunct="0">
              <a:spcBef>
                <a:spcPct val="20000"/>
              </a:spcBef>
              <a:spcAft>
                <a:spcPct val="0"/>
              </a:spcAft>
              <a:buClr>
                <a:schemeClr val="accent1"/>
              </a:buClr>
              <a:buSzPct val="65000"/>
              <a:buFont typeface="Wingdings" pitchFamily="2" charset="2"/>
              <a:buChar char="n"/>
              <a:defRPr sz="2200" b="1">
                <a:solidFill>
                  <a:schemeClr val="tx1"/>
                </a:solidFill>
                <a:latin typeface="+mn-lt"/>
                <a:ea typeface="+mn-ea"/>
              </a:defRPr>
            </a:lvl3pPr>
            <a:lvl4pPr marL="1339850" indent="-315913" algn="l" rtl="0" eaLnBrk="0" fontAlgn="base" hangingPunct="0">
              <a:spcBef>
                <a:spcPct val="20000"/>
              </a:spcBef>
              <a:spcAft>
                <a:spcPct val="0"/>
              </a:spcAft>
              <a:buClr>
                <a:schemeClr val="accent2"/>
              </a:buClr>
              <a:buSzPct val="70000"/>
              <a:buFont typeface="Wingdings" pitchFamily="2" charset="2"/>
              <a:buChar char="q"/>
              <a:defRPr sz="2000" b="1">
                <a:solidFill>
                  <a:schemeClr val="tx1"/>
                </a:solidFill>
                <a:latin typeface="+mn-lt"/>
                <a:ea typeface="+mn-ea"/>
              </a:defRPr>
            </a:lvl4pPr>
            <a:lvl5pPr marL="1681163" indent="-339725" algn="l" rtl="0"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mn-lt"/>
                <a:ea typeface="+mn-ea"/>
              </a:defRPr>
            </a:lvl5pPr>
            <a:lvl6pPr marL="2138363" indent="-339725" algn="l" rtl="0" eaLnBrk="1" fontAlgn="base" hangingPunct="1">
              <a:spcBef>
                <a:spcPct val="20000"/>
              </a:spcBef>
              <a:spcAft>
                <a:spcPct val="0"/>
              </a:spcAft>
              <a:buClr>
                <a:schemeClr val="accent1"/>
              </a:buClr>
              <a:buSzPct val="75000"/>
              <a:buFont typeface="Wingdings" pitchFamily="2" charset="2"/>
              <a:buChar char="§"/>
              <a:defRPr sz="2000" b="1">
                <a:solidFill>
                  <a:schemeClr val="tx1"/>
                </a:solidFill>
                <a:latin typeface="+mn-lt"/>
                <a:ea typeface="+mn-ea"/>
              </a:defRPr>
            </a:lvl6pPr>
            <a:lvl7pPr marL="2595563" indent="-339725" algn="l" rtl="0" eaLnBrk="1" fontAlgn="base" hangingPunct="1">
              <a:spcBef>
                <a:spcPct val="20000"/>
              </a:spcBef>
              <a:spcAft>
                <a:spcPct val="0"/>
              </a:spcAft>
              <a:buClr>
                <a:schemeClr val="accent1"/>
              </a:buClr>
              <a:buSzPct val="75000"/>
              <a:buFont typeface="Wingdings" pitchFamily="2" charset="2"/>
              <a:buChar char="§"/>
              <a:defRPr sz="2000" b="1">
                <a:solidFill>
                  <a:schemeClr val="tx1"/>
                </a:solidFill>
                <a:latin typeface="+mn-lt"/>
                <a:ea typeface="+mn-ea"/>
              </a:defRPr>
            </a:lvl7pPr>
            <a:lvl8pPr marL="3052763" indent="-339725" algn="l" rtl="0" eaLnBrk="1" fontAlgn="base" hangingPunct="1">
              <a:spcBef>
                <a:spcPct val="20000"/>
              </a:spcBef>
              <a:spcAft>
                <a:spcPct val="0"/>
              </a:spcAft>
              <a:buClr>
                <a:schemeClr val="accent1"/>
              </a:buClr>
              <a:buSzPct val="75000"/>
              <a:buFont typeface="Wingdings" pitchFamily="2" charset="2"/>
              <a:buChar char="§"/>
              <a:defRPr sz="2000" b="1">
                <a:solidFill>
                  <a:schemeClr val="tx1"/>
                </a:solidFill>
                <a:latin typeface="+mn-lt"/>
                <a:ea typeface="+mn-ea"/>
              </a:defRPr>
            </a:lvl8pPr>
            <a:lvl9pPr marL="3509963" indent="-339725" algn="l" rtl="0" eaLnBrk="1" fontAlgn="base" hangingPunct="1">
              <a:spcBef>
                <a:spcPct val="20000"/>
              </a:spcBef>
              <a:spcAft>
                <a:spcPct val="0"/>
              </a:spcAft>
              <a:buClr>
                <a:schemeClr val="accent1"/>
              </a:buClr>
              <a:buSzPct val="75000"/>
              <a:buFont typeface="Wingdings" pitchFamily="2" charset="2"/>
              <a:buChar char="§"/>
              <a:defRPr sz="2000" b="1">
                <a:solidFill>
                  <a:schemeClr val="tx1"/>
                </a:solidFill>
                <a:latin typeface="+mn-lt"/>
                <a:ea typeface="+mn-ea"/>
              </a:defRPr>
            </a:lvl9pPr>
          </a:lstStyle>
          <a:p>
            <a:pPr marL="0" indent="0" eaLnBrk="1" hangingPunct="1">
              <a:lnSpc>
                <a:spcPct val="130000"/>
              </a:lnSpc>
              <a:buFont typeface="Wingdings" pitchFamily="2" charset="2"/>
              <a:buNone/>
              <a:defRPr/>
            </a:pPr>
            <a:r>
              <a:rPr lang="zh-CN" altLang="en-US" sz="2000" kern="0" dirty="0"/>
              <a:t>一个客户同时处理多个套接口是可能的，但很少出现。</a:t>
            </a:r>
            <a:endParaRPr lang="en-US" altLang="zh-CN" sz="2000" kern="0" dirty="0"/>
          </a:p>
        </p:txBody>
      </p:sp>
      <p:sp>
        <p:nvSpPr>
          <p:cNvPr id="8" name="Rectangle 3"/>
          <p:cNvSpPr txBox="1">
            <a:spLocks noChangeArrowheads="1"/>
          </p:cNvSpPr>
          <p:nvPr/>
        </p:nvSpPr>
        <p:spPr bwMode="auto">
          <a:xfrm>
            <a:off x="539750" y="3668713"/>
            <a:ext cx="8002588" cy="852487"/>
          </a:xfrm>
          <a:prstGeom prst="rect">
            <a:avLst/>
          </a:prstGeom>
          <a:ln/>
        </p:spPr>
        <p:style>
          <a:lnRef idx="1">
            <a:schemeClr val="accent3"/>
          </a:lnRef>
          <a:fillRef idx="2">
            <a:schemeClr val="accent3"/>
          </a:fillRef>
          <a:effectRef idx="1">
            <a:schemeClr val="accent3"/>
          </a:effectRef>
          <a:fontRef idx="minor">
            <a:schemeClr val="dk1"/>
          </a:fontRef>
        </p:style>
        <p:txBody>
          <a:bodyPr/>
          <a:lstStyle>
            <a:lvl1pPr marL="342900" indent="-342900" algn="l" rtl="0" eaLnBrk="0" fontAlgn="base" hangingPunct="0">
              <a:spcBef>
                <a:spcPct val="20000"/>
              </a:spcBef>
              <a:spcAft>
                <a:spcPct val="0"/>
              </a:spcAft>
              <a:buClr>
                <a:schemeClr val="accent1"/>
              </a:buClr>
              <a:buSzPct val="65000"/>
              <a:buFont typeface="Wingdings" pitchFamily="2" charset="2"/>
              <a:buChar char="n"/>
              <a:defRPr sz="3000" b="1">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2"/>
              </a:buClr>
              <a:buSzPct val="60000"/>
              <a:buFont typeface="Wingdings" pitchFamily="2" charset="2"/>
              <a:buChar char="q"/>
              <a:defRPr sz="2600" b="1">
                <a:solidFill>
                  <a:schemeClr val="tx1"/>
                </a:solidFill>
                <a:latin typeface="+mn-lt"/>
                <a:ea typeface="+mn-ea"/>
              </a:defRPr>
            </a:lvl2pPr>
            <a:lvl3pPr marL="1022350" indent="-350838" algn="l" rtl="0" eaLnBrk="0" fontAlgn="base" hangingPunct="0">
              <a:spcBef>
                <a:spcPct val="20000"/>
              </a:spcBef>
              <a:spcAft>
                <a:spcPct val="0"/>
              </a:spcAft>
              <a:buClr>
                <a:schemeClr val="accent1"/>
              </a:buClr>
              <a:buSzPct val="65000"/>
              <a:buFont typeface="Wingdings" pitchFamily="2" charset="2"/>
              <a:buChar char="n"/>
              <a:defRPr sz="2200" b="1">
                <a:solidFill>
                  <a:schemeClr val="tx1"/>
                </a:solidFill>
                <a:latin typeface="+mn-lt"/>
                <a:ea typeface="+mn-ea"/>
              </a:defRPr>
            </a:lvl3pPr>
            <a:lvl4pPr marL="1339850" indent="-315913" algn="l" rtl="0" eaLnBrk="0" fontAlgn="base" hangingPunct="0">
              <a:spcBef>
                <a:spcPct val="20000"/>
              </a:spcBef>
              <a:spcAft>
                <a:spcPct val="0"/>
              </a:spcAft>
              <a:buClr>
                <a:schemeClr val="accent2"/>
              </a:buClr>
              <a:buSzPct val="70000"/>
              <a:buFont typeface="Wingdings" pitchFamily="2" charset="2"/>
              <a:buChar char="q"/>
              <a:defRPr sz="2000" b="1">
                <a:solidFill>
                  <a:schemeClr val="tx1"/>
                </a:solidFill>
                <a:latin typeface="+mn-lt"/>
                <a:ea typeface="+mn-ea"/>
              </a:defRPr>
            </a:lvl4pPr>
            <a:lvl5pPr marL="1681163" indent="-339725" algn="l" rtl="0"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mn-lt"/>
                <a:ea typeface="+mn-ea"/>
              </a:defRPr>
            </a:lvl5pPr>
            <a:lvl6pPr marL="2138363" indent="-339725" algn="l" rtl="0" eaLnBrk="1" fontAlgn="base" hangingPunct="1">
              <a:spcBef>
                <a:spcPct val="20000"/>
              </a:spcBef>
              <a:spcAft>
                <a:spcPct val="0"/>
              </a:spcAft>
              <a:buClr>
                <a:schemeClr val="accent1"/>
              </a:buClr>
              <a:buSzPct val="75000"/>
              <a:buFont typeface="Wingdings" pitchFamily="2" charset="2"/>
              <a:buChar char="§"/>
              <a:defRPr sz="2000" b="1">
                <a:solidFill>
                  <a:schemeClr val="tx1"/>
                </a:solidFill>
                <a:latin typeface="+mn-lt"/>
                <a:ea typeface="+mn-ea"/>
              </a:defRPr>
            </a:lvl6pPr>
            <a:lvl7pPr marL="2595563" indent="-339725" algn="l" rtl="0" eaLnBrk="1" fontAlgn="base" hangingPunct="1">
              <a:spcBef>
                <a:spcPct val="20000"/>
              </a:spcBef>
              <a:spcAft>
                <a:spcPct val="0"/>
              </a:spcAft>
              <a:buClr>
                <a:schemeClr val="accent1"/>
              </a:buClr>
              <a:buSzPct val="75000"/>
              <a:buFont typeface="Wingdings" pitchFamily="2" charset="2"/>
              <a:buChar char="§"/>
              <a:defRPr sz="2000" b="1">
                <a:solidFill>
                  <a:schemeClr val="tx1"/>
                </a:solidFill>
                <a:latin typeface="+mn-lt"/>
                <a:ea typeface="+mn-ea"/>
              </a:defRPr>
            </a:lvl7pPr>
            <a:lvl8pPr marL="3052763" indent="-339725" algn="l" rtl="0" eaLnBrk="1" fontAlgn="base" hangingPunct="1">
              <a:spcBef>
                <a:spcPct val="20000"/>
              </a:spcBef>
              <a:spcAft>
                <a:spcPct val="0"/>
              </a:spcAft>
              <a:buClr>
                <a:schemeClr val="accent1"/>
              </a:buClr>
              <a:buSzPct val="75000"/>
              <a:buFont typeface="Wingdings" pitchFamily="2" charset="2"/>
              <a:buChar char="§"/>
              <a:defRPr sz="2000" b="1">
                <a:solidFill>
                  <a:schemeClr val="tx1"/>
                </a:solidFill>
                <a:latin typeface="+mn-lt"/>
                <a:ea typeface="+mn-ea"/>
              </a:defRPr>
            </a:lvl8pPr>
            <a:lvl9pPr marL="3509963" indent="-339725" algn="l" rtl="0" eaLnBrk="1" fontAlgn="base" hangingPunct="1">
              <a:spcBef>
                <a:spcPct val="20000"/>
              </a:spcBef>
              <a:spcAft>
                <a:spcPct val="0"/>
              </a:spcAft>
              <a:buClr>
                <a:schemeClr val="accent1"/>
              </a:buClr>
              <a:buSzPct val="75000"/>
              <a:buFont typeface="Wingdings" pitchFamily="2" charset="2"/>
              <a:buChar char="§"/>
              <a:defRPr sz="2000" b="1">
                <a:solidFill>
                  <a:schemeClr val="tx1"/>
                </a:solidFill>
                <a:latin typeface="+mn-lt"/>
                <a:ea typeface="+mn-ea"/>
              </a:defRPr>
            </a:lvl9pPr>
          </a:lstStyle>
          <a:p>
            <a:pPr marL="0" indent="0" eaLnBrk="1" hangingPunct="1">
              <a:lnSpc>
                <a:spcPct val="130000"/>
              </a:lnSpc>
              <a:buFont typeface="Wingdings" pitchFamily="2" charset="2"/>
              <a:buNone/>
              <a:defRPr/>
            </a:pPr>
            <a:r>
              <a:rPr lang="zh-CN" altLang="en-US" sz="2000" kern="0" dirty="0"/>
              <a:t>如果一个</a:t>
            </a:r>
            <a:r>
              <a:rPr lang="en-US" altLang="zh-CN" sz="2000" kern="0" dirty="0"/>
              <a:t>TCP</a:t>
            </a:r>
            <a:r>
              <a:rPr lang="zh-CN" altLang="en-US" sz="2000" kern="0" dirty="0"/>
              <a:t>服务器既要处理监听套接口，又要处理己连接套接口，一般也要用到</a:t>
            </a:r>
            <a:r>
              <a:rPr lang="en-US" altLang="zh-CN" sz="2000" kern="0" dirty="0"/>
              <a:t>I/O</a:t>
            </a:r>
            <a:r>
              <a:rPr lang="zh-CN" altLang="en-US" sz="2000" kern="0" dirty="0"/>
              <a:t>复用。</a:t>
            </a:r>
            <a:endParaRPr lang="en-US" altLang="zh-CN" sz="2000" kern="0" dirty="0"/>
          </a:p>
        </p:txBody>
      </p:sp>
      <p:sp>
        <p:nvSpPr>
          <p:cNvPr id="9" name="Rectangle 3"/>
          <p:cNvSpPr txBox="1">
            <a:spLocks noChangeArrowheads="1"/>
          </p:cNvSpPr>
          <p:nvPr/>
        </p:nvSpPr>
        <p:spPr bwMode="auto">
          <a:xfrm>
            <a:off x="539750" y="4664075"/>
            <a:ext cx="8002588" cy="504825"/>
          </a:xfrm>
          <a:prstGeom prst="rect">
            <a:avLst/>
          </a:prstGeom>
          <a:ln/>
        </p:spPr>
        <p:style>
          <a:lnRef idx="1">
            <a:schemeClr val="accent3"/>
          </a:lnRef>
          <a:fillRef idx="2">
            <a:schemeClr val="accent3"/>
          </a:fillRef>
          <a:effectRef idx="1">
            <a:schemeClr val="accent3"/>
          </a:effectRef>
          <a:fontRef idx="minor">
            <a:schemeClr val="dk1"/>
          </a:fontRef>
        </p:style>
        <p:txBody>
          <a:bodyPr/>
          <a:lstStyle>
            <a:lvl1pPr marL="342900" indent="-342900" algn="l" rtl="0" eaLnBrk="0" fontAlgn="base" hangingPunct="0">
              <a:spcBef>
                <a:spcPct val="20000"/>
              </a:spcBef>
              <a:spcAft>
                <a:spcPct val="0"/>
              </a:spcAft>
              <a:buClr>
                <a:schemeClr val="accent1"/>
              </a:buClr>
              <a:buSzPct val="65000"/>
              <a:buFont typeface="Wingdings" pitchFamily="2" charset="2"/>
              <a:buChar char="n"/>
              <a:defRPr sz="3000" b="1">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2"/>
              </a:buClr>
              <a:buSzPct val="60000"/>
              <a:buFont typeface="Wingdings" pitchFamily="2" charset="2"/>
              <a:buChar char="q"/>
              <a:defRPr sz="2600" b="1">
                <a:solidFill>
                  <a:schemeClr val="tx1"/>
                </a:solidFill>
                <a:latin typeface="+mn-lt"/>
                <a:ea typeface="+mn-ea"/>
              </a:defRPr>
            </a:lvl2pPr>
            <a:lvl3pPr marL="1022350" indent="-350838" algn="l" rtl="0" eaLnBrk="0" fontAlgn="base" hangingPunct="0">
              <a:spcBef>
                <a:spcPct val="20000"/>
              </a:spcBef>
              <a:spcAft>
                <a:spcPct val="0"/>
              </a:spcAft>
              <a:buClr>
                <a:schemeClr val="accent1"/>
              </a:buClr>
              <a:buSzPct val="65000"/>
              <a:buFont typeface="Wingdings" pitchFamily="2" charset="2"/>
              <a:buChar char="n"/>
              <a:defRPr sz="2200" b="1">
                <a:solidFill>
                  <a:schemeClr val="tx1"/>
                </a:solidFill>
                <a:latin typeface="+mn-lt"/>
                <a:ea typeface="+mn-ea"/>
              </a:defRPr>
            </a:lvl3pPr>
            <a:lvl4pPr marL="1339850" indent="-315913" algn="l" rtl="0" eaLnBrk="0" fontAlgn="base" hangingPunct="0">
              <a:spcBef>
                <a:spcPct val="20000"/>
              </a:spcBef>
              <a:spcAft>
                <a:spcPct val="0"/>
              </a:spcAft>
              <a:buClr>
                <a:schemeClr val="accent2"/>
              </a:buClr>
              <a:buSzPct val="70000"/>
              <a:buFont typeface="Wingdings" pitchFamily="2" charset="2"/>
              <a:buChar char="q"/>
              <a:defRPr sz="2000" b="1">
                <a:solidFill>
                  <a:schemeClr val="tx1"/>
                </a:solidFill>
                <a:latin typeface="+mn-lt"/>
                <a:ea typeface="+mn-ea"/>
              </a:defRPr>
            </a:lvl4pPr>
            <a:lvl5pPr marL="1681163" indent="-339725" algn="l" rtl="0"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mn-lt"/>
                <a:ea typeface="+mn-ea"/>
              </a:defRPr>
            </a:lvl5pPr>
            <a:lvl6pPr marL="2138363" indent="-339725" algn="l" rtl="0" eaLnBrk="1" fontAlgn="base" hangingPunct="1">
              <a:spcBef>
                <a:spcPct val="20000"/>
              </a:spcBef>
              <a:spcAft>
                <a:spcPct val="0"/>
              </a:spcAft>
              <a:buClr>
                <a:schemeClr val="accent1"/>
              </a:buClr>
              <a:buSzPct val="75000"/>
              <a:buFont typeface="Wingdings" pitchFamily="2" charset="2"/>
              <a:buChar char="§"/>
              <a:defRPr sz="2000" b="1">
                <a:solidFill>
                  <a:schemeClr val="tx1"/>
                </a:solidFill>
                <a:latin typeface="+mn-lt"/>
                <a:ea typeface="+mn-ea"/>
              </a:defRPr>
            </a:lvl6pPr>
            <a:lvl7pPr marL="2595563" indent="-339725" algn="l" rtl="0" eaLnBrk="1" fontAlgn="base" hangingPunct="1">
              <a:spcBef>
                <a:spcPct val="20000"/>
              </a:spcBef>
              <a:spcAft>
                <a:spcPct val="0"/>
              </a:spcAft>
              <a:buClr>
                <a:schemeClr val="accent1"/>
              </a:buClr>
              <a:buSzPct val="75000"/>
              <a:buFont typeface="Wingdings" pitchFamily="2" charset="2"/>
              <a:buChar char="§"/>
              <a:defRPr sz="2000" b="1">
                <a:solidFill>
                  <a:schemeClr val="tx1"/>
                </a:solidFill>
                <a:latin typeface="+mn-lt"/>
                <a:ea typeface="+mn-ea"/>
              </a:defRPr>
            </a:lvl7pPr>
            <a:lvl8pPr marL="3052763" indent="-339725" algn="l" rtl="0" eaLnBrk="1" fontAlgn="base" hangingPunct="1">
              <a:spcBef>
                <a:spcPct val="20000"/>
              </a:spcBef>
              <a:spcAft>
                <a:spcPct val="0"/>
              </a:spcAft>
              <a:buClr>
                <a:schemeClr val="accent1"/>
              </a:buClr>
              <a:buSzPct val="75000"/>
              <a:buFont typeface="Wingdings" pitchFamily="2" charset="2"/>
              <a:buChar char="§"/>
              <a:defRPr sz="2000" b="1">
                <a:solidFill>
                  <a:schemeClr val="tx1"/>
                </a:solidFill>
                <a:latin typeface="+mn-lt"/>
                <a:ea typeface="+mn-ea"/>
              </a:defRPr>
            </a:lvl8pPr>
            <a:lvl9pPr marL="3509963" indent="-339725" algn="l" rtl="0" eaLnBrk="1" fontAlgn="base" hangingPunct="1">
              <a:spcBef>
                <a:spcPct val="20000"/>
              </a:spcBef>
              <a:spcAft>
                <a:spcPct val="0"/>
              </a:spcAft>
              <a:buClr>
                <a:schemeClr val="accent1"/>
              </a:buClr>
              <a:buSzPct val="75000"/>
              <a:buFont typeface="Wingdings" pitchFamily="2" charset="2"/>
              <a:buChar char="§"/>
              <a:defRPr sz="2000" b="1">
                <a:solidFill>
                  <a:schemeClr val="tx1"/>
                </a:solidFill>
                <a:latin typeface="+mn-lt"/>
                <a:ea typeface="+mn-ea"/>
              </a:defRPr>
            </a:lvl9pPr>
          </a:lstStyle>
          <a:p>
            <a:pPr marL="0" indent="0" eaLnBrk="1" hangingPunct="1">
              <a:lnSpc>
                <a:spcPct val="130000"/>
              </a:lnSpc>
              <a:buFont typeface="Wingdings" pitchFamily="2" charset="2"/>
              <a:buNone/>
              <a:defRPr/>
            </a:pPr>
            <a:r>
              <a:rPr lang="zh-CN" altLang="en-US" sz="2000" kern="0" dirty="0"/>
              <a:t>如果一个服务器即要处理</a:t>
            </a:r>
            <a:r>
              <a:rPr lang="en-US" altLang="zh-CN" sz="2000" kern="0" dirty="0"/>
              <a:t>TCP</a:t>
            </a:r>
            <a:r>
              <a:rPr lang="zh-CN" altLang="en-US" sz="2000" kern="0" dirty="0"/>
              <a:t>，又要处理</a:t>
            </a:r>
            <a:r>
              <a:rPr lang="en-US" altLang="zh-CN" sz="2000" kern="0" dirty="0"/>
              <a:t>UDP</a:t>
            </a:r>
            <a:r>
              <a:rPr lang="zh-CN" altLang="en-US" sz="2000" kern="0" dirty="0"/>
              <a:t>，一般也要使用</a:t>
            </a:r>
            <a:r>
              <a:rPr lang="en-US" altLang="zh-CN" sz="2000" kern="0" dirty="0"/>
              <a:t>I/O</a:t>
            </a:r>
            <a:r>
              <a:rPr lang="zh-CN" altLang="en-US" sz="2000" kern="0" dirty="0"/>
              <a:t>复用。</a:t>
            </a:r>
            <a:endParaRPr lang="en-US" altLang="zh-CN" sz="2000" kern="0" dirty="0"/>
          </a:p>
        </p:txBody>
      </p:sp>
      <p:sp>
        <p:nvSpPr>
          <p:cNvPr id="10" name="Rectangle 3"/>
          <p:cNvSpPr txBox="1">
            <a:spLocks noChangeArrowheads="1"/>
          </p:cNvSpPr>
          <p:nvPr/>
        </p:nvSpPr>
        <p:spPr bwMode="auto">
          <a:xfrm>
            <a:off x="539750" y="5384800"/>
            <a:ext cx="8002588" cy="852488"/>
          </a:xfrm>
          <a:prstGeom prst="rect">
            <a:avLst/>
          </a:prstGeom>
          <a:ln/>
        </p:spPr>
        <p:style>
          <a:lnRef idx="1">
            <a:schemeClr val="accent3"/>
          </a:lnRef>
          <a:fillRef idx="2">
            <a:schemeClr val="accent3"/>
          </a:fillRef>
          <a:effectRef idx="1">
            <a:schemeClr val="accent3"/>
          </a:effectRef>
          <a:fontRef idx="minor">
            <a:schemeClr val="dk1"/>
          </a:fontRef>
        </p:style>
        <p:txBody>
          <a:bodyPr/>
          <a:lstStyle>
            <a:lvl1pPr marL="342900" indent="-342900" algn="l" rtl="0" eaLnBrk="0" fontAlgn="base" hangingPunct="0">
              <a:spcBef>
                <a:spcPct val="20000"/>
              </a:spcBef>
              <a:spcAft>
                <a:spcPct val="0"/>
              </a:spcAft>
              <a:buClr>
                <a:schemeClr val="accent1"/>
              </a:buClr>
              <a:buSzPct val="65000"/>
              <a:buFont typeface="Wingdings" pitchFamily="2" charset="2"/>
              <a:buChar char="n"/>
              <a:defRPr sz="3000" b="1">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2"/>
              </a:buClr>
              <a:buSzPct val="60000"/>
              <a:buFont typeface="Wingdings" pitchFamily="2" charset="2"/>
              <a:buChar char="q"/>
              <a:defRPr sz="2600" b="1">
                <a:solidFill>
                  <a:schemeClr val="tx1"/>
                </a:solidFill>
                <a:latin typeface="+mn-lt"/>
                <a:ea typeface="+mn-ea"/>
              </a:defRPr>
            </a:lvl2pPr>
            <a:lvl3pPr marL="1022350" indent="-350838" algn="l" rtl="0" eaLnBrk="0" fontAlgn="base" hangingPunct="0">
              <a:spcBef>
                <a:spcPct val="20000"/>
              </a:spcBef>
              <a:spcAft>
                <a:spcPct val="0"/>
              </a:spcAft>
              <a:buClr>
                <a:schemeClr val="accent1"/>
              </a:buClr>
              <a:buSzPct val="65000"/>
              <a:buFont typeface="Wingdings" pitchFamily="2" charset="2"/>
              <a:buChar char="n"/>
              <a:defRPr sz="2200" b="1">
                <a:solidFill>
                  <a:schemeClr val="tx1"/>
                </a:solidFill>
                <a:latin typeface="+mn-lt"/>
                <a:ea typeface="+mn-ea"/>
              </a:defRPr>
            </a:lvl3pPr>
            <a:lvl4pPr marL="1339850" indent="-315913" algn="l" rtl="0" eaLnBrk="0" fontAlgn="base" hangingPunct="0">
              <a:spcBef>
                <a:spcPct val="20000"/>
              </a:spcBef>
              <a:spcAft>
                <a:spcPct val="0"/>
              </a:spcAft>
              <a:buClr>
                <a:schemeClr val="accent2"/>
              </a:buClr>
              <a:buSzPct val="70000"/>
              <a:buFont typeface="Wingdings" pitchFamily="2" charset="2"/>
              <a:buChar char="q"/>
              <a:defRPr sz="2000" b="1">
                <a:solidFill>
                  <a:schemeClr val="tx1"/>
                </a:solidFill>
                <a:latin typeface="+mn-lt"/>
                <a:ea typeface="+mn-ea"/>
              </a:defRPr>
            </a:lvl4pPr>
            <a:lvl5pPr marL="1681163" indent="-339725" algn="l" rtl="0"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mn-lt"/>
                <a:ea typeface="+mn-ea"/>
              </a:defRPr>
            </a:lvl5pPr>
            <a:lvl6pPr marL="2138363" indent="-339725" algn="l" rtl="0" eaLnBrk="1" fontAlgn="base" hangingPunct="1">
              <a:spcBef>
                <a:spcPct val="20000"/>
              </a:spcBef>
              <a:spcAft>
                <a:spcPct val="0"/>
              </a:spcAft>
              <a:buClr>
                <a:schemeClr val="accent1"/>
              </a:buClr>
              <a:buSzPct val="75000"/>
              <a:buFont typeface="Wingdings" pitchFamily="2" charset="2"/>
              <a:buChar char="§"/>
              <a:defRPr sz="2000" b="1">
                <a:solidFill>
                  <a:schemeClr val="tx1"/>
                </a:solidFill>
                <a:latin typeface="+mn-lt"/>
                <a:ea typeface="+mn-ea"/>
              </a:defRPr>
            </a:lvl6pPr>
            <a:lvl7pPr marL="2595563" indent="-339725" algn="l" rtl="0" eaLnBrk="1" fontAlgn="base" hangingPunct="1">
              <a:spcBef>
                <a:spcPct val="20000"/>
              </a:spcBef>
              <a:spcAft>
                <a:spcPct val="0"/>
              </a:spcAft>
              <a:buClr>
                <a:schemeClr val="accent1"/>
              </a:buClr>
              <a:buSzPct val="75000"/>
              <a:buFont typeface="Wingdings" pitchFamily="2" charset="2"/>
              <a:buChar char="§"/>
              <a:defRPr sz="2000" b="1">
                <a:solidFill>
                  <a:schemeClr val="tx1"/>
                </a:solidFill>
                <a:latin typeface="+mn-lt"/>
                <a:ea typeface="+mn-ea"/>
              </a:defRPr>
            </a:lvl7pPr>
            <a:lvl8pPr marL="3052763" indent="-339725" algn="l" rtl="0" eaLnBrk="1" fontAlgn="base" hangingPunct="1">
              <a:spcBef>
                <a:spcPct val="20000"/>
              </a:spcBef>
              <a:spcAft>
                <a:spcPct val="0"/>
              </a:spcAft>
              <a:buClr>
                <a:schemeClr val="accent1"/>
              </a:buClr>
              <a:buSzPct val="75000"/>
              <a:buFont typeface="Wingdings" pitchFamily="2" charset="2"/>
              <a:buChar char="§"/>
              <a:defRPr sz="2000" b="1">
                <a:solidFill>
                  <a:schemeClr val="tx1"/>
                </a:solidFill>
                <a:latin typeface="+mn-lt"/>
                <a:ea typeface="+mn-ea"/>
              </a:defRPr>
            </a:lvl8pPr>
            <a:lvl9pPr marL="3509963" indent="-339725" algn="l" rtl="0" eaLnBrk="1" fontAlgn="base" hangingPunct="1">
              <a:spcBef>
                <a:spcPct val="20000"/>
              </a:spcBef>
              <a:spcAft>
                <a:spcPct val="0"/>
              </a:spcAft>
              <a:buClr>
                <a:schemeClr val="accent1"/>
              </a:buClr>
              <a:buSzPct val="75000"/>
              <a:buFont typeface="Wingdings" pitchFamily="2" charset="2"/>
              <a:buChar char="§"/>
              <a:defRPr sz="2000" b="1">
                <a:solidFill>
                  <a:schemeClr val="tx1"/>
                </a:solidFill>
                <a:latin typeface="+mn-lt"/>
                <a:ea typeface="+mn-ea"/>
              </a:defRPr>
            </a:lvl9pPr>
          </a:lstStyle>
          <a:p>
            <a:pPr marL="0" indent="0" eaLnBrk="1" hangingPunct="1">
              <a:lnSpc>
                <a:spcPct val="130000"/>
              </a:lnSpc>
              <a:buFont typeface="Wingdings" pitchFamily="2" charset="2"/>
              <a:buNone/>
              <a:defRPr/>
            </a:pPr>
            <a:r>
              <a:rPr lang="zh-CN" altLang="en-US" sz="2000" kern="0" dirty="0"/>
              <a:t>如果一个服务器要处理多个服务或者多个协议（例如</a:t>
            </a:r>
            <a:r>
              <a:rPr lang="en-US" altLang="zh-CN" sz="2000" kern="0" dirty="0" err="1"/>
              <a:t>inetd</a:t>
            </a:r>
            <a:r>
              <a:rPr lang="zh-CN" altLang="en-US" sz="2000" kern="0" dirty="0"/>
              <a:t>守护进程），一般要使用</a:t>
            </a:r>
            <a:r>
              <a:rPr lang="en-US" altLang="zh-CN" sz="2000" kern="0" dirty="0"/>
              <a:t>I/O</a:t>
            </a:r>
            <a:r>
              <a:rPr lang="zh-CN" altLang="en-US" sz="2000" kern="0" dirty="0"/>
              <a:t>复用。</a:t>
            </a:r>
            <a:endParaRPr lang="en-US" altLang="zh-CN" sz="2000" kern="0" dirty="0"/>
          </a:p>
        </p:txBody>
      </p:sp>
      <p:sp>
        <p:nvSpPr>
          <p:cNvPr id="11" name="Rectangle 3"/>
          <p:cNvSpPr txBox="1">
            <a:spLocks noChangeArrowheads="1"/>
          </p:cNvSpPr>
          <p:nvPr/>
        </p:nvSpPr>
        <p:spPr bwMode="auto">
          <a:xfrm>
            <a:off x="539750" y="1989138"/>
            <a:ext cx="8002588" cy="555625"/>
          </a:xfrm>
          <a:prstGeom prst="rect">
            <a:avLst/>
          </a:prstGeom>
          <a:ln/>
        </p:spPr>
        <p:style>
          <a:lnRef idx="1">
            <a:schemeClr val="accent3"/>
          </a:lnRef>
          <a:fillRef idx="2">
            <a:schemeClr val="accent3"/>
          </a:fillRef>
          <a:effectRef idx="1">
            <a:schemeClr val="accent3"/>
          </a:effectRef>
          <a:fontRef idx="minor">
            <a:schemeClr val="dk1"/>
          </a:fontRef>
        </p:style>
        <p:txBody>
          <a:bodyPr/>
          <a:lstStyle>
            <a:lvl1pPr marL="342900" indent="-342900" algn="l" rtl="0" eaLnBrk="0" fontAlgn="base" hangingPunct="0">
              <a:spcBef>
                <a:spcPct val="20000"/>
              </a:spcBef>
              <a:spcAft>
                <a:spcPct val="0"/>
              </a:spcAft>
              <a:buClr>
                <a:schemeClr val="accent1"/>
              </a:buClr>
              <a:buSzPct val="65000"/>
              <a:buFont typeface="Wingdings" pitchFamily="2" charset="2"/>
              <a:buChar char="n"/>
              <a:defRPr sz="3000" b="1">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2"/>
              </a:buClr>
              <a:buSzPct val="60000"/>
              <a:buFont typeface="Wingdings" pitchFamily="2" charset="2"/>
              <a:buChar char="q"/>
              <a:defRPr sz="2600" b="1">
                <a:solidFill>
                  <a:schemeClr val="tx1"/>
                </a:solidFill>
                <a:latin typeface="+mn-lt"/>
                <a:ea typeface="+mn-ea"/>
              </a:defRPr>
            </a:lvl2pPr>
            <a:lvl3pPr marL="1022350" indent="-350838" algn="l" rtl="0" eaLnBrk="0" fontAlgn="base" hangingPunct="0">
              <a:spcBef>
                <a:spcPct val="20000"/>
              </a:spcBef>
              <a:spcAft>
                <a:spcPct val="0"/>
              </a:spcAft>
              <a:buClr>
                <a:schemeClr val="accent1"/>
              </a:buClr>
              <a:buSzPct val="65000"/>
              <a:buFont typeface="Wingdings" pitchFamily="2" charset="2"/>
              <a:buChar char="n"/>
              <a:defRPr sz="2200" b="1">
                <a:solidFill>
                  <a:schemeClr val="tx1"/>
                </a:solidFill>
                <a:latin typeface="+mn-lt"/>
                <a:ea typeface="+mn-ea"/>
              </a:defRPr>
            </a:lvl3pPr>
            <a:lvl4pPr marL="1339850" indent="-315913" algn="l" rtl="0" eaLnBrk="0" fontAlgn="base" hangingPunct="0">
              <a:spcBef>
                <a:spcPct val="20000"/>
              </a:spcBef>
              <a:spcAft>
                <a:spcPct val="0"/>
              </a:spcAft>
              <a:buClr>
                <a:schemeClr val="accent2"/>
              </a:buClr>
              <a:buSzPct val="70000"/>
              <a:buFont typeface="Wingdings" pitchFamily="2" charset="2"/>
              <a:buChar char="q"/>
              <a:defRPr sz="2000" b="1">
                <a:solidFill>
                  <a:schemeClr val="tx1"/>
                </a:solidFill>
                <a:latin typeface="+mn-lt"/>
                <a:ea typeface="+mn-ea"/>
              </a:defRPr>
            </a:lvl4pPr>
            <a:lvl5pPr marL="1681163" indent="-339725" algn="l" rtl="0" eaLnBrk="0" fontAlgn="base" hangingPunct="0">
              <a:spcBef>
                <a:spcPct val="20000"/>
              </a:spcBef>
              <a:spcAft>
                <a:spcPct val="0"/>
              </a:spcAft>
              <a:buClr>
                <a:schemeClr val="accent1"/>
              </a:buClr>
              <a:buSzPct val="75000"/>
              <a:buFont typeface="Wingdings" pitchFamily="2" charset="2"/>
              <a:buChar char="§"/>
              <a:defRPr sz="2000" b="1">
                <a:solidFill>
                  <a:schemeClr val="tx1"/>
                </a:solidFill>
                <a:latin typeface="+mn-lt"/>
                <a:ea typeface="+mn-ea"/>
              </a:defRPr>
            </a:lvl5pPr>
            <a:lvl6pPr marL="2138363" indent="-339725" algn="l" rtl="0" eaLnBrk="1" fontAlgn="base" hangingPunct="1">
              <a:spcBef>
                <a:spcPct val="20000"/>
              </a:spcBef>
              <a:spcAft>
                <a:spcPct val="0"/>
              </a:spcAft>
              <a:buClr>
                <a:schemeClr val="accent1"/>
              </a:buClr>
              <a:buSzPct val="75000"/>
              <a:buFont typeface="Wingdings" pitchFamily="2" charset="2"/>
              <a:buChar char="§"/>
              <a:defRPr sz="2000" b="1">
                <a:solidFill>
                  <a:schemeClr val="tx1"/>
                </a:solidFill>
                <a:latin typeface="+mn-lt"/>
                <a:ea typeface="+mn-ea"/>
              </a:defRPr>
            </a:lvl6pPr>
            <a:lvl7pPr marL="2595563" indent="-339725" algn="l" rtl="0" eaLnBrk="1" fontAlgn="base" hangingPunct="1">
              <a:spcBef>
                <a:spcPct val="20000"/>
              </a:spcBef>
              <a:spcAft>
                <a:spcPct val="0"/>
              </a:spcAft>
              <a:buClr>
                <a:schemeClr val="accent1"/>
              </a:buClr>
              <a:buSzPct val="75000"/>
              <a:buFont typeface="Wingdings" pitchFamily="2" charset="2"/>
              <a:buChar char="§"/>
              <a:defRPr sz="2000" b="1">
                <a:solidFill>
                  <a:schemeClr val="tx1"/>
                </a:solidFill>
                <a:latin typeface="+mn-lt"/>
                <a:ea typeface="+mn-ea"/>
              </a:defRPr>
            </a:lvl7pPr>
            <a:lvl8pPr marL="3052763" indent="-339725" algn="l" rtl="0" eaLnBrk="1" fontAlgn="base" hangingPunct="1">
              <a:spcBef>
                <a:spcPct val="20000"/>
              </a:spcBef>
              <a:spcAft>
                <a:spcPct val="0"/>
              </a:spcAft>
              <a:buClr>
                <a:schemeClr val="accent1"/>
              </a:buClr>
              <a:buSzPct val="75000"/>
              <a:buFont typeface="Wingdings" pitchFamily="2" charset="2"/>
              <a:buChar char="§"/>
              <a:defRPr sz="2000" b="1">
                <a:solidFill>
                  <a:schemeClr val="tx1"/>
                </a:solidFill>
                <a:latin typeface="+mn-lt"/>
                <a:ea typeface="+mn-ea"/>
              </a:defRPr>
            </a:lvl8pPr>
            <a:lvl9pPr marL="3509963" indent="-339725" algn="l" rtl="0" eaLnBrk="1" fontAlgn="base" hangingPunct="1">
              <a:spcBef>
                <a:spcPct val="20000"/>
              </a:spcBef>
              <a:spcAft>
                <a:spcPct val="0"/>
              </a:spcAft>
              <a:buClr>
                <a:schemeClr val="accent1"/>
              </a:buClr>
              <a:buSzPct val="75000"/>
              <a:buFont typeface="Wingdings" pitchFamily="2" charset="2"/>
              <a:buChar char="§"/>
              <a:defRPr sz="2000" b="1">
                <a:solidFill>
                  <a:schemeClr val="tx1"/>
                </a:solidFill>
                <a:latin typeface="+mn-lt"/>
                <a:ea typeface="+mn-ea"/>
              </a:defRPr>
            </a:lvl9pPr>
          </a:lstStyle>
          <a:p>
            <a:pPr marL="0" indent="0" eaLnBrk="1" hangingPunct="1">
              <a:lnSpc>
                <a:spcPct val="130000"/>
              </a:lnSpc>
              <a:buFont typeface="Wingdings" pitchFamily="2" charset="2"/>
              <a:buNone/>
              <a:defRPr/>
            </a:pPr>
            <a:r>
              <a:rPr lang="en-US" altLang="zh-CN" sz="2000" kern="0" dirty="0">
                <a:solidFill>
                  <a:srgbClr val="FF0000"/>
                </a:solidFill>
              </a:rPr>
              <a:t>I/O</a:t>
            </a:r>
            <a:r>
              <a:rPr lang="zh-CN" altLang="en-US" sz="2000" kern="0" dirty="0">
                <a:solidFill>
                  <a:srgbClr val="FF0000"/>
                </a:solidFill>
              </a:rPr>
              <a:t>复用并非只限于网络编程，许多应用程序也需要使用这项技术。</a:t>
            </a:r>
            <a:endParaRPr lang="en-US" altLang="zh-CN" sz="2000" kern="0"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ppt_x"/>
                                          </p:val>
                                        </p:tav>
                                        <p:tav tm="100000">
                                          <p:val>
                                            <p:strVal val="#ppt_x"/>
                                          </p:val>
                                        </p:tav>
                                      </p:tavLst>
                                    </p:anim>
                                    <p:anim calcmode="lin" valueType="num">
                                      <p:cBhvr additive="base">
                                        <p:cTn id="20"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anim calcmode="lin" valueType="num">
                                      <p:cBhvr additive="base">
                                        <p:cTn id="25" dur="500" fill="hold"/>
                                        <p:tgtEl>
                                          <p:spTgt spid="9"/>
                                        </p:tgtEl>
                                        <p:attrNameLst>
                                          <p:attrName>ppt_x</p:attrName>
                                        </p:attrNameLst>
                                      </p:cBhvr>
                                      <p:tavLst>
                                        <p:tav tm="0">
                                          <p:val>
                                            <p:strVal val="#ppt_x"/>
                                          </p:val>
                                        </p:tav>
                                        <p:tav tm="100000">
                                          <p:val>
                                            <p:strVal val="#ppt_x"/>
                                          </p:val>
                                        </p:tav>
                                      </p:tavLst>
                                    </p:anim>
                                    <p:anim calcmode="lin" valueType="num">
                                      <p:cBhvr additive="base">
                                        <p:cTn id="26"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anim calcmode="lin" valueType="num">
                                      <p:cBhvr additive="base">
                                        <p:cTn id="31" dur="500" fill="hold"/>
                                        <p:tgtEl>
                                          <p:spTgt spid="10"/>
                                        </p:tgtEl>
                                        <p:attrNameLst>
                                          <p:attrName>ppt_x</p:attrName>
                                        </p:attrNameLst>
                                      </p:cBhvr>
                                      <p:tavLst>
                                        <p:tav tm="0">
                                          <p:val>
                                            <p:strVal val="#ppt_x"/>
                                          </p:val>
                                        </p:tav>
                                        <p:tav tm="100000">
                                          <p:val>
                                            <p:strVal val="#ppt_x"/>
                                          </p:val>
                                        </p:tav>
                                      </p:tavLst>
                                    </p:anim>
                                    <p:anim calcmode="lin" valueType="num">
                                      <p:cBhvr additive="base">
                                        <p:cTn id="32"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1" presetClass="exit" presetSubtype="0" fill="hold" grpId="1" nodeType="clickEffect">
                                  <p:stCondLst>
                                    <p:cond delay="0"/>
                                  </p:stCondLst>
                                  <p:childTnLst>
                                    <p:set>
                                      <p:cBhvr>
                                        <p:cTn id="36" dur="1" fill="hold">
                                          <p:stCondLst>
                                            <p:cond delay="0"/>
                                          </p:stCondLst>
                                        </p:cTn>
                                        <p:tgtEl>
                                          <p:spTgt spid="6"/>
                                        </p:tgtEl>
                                        <p:attrNameLst>
                                          <p:attrName>style.visibility</p:attrName>
                                        </p:attrNameLst>
                                      </p:cBhvr>
                                      <p:to>
                                        <p:strVal val="hidden"/>
                                      </p:to>
                                    </p:set>
                                  </p:childTnLst>
                                </p:cTn>
                              </p:par>
                              <p:par>
                                <p:cTn id="37" presetID="1" presetClass="exit" presetSubtype="0" fill="hold" grpId="1" nodeType="withEffect">
                                  <p:stCondLst>
                                    <p:cond delay="0"/>
                                  </p:stCondLst>
                                  <p:childTnLst>
                                    <p:set>
                                      <p:cBhvr>
                                        <p:cTn id="38" dur="1" fill="hold">
                                          <p:stCondLst>
                                            <p:cond delay="0"/>
                                          </p:stCondLst>
                                        </p:cTn>
                                        <p:tgtEl>
                                          <p:spTgt spid="7"/>
                                        </p:tgtEl>
                                        <p:attrNameLst>
                                          <p:attrName>style.visibility</p:attrName>
                                        </p:attrNameLst>
                                      </p:cBhvr>
                                      <p:to>
                                        <p:strVal val="hidden"/>
                                      </p:to>
                                    </p:set>
                                  </p:childTnLst>
                                </p:cTn>
                              </p:par>
                              <p:par>
                                <p:cTn id="39" presetID="1" presetClass="exit" presetSubtype="0" fill="hold" grpId="1" nodeType="withEffect">
                                  <p:stCondLst>
                                    <p:cond delay="0"/>
                                  </p:stCondLst>
                                  <p:childTnLst>
                                    <p:set>
                                      <p:cBhvr>
                                        <p:cTn id="40" dur="1" fill="hold">
                                          <p:stCondLst>
                                            <p:cond delay="0"/>
                                          </p:stCondLst>
                                        </p:cTn>
                                        <p:tgtEl>
                                          <p:spTgt spid="8"/>
                                        </p:tgtEl>
                                        <p:attrNameLst>
                                          <p:attrName>style.visibility</p:attrName>
                                        </p:attrNameLst>
                                      </p:cBhvr>
                                      <p:to>
                                        <p:strVal val="hidden"/>
                                      </p:to>
                                    </p:set>
                                  </p:childTnLst>
                                </p:cTn>
                              </p:par>
                              <p:par>
                                <p:cTn id="41" presetID="1" presetClass="exit" presetSubtype="0" fill="hold" grpId="1" nodeType="withEffect">
                                  <p:stCondLst>
                                    <p:cond delay="0"/>
                                  </p:stCondLst>
                                  <p:childTnLst>
                                    <p:set>
                                      <p:cBhvr>
                                        <p:cTn id="42" dur="1" fill="hold">
                                          <p:stCondLst>
                                            <p:cond delay="0"/>
                                          </p:stCondLst>
                                        </p:cTn>
                                        <p:tgtEl>
                                          <p:spTgt spid="9"/>
                                        </p:tgtEl>
                                        <p:attrNameLst>
                                          <p:attrName>style.visibility</p:attrName>
                                        </p:attrNameLst>
                                      </p:cBhvr>
                                      <p:to>
                                        <p:strVal val="hidden"/>
                                      </p:to>
                                    </p:set>
                                  </p:childTnLst>
                                </p:cTn>
                              </p:par>
                              <p:par>
                                <p:cTn id="43" presetID="1" presetClass="exit" presetSubtype="0" fill="hold" grpId="1" nodeType="withEffect">
                                  <p:stCondLst>
                                    <p:cond delay="0"/>
                                  </p:stCondLst>
                                  <p:childTnLst>
                                    <p:set>
                                      <p:cBhvr>
                                        <p:cTn id="44" dur="1" fill="hold">
                                          <p:stCondLst>
                                            <p:cond delay="0"/>
                                          </p:stCondLst>
                                        </p:cTn>
                                        <p:tgtEl>
                                          <p:spTgt spid="10"/>
                                        </p:tgtEl>
                                        <p:attrNameLst>
                                          <p:attrName>style.visibility</p:attrName>
                                        </p:attrNameLst>
                                      </p:cBhvr>
                                      <p:to>
                                        <p:strVal val="hidden"/>
                                      </p:to>
                                    </p:set>
                                  </p:childTnLst>
                                </p:cTn>
                              </p:par>
                              <p:par>
                                <p:cTn id="45" presetID="53" presetClass="entr" presetSubtype="16" fill="hold" grpId="0" nodeType="withEffect">
                                  <p:stCondLst>
                                    <p:cond delay="0"/>
                                  </p:stCondLst>
                                  <p:childTnLst>
                                    <p:set>
                                      <p:cBhvr>
                                        <p:cTn id="46" dur="1" fill="hold">
                                          <p:stCondLst>
                                            <p:cond delay="0"/>
                                          </p:stCondLst>
                                        </p:cTn>
                                        <p:tgtEl>
                                          <p:spTgt spid="11"/>
                                        </p:tgtEl>
                                        <p:attrNameLst>
                                          <p:attrName>style.visibility</p:attrName>
                                        </p:attrNameLst>
                                      </p:cBhvr>
                                      <p:to>
                                        <p:strVal val="visible"/>
                                      </p:to>
                                    </p:set>
                                    <p:anim calcmode="lin" valueType="num">
                                      <p:cBhvr>
                                        <p:cTn id="47" dur="500" fill="hold"/>
                                        <p:tgtEl>
                                          <p:spTgt spid="11"/>
                                        </p:tgtEl>
                                        <p:attrNameLst>
                                          <p:attrName>ppt_w</p:attrName>
                                        </p:attrNameLst>
                                      </p:cBhvr>
                                      <p:tavLst>
                                        <p:tav tm="0">
                                          <p:val>
                                            <p:fltVal val="0"/>
                                          </p:val>
                                        </p:tav>
                                        <p:tav tm="100000">
                                          <p:val>
                                            <p:strVal val="#ppt_w"/>
                                          </p:val>
                                        </p:tav>
                                      </p:tavLst>
                                    </p:anim>
                                    <p:anim calcmode="lin" valueType="num">
                                      <p:cBhvr>
                                        <p:cTn id="48" dur="500" fill="hold"/>
                                        <p:tgtEl>
                                          <p:spTgt spid="11"/>
                                        </p:tgtEl>
                                        <p:attrNameLst>
                                          <p:attrName>ppt_h</p:attrName>
                                        </p:attrNameLst>
                                      </p:cBhvr>
                                      <p:tavLst>
                                        <p:tav tm="0">
                                          <p:val>
                                            <p:fltVal val="0"/>
                                          </p:val>
                                        </p:tav>
                                        <p:tav tm="100000">
                                          <p:val>
                                            <p:strVal val="#ppt_h"/>
                                          </p:val>
                                        </p:tav>
                                      </p:tavLst>
                                    </p:anim>
                                    <p:animEffect transition="in" filter="fade">
                                      <p:cBhvr>
                                        <p:cTn id="49"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P spid="7" grpId="0" animBg="1"/>
      <p:bldP spid="7" grpId="1" animBg="1"/>
      <p:bldP spid="8" grpId="0" animBg="1"/>
      <p:bldP spid="8" grpId="1" animBg="1"/>
      <p:bldP spid="9" grpId="0" animBg="1"/>
      <p:bldP spid="9" grpId="1" animBg="1"/>
      <p:bldP spid="10" grpId="0" animBg="1"/>
      <p:bldP spid="10" grpId="1" animBg="1"/>
      <p:bldP spid="11"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pPr eaLnBrk="1" hangingPunct="1"/>
            <a:r>
              <a:rPr lang="zh-CN" altLang="en-US"/>
              <a:t>二、</a:t>
            </a:r>
            <a:r>
              <a:rPr lang="en-US" altLang="zh-CN"/>
              <a:t>I/O</a:t>
            </a:r>
            <a:r>
              <a:rPr lang="zh-CN" altLang="en-US"/>
              <a:t>模型</a:t>
            </a:r>
          </a:p>
        </p:txBody>
      </p:sp>
      <p:sp>
        <p:nvSpPr>
          <p:cNvPr id="9" name="TextBox 2"/>
          <p:cNvSpPr txBox="1">
            <a:spLocks noChangeArrowheads="1"/>
          </p:cNvSpPr>
          <p:nvPr/>
        </p:nvSpPr>
        <p:spPr bwMode="auto">
          <a:xfrm>
            <a:off x="684213" y="1397000"/>
            <a:ext cx="7848600" cy="2047875"/>
          </a:xfrm>
          <a:prstGeom prst="rect">
            <a:avLst/>
          </a:prstGeom>
          <a:ln/>
        </p:spPr>
        <p:style>
          <a:lnRef idx="1">
            <a:schemeClr val="accent3"/>
          </a:lnRef>
          <a:fillRef idx="2">
            <a:schemeClr val="accent3"/>
          </a:fillRef>
          <a:effectRef idx="1">
            <a:schemeClr val="accent3"/>
          </a:effectRef>
          <a:fontRef idx="minor">
            <a:schemeClr val="dk1"/>
          </a:fontRef>
        </p:style>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lnSpc>
                <a:spcPct val="130000"/>
              </a:lnSpc>
              <a:defRPr/>
            </a:pPr>
            <a:r>
              <a:rPr lang="zh-CN" altLang="en-US" sz="2000" b="1" dirty="0"/>
              <a:t>阻塞</a:t>
            </a:r>
            <a:r>
              <a:rPr lang="en-US" altLang="zh-CN" sz="2000" b="1" dirty="0"/>
              <a:t>I/O</a:t>
            </a:r>
          </a:p>
          <a:p>
            <a:pPr eaLnBrk="1" hangingPunct="1">
              <a:lnSpc>
                <a:spcPct val="130000"/>
              </a:lnSpc>
              <a:defRPr/>
            </a:pPr>
            <a:r>
              <a:rPr lang="zh-CN" altLang="en-US" sz="2000" b="1" dirty="0"/>
              <a:t>非阻塞</a:t>
            </a:r>
            <a:r>
              <a:rPr lang="en-US" altLang="zh-CN" sz="2000" b="1" dirty="0"/>
              <a:t>I/O</a:t>
            </a:r>
          </a:p>
          <a:p>
            <a:pPr eaLnBrk="1" hangingPunct="1">
              <a:lnSpc>
                <a:spcPct val="130000"/>
              </a:lnSpc>
              <a:defRPr/>
            </a:pPr>
            <a:r>
              <a:rPr lang="en-US" altLang="zh-CN" sz="2000" b="1" dirty="0"/>
              <a:t>I/O</a:t>
            </a:r>
            <a:r>
              <a:rPr lang="zh-CN" altLang="en-US" sz="2000" b="1" dirty="0"/>
              <a:t>复用（</a:t>
            </a:r>
            <a:r>
              <a:rPr lang="en-US" altLang="zh-CN" sz="2000" b="1" dirty="0"/>
              <a:t>select</a:t>
            </a:r>
            <a:r>
              <a:rPr lang="zh-CN" altLang="en-US" sz="2000" b="1" dirty="0"/>
              <a:t>和</a:t>
            </a:r>
            <a:r>
              <a:rPr lang="en-US" altLang="zh-CN" sz="2000" b="1" dirty="0"/>
              <a:t>poll )</a:t>
            </a:r>
          </a:p>
          <a:p>
            <a:pPr eaLnBrk="1" hangingPunct="1">
              <a:lnSpc>
                <a:spcPct val="130000"/>
              </a:lnSpc>
              <a:defRPr/>
            </a:pPr>
            <a:r>
              <a:rPr lang="zh-CN" altLang="en-US" sz="2000" b="1" dirty="0"/>
              <a:t>信号驱动</a:t>
            </a:r>
            <a:r>
              <a:rPr lang="en-US" altLang="zh-CN" sz="2000" b="1" dirty="0"/>
              <a:t>I/O ( SIGIO )</a:t>
            </a:r>
          </a:p>
          <a:p>
            <a:pPr eaLnBrk="1" hangingPunct="1">
              <a:lnSpc>
                <a:spcPct val="130000"/>
              </a:lnSpc>
              <a:defRPr/>
            </a:pPr>
            <a:r>
              <a:rPr lang="zh-CN" altLang="en-US" sz="2000" b="1" dirty="0"/>
              <a:t>异步</a:t>
            </a:r>
            <a:r>
              <a:rPr lang="en-US" altLang="zh-CN" sz="2000" b="1" dirty="0"/>
              <a:t>I/O ( Posix.1</a:t>
            </a:r>
            <a:r>
              <a:rPr lang="zh-CN" altLang="en-US" sz="2000" b="1" dirty="0"/>
              <a:t>的</a:t>
            </a:r>
            <a:r>
              <a:rPr lang="en-US" altLang="zh-CN" sz="2000" b="1" dirty="0" err="1"/>
              <a:t>aio</a:t>
            </a:r>
            <a:r>
              <a:rPr lang="en-US" altLang="zh-CN" sz="2000" b="1" dirty="0"/>
              <a:t>-</a:t>
            </a:r>
            <a:r>
              <a:rPr lang="zh-CN" altLang="en-US" sz="2000" b="1" dirty="0"/>
              <a:t>系列函数） </a:t>
            </a:r>
          </a:p>
        </p:txBody>
      </p:sp>
      <p:sp>
        <p:nvSpPr>
          <p:cNvPr id="12" name="TextBox 11"/>
          <p:cNvSpPr txBox="1">
            <a:spLocks noChangeArrowheads="1"/>
          </p:cNvSpPr>
          <p:nvPr/>
        </p:nvSpPr>
        <p:spPr bwMode="auto">
          <a:xfrm>
            <a:off x="684213" y="3644900"/>
            <a:ext cx="7848600" cy="1800225"/>
          </a:xfrm>
          <a:prstGeom prst="rect">
            <a:avLst/>
          </a:prstGeom>
          <a:ln/>
        </p:spPr>
        <p:style>
          <a:lnRef idx="1">
            <a:schemeClr val="accent3"/>
          </a:lnRef>
          <a:fillRef idx="2">
            <a:schemeClr val="accent3"/>
          </a:fillRef>
          <a:effectRef idx="1">
            <a:schemeClr val="accent3"/>
          </a:effectRef>
          <a:fontRef idx="minor">
            <a:schemeClr val="dk1"/>
          </a:fontRef>
        </p:style>
        <p:txBody>
          <a:bodyPr/>
          <a:lstStyle>
            <a:defPPr>
              <a:defRPr lang="zh-CN"/>
            </a:defPPr>
            <a:lvl1pPr marL="0" indent="0" eaLnBrk="1" hangingPunct="1">
              <a:lnSpc>
                <a:spcPct val="130000"/>
              </a:lnSpc>
              <a:spcBef>
                <a:spcPct val="20000"/>
              </a:spcBef>
              <a:buClr>
                <a:schemeClr val="accent1"/>
              </a:buClr>
              <a:buSzPct val="65000"/>
              <a:buFont typeface="Wingdings" pitchFamily="2" charset="2"/>
              <a:buNone/>
              <a:defRPr sz="2000" b="1" kern="0">
                <a:solidFill>
                  <a:schemeClr val="tx1"/>
                </a:solidFill>
              </a:defRPr>
            </a:lvl1pPr>
            <a:lvl2pPr marL="669925" indent="-325438" eaLnBrk="0" hangingPunct="0">
              <a:spcBef>
                <a:spcPct val="20000"/>
              </a:spcBef>
              <a:buClr>
                <a:schemeClr val="accent2"/>
              </a:buClr>
              <a:buSzPct val="60000"/>
              <a:buFont typeface="Wingdings" pitchFamily="2" charset="2"/>
              <a:buChar char="q"/>
              <a:defRPr sz="2600" b="1">
                <a:solidFill>
                  <a:schemeClr val="tx1"/>
                </a:solidFill>
              </a:defRPr>
            </a:lvl2pPr>
            <a:lvl3pPr marL="1022350" indent="-350838" eaLnBrk="0" hangingPunct="0">
              <a:spcBef>
                <a:spcPct val="20000"/>
              </a:spcBef>
              <a:buClr>
                <a:schemeClr val="accent1"/>
              </a:buClr>
              <a:buSzPct val="65000"/>
              <a:buFont typeface="Wingdings" pitchFamily="2" charset="2"/>
              <a:buChar char="n"/>
              <a:defRPr sz="2200" b="1">
                <a:solidFill>
                  <a:schemeClr val="tx1"/>
                </a:solidFill>
              </a:defRPr>
            </a:lvl3pPr>
            <a:lvl4pPr marL="1339850" indent="-315913" eaLnBrk="0" hangingPunct="0">
              <a:spcBef>
                <a:spcPct val="20000"/>
              </a:spcBef>
              <a:buClr>
                <a:schemeClr val="accent2"/>
              </a:buClr>
              <a:buSzPct val="70000"/>
              <a:buFont typeface="Wingdings" pitchFamily="2" charset="2"/>
              <a:buChar char="q"/>
              <a:defRPr sz="2000" b="1">
                <a:solidFill>
                  <a:schemeClr val="tx1"/>
                </a:solidFill>
              </a:defRPr>
            </a:lvl4pPr>
            <a:lvl5pPr marL="1681163" indent="-339725" eaLnBrk="0" hangingPunct="0">
              <a:spcBef>
                <a:spcPct val="20000"/>
              </a:spcBef>
              <a:buClr>
                <a:schemeClr val="accent1"/>
              </a:buClr>
              <a:buSzPct val="75000"/>
              <a:buFont typeface="Wingdings" pitchFamily="2" charset="2"/>
              <a:buChar char="§"/>
              <a:defRPr sz="2000" b="1">
                <a:solidFill>
                  <a:schemeClr val="tx1"/>
                </a:solidFill>
              </a:defRPr>
            </a:lvl5pPr>
            <a:lvl6pPr marL="2138363" indent="-339725" fontAlgn="base">
              <a:spcBef>
                <a:spcPct val="20000"/>
              </a:spcBef>
              <a:spcAft>
                <a:spcPct val="0"/>
              </a:spcAft>
              <a:buClr>
                <a:schemeClr val="accent1"/>
              </a:buClr>
              <a:buSzPct val="75000"/>
              <a:buFont typeface="Wingdings" pitchFamily="2" charset="2"/>
              <a:buChar char="§"/>
              <a:defRPr sz="2000" b="1">
                <a:solidFill>
                  <a:schemeClr val="tx1"/>
                </a:solidFill>
              </a:defRPr>
            </a:lvl6pPr>
            <a:lvl7pPr marL="2595563" indent="-339725" fontAlgn="base">
              <a:spcBef>
                <a:spcPct val="20000"/>
              </a:spcBef>
              <a:spcAft>
                <a:spcPct val="0"/>
              </a:spcAft>
              <a:buClr>
                <a:schemeClr val="accent1"/>
              </a:buClr>
              <a:buSzPct val="75000"/>
              <a:buFont typeface="Wingdings" pitchFamily="2" charset="2"/>
              <a:buChar char="§"/>
              <a:defRPr sz="2000" b="1">
                <a:solidFill>
                  <a:schemeClr val="tx1"/>
                </a:solidFill>
              </a:defRPr>
            </a:lvl7pPr>
            <a:lvl8pPr marL="3052763" indent="-339725" fontAlgn="base">
              <a:spcBef>
                <a:spcPct val="20000"/>
              </a:spcBef>
              <a:spcAft>
                <a:spcPct val="0"/>
              </a:spcAft>
              <a:buClr>
                <a:schemeClr val="accent1"/>
              </a:buClr>
              <a:buSzPct val="75000"/>
              <a:buFont typeface="Wingdings" pitchFamily="2" charset="2"/>
              <a:buChar char="§"/>
              <a:defRPr sz="2000" b="1">
                <a:solidFill>
                  <a:schemeClr val="tx1"/>
                </a:solidFill>
              </a:defRPr>
            </a:lvl8pPr>
            <a:lvl9pPr marL="3509963" indent="-339725" fontAlgn="base">
              <a:spcBef>
                <a:spcPct val="20000"/>
              </a:spcBef>
              <a:spcAft>
                <a:spcPct val="0"/>
              </a:spcAft>
              <a:buClr>
                <a:schemeClr val="accent1"/>
              </a:buClr>
              <a:buSzPct val="75000"/>
              <a:buFont typeface="Wingdings" pitchFamily="2" charset="2"/>
              <a:buChar char="§"/>
              <a:defRPr sz="2000" b="1">
                <a:solidFill>
                  <a:schemeClr val="tx1"/>
                </a:solidFill>
              </a:defRPr>
            </a:lvl9pPr>
          </a:lstStyle>
          <a:p>
            <a:pPr>
              <a:defRPr/>
            </a:pPr>
            <a:r>
              <a:rPr lang="zh-CN" altLang="en-US" dirty="0"/>
              <a:t>一个输入操作一般有两个不同的阶段：</a:t>
            </a:r>
          </a:p>
          <a:p>
            <a:pPr>
              <a:defRPr/>
            </a:pPr>
            <a:r>
              <a:rPr lang="en-US" altLang="zh-CN" dirty="0"/>
              <a:t>1</a:t>
            </a:r>
            <a:r>
              <a:rPr lang="zh-CN" altLang="en-US" dirty="0"/>
              <a:t>）等待数据准备好。</a:t>
            </a:r>
          </a:p>
          <a:p>
            <a:pPr>
              <a:defRPr/>
            </a:pPr>
            <a:r>
              <a:rPr lang="en-US" altLang="zh-CN" dirty="0"/>
              <a:t>2</a:t>
            </a:r>
            <a:r>
              <a:rPr lang="zh-CN" altLang="en-US" dirty="0"/>
              <a:t>）从内核到进程拷贝数据。</a:t>
            </a:r>
          </a:p>
        </p:txBody>
      </p:sp>
      <p:sp>
        <p:nvSpPr>
          <p:cNvPr id="7" name="TextBox 6"/>
          <p:cNvSpPr txBox="1">
            <a:spLocks noChangeArrowheads="1"/>
          </p:cNvSpPr>
          <p:nvPr/>
        </p:nvSpPr>
        <p:spPr bwMode="auto">
          <a:xfrm>
            <a:off x="684213" y="3789363"/>
            <a:ext cx="7848600" cy="1287462"/>
          </a:xfrm>
          <a:prstGeom prst="rect">
            <a:avLst/>
          </a:prstGeom>
          <a:ln/>
        </p:spPr>
        <p:style>
          <a:lnRef idx="1">
            <a:schemeClr val="accent3"/>
          </a:lnRef>
          <a:fillRef idx="2">
            <a:schemeClr val="accent3"/>
          </a:fillRef>
          <a:effectRef idx="1">
            <a:schemeClr val="accent3"/>
          </a:effectRef>
          <a:fontRef idx="minor">
            <a:schemeClr val="dk1"/>
          </a:fontRef>
        </p:style>
        <p:txBody>
          <a:bodyPr/>
          <a:lstStyle>
            <a:defPPr>
              <a:defRPr lang="zh-CN"/>
            </a:defPPr>
            <a:lvl1pPr marL="0" indent="0" eaLnBrk="1" hangingPunct="1">
              <a:lnSpc>
                <a:spcPct val="130000"/>
              </a:lnSpc>
              <a:spcBef>
                <a:spcPct val="20000"/>
              </a:spcBef>
              <a:buClr>
                <a:schemeClr val="accent1"/>
              </a:buClr>
              <a:buSzPct val="65000"/>
              <a:buFont typeface="Wingdings" pitchFamily="2" charset="2"/>
              <a:buNone/>
              <a:defRPr sz="2000" b="1" kern="0">
                <a:solidFill>
                  <a:schemeClr val="tx1"/>
                </a:solidFill>
              </a:defRPr>
            </a:lvl1pPr>
            <a:lvl2pPr marL="669925" indent="-325438" eaLnBrk="0" hangingPunct="0">
              <a:spcBef>
                <a:spcPct val="20000"/>
              </a:spcBef>
              <a:buClr>
                <a:schemeClr val="accent2"/>
              </a:buClr>
              <a:buSzPct val="60000"/>
              <a:buFont typeface="Wingdings" pitchFamily="2" charset="2"/>
              <a:buChar char="q"/>
              <a:defRPr sz="2600" b="1">
                <a:solidFill>
                  <a:schemeClr val="tx1"/>
                </a:solidFill>
              </a:defRPr>
            </a:lvl2pPr>
            <a:lvl3pPr marL="1022350" indent="-350838" eaLnBrk="0" hangingPunct="0">
              <a:spcBef>
                <a:spcPct val="20000"/>
              </a:spcBef>
              <a:buClr>
                <a:schemeClr val="accent1"/>
              </a:buClr>
              <a:buSzPct val="65000"/>
              <a:buFont typeface="Wingdings" pitchFamily="2" charset="2"/>
              <a:buChar char="n"/>
              <a:defRPr sz="2200" b="1">
                <a:solidFill>
                  <a:schemeClr val="tx1"/>
                </a:solidFill>
              </a:defRPr>
            </a:lvl3pPr>
            <a:lvl4pPr marL="1339850" indent="-315913" eaLnBrk="0" hangingPunct="0">
              <a:spcBef>
                <a:spcPct val="20000"/>
              </a:spcBef>
              <a:buClr>
                <a:schemeClr val="accent2"/>
              </a:buClr>
              <a:buSzPct val="70000"/>
              <a:buFont typeface="Wingdings" pitchFamily="2" charset="2"/>
              <a:buChar char="q"/>
              <a:defRPr sz="2000" b="1">
                <a:solidFill>
                  <a:schemeClr val="tx1"/>
                </a:solidFill>
              </a:defRPr>
            </a:lvl4pPr>
            <a:lvl5pPr marL="1681163" indent="-339725" eaLnBrk="0" hangingPunct="0">
              <a:spcBef>
                <a:spcPct val="20000"/>
              </a:spcBef>
              <a:buClr>
                <a:schemeClr val="accent1"/>
              </a:buClr>
              <a:buSzPct val="75000"/>
              <a:buFont typeface="Wingdings" pitchFamily="2" charset="2"/>
              <a:buChar char="§"/>
              <a:defRPr sz="2000" b="1">
                <a:solidFill>
                  <a:schemeClr val="tx1"/>
                </a:solidFill>
              </a:defRPr>
            </a:lvl5pPr>
            <a:lvl6pPr marL="2138363" indent="-339725" fontAlgn="base">
              <a:spcBef>
                <a:spcPct val="20000"/>
              </a:spcBef>
              <a:spcAft>
                <a:spcPct val="0"/>
              </a:spcAft>
              <a:buClr>
                <a:schemeClr val="accent1"/>
              </a:buClr>
              <a:buSzPct val="75000"/>
              <a:buFont typeface="Wingdings" pitchFamily="2" charset="2"/>
              <a:buChar char="§"/>
              <a:defRPr sz="2000" b="1">
                <a:solidFill>
                  <a:schemeClr val="tx1"/>
                </a:solidFill>
              </a:defRPr>
            </a:lvl6pPr>
            <a:lvl7pPr marL="2595563" indent="-339725" fontAlgn="base">
              <a:spcBef>
                <a:spcPct val="20000"/>
              </a:spcBef>
              <a:spcAft>
                <a:spcPct val="0"/>
              </a:spcAft>
              <a:buClr>
                <a:schemeClr val="accent1"/>
              </a:buClr>
              <a:buSzPct val="75000"/>
              <a:buFont typeface="Wingdings" pitchFamily="2" charset="2"/>
              <a:buChar char="§"/>
              <a:defRPr sz="2000" b="1">
                <a:solidFill>
                  <a:schemeClr val="tx1"/>
                </a:solidFill>
              </a:defRPr>
            </a:lvl7pPr>
            <a:lvl8pPr marL="3052763" indent="-339725" fontAlgn="base">
              <a:spcBef>
                <a:spcPct val="20000"/>
              </a:spcBef>
              <a:spcAft>
                <a:spcPct val="0"/>
              </a:spcAft>
              <a:buClr>
                <a:schemeClr val="accent1"/>
              </a:buClr>
              <a:buSzPct val="75000"/>
              <a:buFont typeface="Wingdings" pitchFamily="2" charset="2"/>
              <a:buChar char="§"/>
              <a:defRPr sz="2000" b="1">
                <a:solidFill>
                  <a:schemeClr val="tx1"/>
                </a:solidFill>
              </a:defRPr>
            </a:lvl8pPr>
            <a:lvl9pPr marL="3509963" indent="-339725" fontAlgn="base">
              <a:spcBef>
                <a:spcPct val="20000"/>
              </a:spcBef>
              <a:spcAft>
                <a:spcPct val="0"/>
              </a:spcAft>
              <a:buClr>
                <a:schemeClr val="accent1"/>
              </a:buClr>
              <a:buSzPct val="75000"/>
              <a:buFont typeface="Wingdings" pitchFamily="2" charset="2"/>
              <a:buChar char="§"/>
              <a:defRPr sz="2000" b="1">
                <a:solidFill>
                  <a:schemeClr val="tx1"/>
                </a:solidFill>
              </a:defRPr>
            </a:lvl9pPr>
          </a:lstStyle>
          <a:p>
            <a:pPr>
              <a:defRPr/>
            </a:pPr>
            <a:r>
              <a:rPr lang="zh-CN" altLang="en-US" dirty="0"/>
              <a:t>对于一个</a:t>
            </a:r>
            <a:r>
              <a:rPr lang="zh-CN" altLang="en-US" dirty="0">
                <a:solidFill>
                  <a:srgbClr val="FF0000"/>
                </a:solidFill>
              </a:rPr>
              <a:t>套接口上的输入操作</a:t>
            </a:r>
            <a:r>
              <a:rPr lang="zh-CN" altLang="en-US" dirty="0"/>
              <a:t>，第一步一般是等待数据到达网络，当分组到达时，它被拷贝到内核中的某个缓冲区；第二步是将数据从内核缓冲区拷贝到应用缓冲区。</a:t>
            </a:r>
          </a:p>
        </p:txBody>
      </p:sp>
      <mc:AlternateContent xmlns:mc="http://schemas.openxmlformats.org/markup-compatibility/2006" xmlns:p14="http://schemas.microsoft.com/office/powerpoint/2010/main">
        <mc:Choice Requires="p14">
          <p:contentPart p14:bwMode="auto" r:id="rId2">
            <p14:nvContentPartPr>
              <p14:cNvPr id="2" name="墨迹 1"/>
              <p14:cNvContentPartPr/>
              <p14:nvPr/>
            </p14:nvContentPartPr>
            <p14:xfrm>
              <a:off x="4697640" y="282960"/>
              <a:ext cx="3438000" cy="1191960"/>
            </p14:xfrm>
          </p:contentPart>
        </mc:Choice>
        <mc:Fallback xmlns="">
          <p:pic>
            <p:nvPicPr>
              <p:cNvPr id="2" name="墨迹 1"/>
              <p:cNvPicPr/>
              <p:nvPr/>
            </p:nvPicPr>
            <p:blipFill>
              <a:blip r:embed="rId3"/>
              <a:stretch>
                <a:fillRect/>
              </a:stretch>
            </p:blipFill>
            <p:spPr>
              <a:xfrm>
                <a:off x="4688280" y="273600"/>
                <a:ext cx="3456720" cy="1210680"/>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xit" presetSubtype="0" fill="hold" grpId="1" nodeType="clickEffect">
                                  <p:stCondLst>
                                    <p:cond delay="0"/>
                                  </p:stCondLst>
                                  <p:childTnLst>
                                    <p:set>
                                      <p:cBhvr>
                                        <p:cTn id="12" dur="1" fill="hold">
                                          <p:stCondLst>
                                            <p:cond delay="0"/>
                                          </p:stCondLst>
                                        </p:cTn>
                                        <p:tgtEl>
                                          <p:spTgt spid="12"/>
                                        </p:tgtEl>
                                        <p:attrNameLst>
                                          <p:attrName>style.visibility</p:attrName>
                                        </p:attrNameLst>
                                      </p:cBhvr>
                                      <p:to>
                                        <p:strVal val="hidden"/>
                                      </p:to>
                                    </p:set>
                                  </p:childTnLst>
                                </p:cTn>
                              </p:par>
                              <p:par>
                                <p:cTn id="13" presetID="2" presetClass="entr" presetSubtype="4"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 calcmode="lin" valueType="num">
                                      <p:cBhvr additive="base">
                                        <p:cTn id="15" dur="500" fill="hold"/>
                                        <p:tgtEl>
                                          <p:spTgt spid="7"/>
                                        </p:tgtEl>
                                        <p:attrNameLst>
                                          <p:attrName>ppt_x</p:attrName>
                                        </p:attrNameLst>
                                      </p:cBhvr>
                                      <p:tavLst>
                                        <p:tav tm="0">
                                          <p:val>
                                            <p:strVal val="#ppt_x"/>
                                          </p:val>
                                        </p:tav>
                                        <p:tav tm="100000">
                                          <p:val>
                                            <p:strVal val="#ppt_x"/>
                                          </p:val>
                                        </p:tav>
                                      </p:tavLst>
                                    </p:anim>
                                    <p:anim calcmode="lin" valueType="num">
                                      <p:cBhvr additive="base">
                                        <p:cTn id="16"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2" grpId="1" animBg="1"/>
      <p:bldP spid="7"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eaLnBrk="1" hangingPunct="1"/>
            <a:r>
              <a:rPr lang="zh-CN" altLang="en-US"/>
              <a:t>二、</a:t>
            </a:r>
            <a:r>
              <a:rPr lang="en-US" altLang="zh-CN"/>
              <a:t>I/O</a:t>
            </a:r>
            <a:r>
              <a:rPr lang="zh-CN" altLang="en-US"/>
              <a:t>模型</a:t>
            </a:r>
          </a:p>
        </p:txBody>
      </p:sp>
      <p:sp>
        <p:nvSpPr>
          <p:cNvPr id="9" name="TextBox 2"/>
          <p:cNvSpPr txBox="1">
            <a:spLocks noChangeArrowheads="1"/>
          </p:cNvSpPr>
          <p:nvPr/>
        </p:nvSpPr>
        <p:spPr bwMode="auto">
          <a:xfrm>
            <a:off x="684213" y="1397000"/>
            <a:ext cx="7848600" cy="492125"/>
          </a:xfrm>
          <a:prstGeom prst="rect">
            <a:avLst/>
          </a:prstGeom>
          <a:ln/>
        </p:spPr>
        <p:style>
          <a:lnRef idx="1">
            <a:schemeClr val="accent3"/>
          </a:lnRef>
          <a:fillRef idx="2">
            <a:schemeClr val="accent3"/>
          </a:fillRef>
          <a:effectRef idx="1">
            <a:schemeClr val="accent3"/>
          </a:effectRef>
          <a:fontRef idx="minor">
            <a:schemeClr val="dk1"/>
          </a:fontRef>
        </p:style>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lnSpc>
                <a:spcPct val="130000"/>
              </a:lnSpc>
              <a:defRPr/>
            </a:pPr>
            <a:r>
              <a:rPr lang="en-US" altLang="zh-CN" sz="2000" b="1" dirty="0"/>
              <a:t>1. </a:t>
            </a:r>
            <a:r>
              <a:rPr lang="zh-CN" altLang="en-US" sz="2000" b="1" dirty="0"/>
              <a:t>阻塞</a:t>
            </a:r>
            <a:r>
              <a:rPr lang="en-US" altLang="zh-CN" sz="2000" b="1" dirty="0"/>
              <a:t>I/O</a:t>
            </a:r>
            <a:r>
              <a:rPr lang="zh-CN" altLang="en-US" sz="2000" b="1" dirty="0"/>
              <a:t>模型</a:t>
            </a:r>
            <a:endParaRPr lang="en-US" altLang="zh-CN" sz="2000" b="1" dirty="0"/>
          </a:p>
        </p:txBody>
      </p:sp>
      <p:pic>
        <p:nvPicPr>
          <p:cNvPr id="8196" name="Picture 2" descr="D:\阻塞IO模型.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55650" y="2166938"/>
            <a:ext cx="7704138" cy="3638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3" name="直接连接符 2"/>
          <p:cNvCxnSpPr/>
          <p:nvPr/>
        </p:nvCxnSpPr>
        <p:spPr>
          <a:xfrm>
            <a:off x="2195513" y="2420938"/>
            <a:ext cx="792162"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5940425" y="2406650"/>
            <a:ext cx="792163"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pPr eaLnBrk="1" hangingPunct="1"/>
            <a:r>
              <a:rPr lang="zh-CN" altLang="en-US"/>
              <a:t>二、</a:t>
            </a:r>
            <a:r>
              <a:rPr lang="en-US" altLang="zh-CN"/>
              <a:t>I/O</a:t>
            </a:r>
            <a:r>
              <a:rPr lang="zh-CN" altLang="en-US"/>
              <a:t>模型</a:t>
            </a:r>
          </a:p>
        </p:txBody>
      </p:sp>
      <p:sp>
        <p:nvSpPr>
          <p:cNvPr id="9" name="TextBox 2"/>
          <p:cNvSpPr txBox="1">
            <a:spLocks noChangeArrowheads="1"/>
          </p:cNvSpPr>
          <p:nvPr/>
        </p:nvSpPr>
        <p:spPr bwMode="auto">
          <a:xfrm>
            <a:off x="684213" y="1397000"/>
            <a:ext cx="7848600" cy="492125"/>
          </a:xfrm>
          <a:prstGeom prst="rect">
            <a:avLst/>
          </a:prstGeom>
          <a:ln/>
        </p:spPr>
        <p:style>
          <a:lnRef idx="1">
            <a:schemeClr val="accent3"/>
          </a:lnRef>
          <a:fillRef idx="2">
            <a:schemeClr val="accent3"/>
          </a:fillRef>
          <a:effectRef idx="1">
            <a:schemeClr val="accent3"/>
          </a:effectRef>
          <a:fontRef idx="minor">
            <a:schemeClr val="dk1"/>
          </a:fontRef>
        </p:style>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lnSpc>
                <a:spcPct val="130000"/>
              </a:lnSpc>
              <a:defRPr/>
            </a:pPr>
            <a:r>
              <a:rPr lang="en-US" altLang="zh-CN" sz="2000" b="1" dirty="0"/>
              <a:t>2. </a:t>
            </a:r>
            <a:r>
              <a:rPr lang="zh-CN" altLang="en-US" sz="2000" b="1" dirty="0"/>
              <a:t>非阻塞</a:t>
            </a:r>
            <a:r>
              <a:rPr lang="en-US" altLang="zh-CN" sz="2000" b="1" dirty="0"/>
              <a:t>I/O</a:t>
            </a:r>
            <a:r>
              <a:rPr lang="zh-CN" altLang="en-US" sz="2000" b="1" dirty="0"/>
              <a:t>模型</a:t>
            </a:r>
            <a:endParaRPr lang="en-US" altLang="zh-CN" sz="2000" b="1" dirty="0"/>
          </a:p>
        </p:txBody>
      </p:sp>
      <p:pic>
        <p:nvPicPr>
          <p:cNvPr id="9220" name="Picture 2" descr="D:\非阻塞IO模型.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71550" y="2060575"/>
            <a:ext cx="7272338" cy="442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pPr eaLnBrk="1" hangingPunct="1"/>
            <a:r>
              <a:rPr lang="zh-CN" altLang="en-US"/>
              <a:t>二、</a:t>
            </a:r>
            <a:r>
              <a:rPr lang="en-US" altLang="zh-CN"/>
              <a:t>I/O</a:t>
            </a:r>
            <a:r>
              <a:rPr lang="zh-CN" altLang="en-US"/>
              <a:t>模型</a:t>
            </a:r>
          </a:p>
        </p:txBody>
      </p:sp>
      <p:sp>
        <p:nvSpPr>
          <p:cNvPr id="9" name="TextBox 2"/>
          <p:cNvSpPr txBox="1">
            <a:spLocks noChangeArrowheads="1"/>
          </p:cNvSpPr>
          <p:nvPr/>
        </p:nvSpPr>
        <p:spPr bwMode="auto">
          <a:xfrm>
            <a:off x="684213" y="1397000"/>
            <a:ext cx="7848600" cy="492125"/>
          </a:xfrm>
          <a:prstGeom prst="rect">
            <a:avLst/>
          </a:prstGeom>
          <a:ln/>
        </p:spPr>
        <p:style>
          <a:lnRef idx="1">
            <a:schemeClr val="accent3"/>
          </a:lnRef>
          <a:fillRef idx="2">
            <a:schemeClr val="accent3"/>
          </a:fillRef>
          <a:effectRef idx="1">
            <a:schemeClr val="accent3"/>
          </a:effectRef>
          <a:fontRef idx="minor">
            <a:schemeClr val="dk1"/>
          </a:fontRef>
        </p:style>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lnSpc>
                <a:spcPct val="130000"/>
              </a:lnSpc>
              <a:defRPr/>
            </a:pPr>
            <a:r>
              <a:rPr lang="en-US" altLang="zh-CN" sz="2000" b="1" dirty="0"/>
              <a:t>3. I/O</a:t>
            </a:r>
            <a:r>
              <a:rPr lang="zh-CN" altLang="en-US" sz="2000" b="1" dirty="0"/>
              <a:t>复用模型</a:t>
            </a:r>
            <a:endParaRPr lang="en-US" altLang="zh-CN" sz="2000" b="1" dirty="0"/>
          </a:p>
        </p:txBody>
      </p:sp>
      <p:pic>
        <p:nvPicPr>
          <p:cNvPr id="10244" name="Picture 2" descr="D:\IO复用模型.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84213" y="2060575"/>
            <a:ext cx="7848600" cy="4051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pPr eaLnBrk="1" hangingPunct="1"/>
            <a:r>
              <a:rPr lang="zh-CN" altLang="en-US"/>
              <a:t>二、</a:t>
            </a:r>
            <a:r>
              <a:rPr lang="en-US" altLang="zh-CN"/>
              <a:t>I/O</a:t>
            </a:r>
            <a:r>
              <a:rPr lang="zh-CN" altLang="en-US"/>
              <a:t>模型</a:t>
            </a:r>
          </a:p>
        </p:txBody>
      </p:sp>
      <p:sp>
        <p:nvSpPr>
          <p:cNvPr id="9" name="TextBox 2"/>
          <p:cNvSpPr txBox="1">
            <a:spLocks noChangeArrowheads="1"/>
          </p:cNvSpPr>
          <p:nvPr/>
        </p:nvSpPr>
        <p:spPr bwMode="auto">
          <a:xfrm>
            <a:off x="684213" y="1397000"/>
            <a:ext cx="7848600" cy="492125"/>
          </a:xfrm>
          <a:prstGeom prst="rect">
            <a:avLst/>
          </a:prstGeom>
          <a:ln/>
        </p:spPr>
        <p:style>
          <a:lnRef idx="1">
            <a:schemeClr val="accent3"/>
          </a:lnRef>
          <a:fillRef idx="2">
            <a:schemeClr val="accent3"/>
          </a:fillRef>
          <a:effectRef idx="1">
            <a:schemeClr val="accent3"/>
          </a:effectRef>
          <a:fontRef idx="minor">
            <a:schemeClr val="dk1"/>
          </a:fontRef>
        </p:style>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lnSpc>
                <a:spcPct val="130000"/>
              </a:lnSpc>
              <a:defRPr/>
            </a:pPr>
            <a:r>
              <a:rPr lang="en-US" altLang="zh-CN" sz="2000" b="1" dirty="0"/>
              <a:t>4. </a:t>
            </a:r>
            <a:r>
              <a:rPr lang="zh-CN" altLang="en-US" sz="2000" b="1" dirty="0"/>
              <a:t>信号驱动</a:t>
            </a:r>
            <a:r>
              <a:rPr lang="en-US" altLang="zh-CN" sz="2000" b="1" dirty="0"/>
              <a:t>I/O</a:t>
            </a:r>
            <a:r>
              <a:rPr lang="zh-CN" altLang="en-US" sz="2000" b="1" dirty="0"/>
              <a:t>模型</a:t>
            </a:r>
            <a:endParaRPr lang="en-US" altLang="zh-CN" sz="2000" b="1" dirty="0"/>
          </a:p>
        </p:txBody>
      </p:sp>
      <p:pic>
        <p:nvPicPr>
          <p:cNvPr id="11268" name="Picture 2" descr="D:\信号驱动 IO模型.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88988" y="2133600"/>
            <a:ext cx="7670800" cy="3959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pPr eaLnBrk="1" hangingPunct="1"/>
            <a:r>
              <a:rPr lang="zh-CN" altLang="en-US"/>
              <a:t>二、</a:t>
            </a:r>
            <a:r>
              <a:rPr lang="en-US" altLang="zh-CN"/>
              <a:t>I/O</a:t>
            </a:r>
            <a:r>
              <a:rPr lang="zh-CN" altLang="en-US"/>
              <a:t>模型</a:t>
            </a:r>
          </a:p>
        </p:txBody>
      </p:sp>
      <p:sp>
        <p:nvSpPr>
          <p:cNvPr id="9" name="TextBox 2"/>
          <p:cNvSpPr txBox="1">
            <a:spLocks noChangeArrowheads="1"/>
          </p:cNvSpPr>
          <p:nvPr/>
        </p:nvSpPr>
        <p:spPr bwMode="auto">
          <a:xfrm>
            <a:off x="684213" y="1397000"/>
            <a:ext cx="7848600" cy="492125"/>
          </a:xfrm>
          <a:prstGeom prst="rect">
            <a:avLst/>
          </a:prstGeom>
          <a:ln/>
        </p:spPr>
        <p:style>
          <a:lnRef idx="1">
            <a:schemeClr val="accent3"/>
          </a:lnRef>
          <a:fillRef idx="2">
            <a:schemeClr val="accent3"/>
          </a:fillRef>
          <a:effectRef idx="1">
            <a:schemeClr val="accent3"/>
          </a:effectRef>
          <a:fontRef idx="minor">
            <a:schemeClr val="dk1"/>
          </a:fontRef>
        </p:style>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lnSpc>
                <a:spcPct val="130000"/>
              </a:lnSpc>
              <a:defRPr/>
            </a:pPr>
            <a:r>
              <a:rPr lang="en-US" altLang="zh-CN" sz="2000" b="1" dirty="0"/>
              <a:t>5. </a:t>
            </a:r>
            <a:r>
              <a:rPr lang="zh-CN" altLang="en-US" sz="2000" b="1" dirty="0"/>
              <a:t>异步</a:t>
            </a:r>
            <a:r>
              <a:rPr lang="en-US" altLang="zh-CN" sz="2000" b="1" dirty="0"/>
              <a:t>I/O</a:t>
            </a:r>
            <a:r>
              <a:rPr lang="zh-CN" altLang="en-US" sz="2000" b="1" dirty="0"/>
              <a:t>模型</a:t>
            </a:r>
            <a:endParaRPr lang="en-US" altLang="zh-CN" sz="2000" b="1" dirty="0"/>
          </a:p>
        </p:txBody>
      </p:sp>
      <p:pic>
        <p:nvPicPr>
          <p:cNvPr id="12292" name="Picture 2" descr="D:\理工大学\教学工作\网络编程2013\第六讲\异步IO模型.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98525" y="2133600"/>
            <a:ext cx="7561263" cy="3959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pPr eaLnBrk="1" hangingPunct="1"/>
            <a:r>
              <a:rPr lang="zh-CN" altLang="en-US"/>
              <a:t>二、</a:t>
            </a:r>
            <a:r>
              <a:rPr lang="en-US" altLang="zh-CN"/>
              <a:t>I/O</a:t>
            </a:r>
            <a:r>
              <a:rPr lang="zh-CN" altLang="en-US"/>
              <a:t>模型</a:t>
            </a:r>
          </a:p>
        </p:txBody>
      </p:sp>
      <p:sp>
        <p:nvSpPr>
          <p:cNvPr id="9" name="TextBox 2"/>
          <p:cNvSpPr txBox="1">
            <a:spLocks noChangeArrowheads="1"/>
          </p:cNvSpPr>
          <p:nvPr/>
        </p:nvSpPr>
        <p:spPr bwMode="auto">
          <a:xfrm>
            <a:off x="684213" y="1397000"/>
            <a:ext cx="7848600" cy="447675"/>
          </a:xfrm>
          <a:prstGeom prst="rect">
            <a:avLst/>
          </a:prstGeom>
          <a:ln/>
        </p:spPr>
        <p:style>
          <a:lnRef idx="1">
            <a:schemeClr val="accent3"/>
          </a:lnRef>
          <a:fillRef idx="2">
            <a:schemeClr val="accent3"/>
          </a:fillRef>
          <a:effectRef idx="1">
            <a:schemeClr val="accent3"/>
          </a:effectRef>
          <a:fontRef idx="minor">
            <a:schemeClr val="dk1"/>
          </a:fontRef>
        </p:style>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lnSpc>
                <a:spcPct val="130000"/>
              </a:lnSpc>
              <a:defRPr/>
            </a:pPr>
            <a:r>
              <a:rPr lang="zh-CN" altLang="en-US" sz="2000" b="1" dirty="0"/>
              <a:t>各种</a:t>
            </a:r>
            <a:r>
              <a:rPr lang="en-US" altLang="zh-CN" sz="2000" b="1" dirty="0"/>
              <a:t>I/O</a:t>
            </a:r>
            <a:r>
              <a:rPr lang="zh-CN" altLang="en-US" sz="2000" b="1" dirty="0"/>
              <a:t>模型的比较 </a:t>
            </a:r>
          </a:p>
        </p:txBody>
      </p:sp>
      <p:pic>
        <p:nvPicPr>
          <p:cNvPr id="13316" name="Picture 3" descr="D:\各种IO模型的比较 .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306513" y="1989138"/>
            <a:ext cx="6578600" cy="4608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3" name="直接连接符 2"/>
          <p:cNvCxnSpPr/>
          <p:nvPr/>
        </p:nvCxnSpPr>
        <p:spPr>
          <a:xfrm>
            <a:off x="3563938" y="1989138"/>
            <a:ext cx="144462" cy="576262"/>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 name="直接连接符 4"/>
          <p:cNvCxnSpPr/>
          <p:nvPr/>
        </p:nvCxnSpPr>
        <p:spPr>
          <a:xfrm flipV="1">
            <a:off x="3708400" y="1773238"/>
            <a:ext cx="576263" cy="792162"/>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pPr eaLnBrk="1" hangingPunct="1"/>
            <a:r>
              <a:rPr lang="zh-CN" altLang="en-US"/>
              <a:t>三、</a:t>
            </a:r>
            <a:r>
              <a:rPr lang="en-US" altLang="zh-CN"/>
              <a:t>select</a:t>
            </a:r>
            <a:r>
              <a:rPr lang="zh-CN" altLang="en-US"/>
              <a:t>函数</a:t>
            </a:r>
          </a:p>
        </p:txBody>
      </p:sp>
      <p:sp>
        <p:nvSpPr>
          <p:cNvPr id="5" name="TextBox 2"/>
          <p:cNvSpPr txBox="1">
            <a:spLocks noChangeArrowheads="1"/>
          </p:cNvSpPr>
          <p:nvPr/>
        </p:nvSpPr>
        <p:spPr bwMode="auto">
          <a:xfrm>
            <a:off x="611188" y="1341438"/>
            <a:ext cx="7921625" cy="847725"/>
          </a:xfrm>
          <a:prstGeom prst="rect">
            <a:avLst/>
          </a:prstGeom>
          <a:ln/>
        </p:spPr>
        <p:style>
          <a:lnRef idx="1">
            <a:schemeClr val="accent3"/>
          </a:lnRef>
          <a:fillRef idx="2">
            <a:schemeClr val="accent3"/>
          </a:fillRef>
          <a:effectRef idx="1">
            <a:schemeClr val="accent3"/>
          </a:effectRef>
          <a:fontRef idx="minor">
            <a:schemeClr val="dk1"/>
          </a:fontRef>
        </p:style>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lnSpc>
                <a:spcPct val="130000"/>
              </a:lnSpc>
              <a:defRPr/>
            </a:pPr>
            <a:r>
              <a:rPr lang="zh-CN" altLang="en-US" sz="2000" b="1" dirty="0">
                <a:solidFill>
                  <a:srgbClr val="000000"/>
                </a:solidFill>
              </a:rPr>
              <a:t>这个函数允许进程指示内核等待多个事件中的任一个发生，并仅在一个或多个事件发生或经过某指定的时间后才唤醒进程。</a:t>
            </a:r>
          </a:p>
        </p:txBody>
      </p:sp>
      <p:sp>
        <p:nvSpPr>
          <p:cNvPr id="6" name="TextBox 2"/>
          <p:cNvSpPr txBox="1">
            <a:spLocks noChangeArrowheads="1"/>
          </p:cNvSpPr>
          <p:nvPr/>
        </p:nvSpPr>
        <p:spPr bwMode="auto">
          <a:xfrm>
            <a:off x="611188" y="2349500"/>
            <a:ext cx="7921625" cy="2092325"/>
          </a:xfrm>
          <a:prstGeom prst="rect">
            <a:avLst/>
          </a:prstGeom>
          <a:ln/>
        </p:spPr>
        <p:style>
          <a:lnRef idx="1">
            <a:schemeClr val="accent3"/>
          </a:lnRef>
          <a:fillRef idx="2">
            <a:schemeClr val="accent3"/>
          </a:fillRef>
          <a:effectRef idx="1">
            <a:schemeClr val="accent3"/>
          </a:effectRef>
          <a:fontRef idx="minor">
            <a:schemeClr val="dk1"/>
          </a:fontRef>
        </p:style>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lnSpc>
                <a:spcPct val="130000"/>
              </a:lnSpc>
              <a:defRPr/>
            </a:pPr>
            <a:r>
              <a:rPr lang="en-US" altLang="zh-CN" sz="2000" b="1" dirty="0">
                <a:solidFill>
                  <a:srgbClr val="000000"/>
                </a:solidFill>
              </a:rPr>
              <a:t>#include &lt;sys/</a:t>
            </a:r>
            <a:r>
              <a:rPr lang="en-US" altLang="zh-CN" sz="2000" b="1" dirty="0" err="1">
                <a:solidFill>
                  <a:srgbClr val="000000"/>
                </a:solidFill>
              </a:rPr>
              <a:t>select.h</a:t>
            </a:r>
            <a:r>
              <a:rPr lang="en-US" altLang="zh-CN" sz="2000" b="1" dirty="0">
                <a:solidFill>
                  <a:srgbClr val="000000"/>
                </a:solidFill>
              </a:rPr>
              <a:t>&gt;</a:t>
            </a:r>
          </a:p>
          <a:p>
            <a:pPr eaLnBrk="1" hangingPunct="1">
              <a:lnSpc>
                <a:spcPct val="130000"/>
              </a:lnSpc>
              <a:defRPr/>
            </a:pPr>
            <a:r>
              <a:rPr lang="en-US" altLang="zh-CN" sz="2000" b="1" dirty="0">
                <a:solidFill>
                  <a:srgbClr val="000000"/>
                </a:solidFill>
              </a:rPr>
              <a:t>#include &lt;sys/</a:t>
            </a:r>
            <a:r>
              <a:rPr lang="en-US" altLang="zh-CN" sz="2000" b="1" dirty="0" err="1">
                <a:solidFill>
                  <a:srgbClr val="000000"/>
                </a:solidFill>
              </a:rPr>
              <a:t>time.h</a:t>
            </a:r>
            <a:r>
              <a:rPr lang="en-US" altLang="zh-CN" sz="2000" b="1" dirty="0">
                <a:solidFill>
                  <a:srgbClr val="000000"/>
                </a:solidFill>
              </a:rPr>
              <a:t>&gt;</a:t>
            </a:r>
          </a:p>
          <a:p>
            <a:pPr eaLnBrk="1" hangingPunct="1">
              <a:lnSpc>
                <a:spcPct val="130000"/>
              </a:lnSpc>
              <a:defRPr/>
            </a:pPr>
            <a:r>
              <a:rPr lang="en-US" altLang="zh-CN" sz="2000" b="1" dirty="0" err="1">
                <a:solidFill>
                  <a:srgbClr val="000000"/>
                </a:solidFill>
              </a:rPr>
              <a:t>int</a:t>
            </a:r>
            <a:r>
              <a:rPr lang="en-US" altLang="zh-CN" sz="2000" b="1" dirty="0">
                <a:solidFill>
                  <a:srgbClr val="000000"/>
                </a:solidFill>
              </a:rPr>
              <a:t> select(</a:t>
            </a:r>
            <a:r>
              <a:rPr lang="en-US" altLang="zh-CN" sz="2000" b="1" dirty="0" err="1">
                <a:solidFill>
                  <a:srgbClr val="000000"/>
                </a:solidFill>
              </a:rPr>
              <a:t>int</a:t>
            </a:r>
            <a:r>
              <a:rPr lang="en-US" altLang="zh-CN" sz="2000" b="1" dirty="0">
                <a:solidFill>
                  <a:srgbClr val="000000"/>
                </a:solidFill>
              </a:rPr>
              <a:t> maxfdp1,fd_set * </a:t>
            </a:r>
            <a:r>
              <a:rPr lang="en-US" altLang="zh-CN" sz="2000" b="1" dirty="0" err="1">
                <a:solidFill>
                  <a:srgbClr val="000000"/>
                </a:solidFill>
              </a:rPr>
              <a:t>readset,fd_set</a:t>
            </a:r>
            <a:r>
              <a:rPr lang="en-US" altLang="zh-CN" sz="2000" b="1" dirty="0">
                <a:solidFill>
                  <a:srgbClr val="000000"/>
                </a:solidFill>
              </a:rPr>
              <a:t> * </a:t>
            </a:r>
            <a:r>
              <a:rPr lang="en-US" altLang="zh-CN" sz="2000" b="1" dirty="0" err="1">
                <a:solidFill>
                  <a:srgbClr val="000000"/>
                </a:solidFill>
              </a:rPr>
              <a:t>writeset,fd_set</a:t>
            </a:r>
            <a:r>
              <a:rPr lang="en-US" altLang="zh-CN" sz="2000" b="1" dirty="0">
                <a:solidFill>
                  <a:srgbClr val="000000"/>
                </a:solidFill>
              </a:rPr>
              <a:t> * </a:t>
            </a:r>
            <a:r>
              <a:rPr lang="en-US" altLang="zh-CN" sz="2000" b="1" dirty="0" err="1">
                <a:solidFill>
                  <a:srgbClr val="000000"/>
                </a:solidFill>
              </a:rPr>
              <a:t>exceptset,const</a:t>
            </a:r>
            <a:r>
              <a:rPr lang="en-US" altLang="zh-CN" sz="2000" b="1" dirty="0">
                <a:solidFill>
                  <a:srgbClr val="000000"/>
                </a:solidFill>
              </a:rPr>
              <a:t> </a:t>
            </a:r>
            <a:r>
              <a:rPr lang="en-US" altLang="zh-CN" sz="2000" b="1" dirty="0" err="1">
                <a:solidFill>
                  <a:srgbClr val="000000"/>
                </a:solidFill>
              </a:rPr>
              <a:t>struct</a:t>
            </a:r>
            <a:r>
              <a:rPr lang="en-US" altLang="zh-CN" sz="2000" b="1" dirty="0">
                <a:solidFill>
                  <a:srgbClr val="000000"/>
                </a:solidFill>
              </a:rPr>
              <a:t> </a:t>
            </a:r>
            <a:r>
              <a:rPr lang="en-US" altLang="zh-CN" sz="2000" b="1" dirty="0" err="1">
                <a:solidFill>
                  <a:srgbClr val="000000"/>
                </a:solidFill>
              </a:rPr>
              <a:t>timeval</a:t>
            </a:r>
            <a:r>
              <a:rPr lang="en-US" altLang="zh-CN" sz="2000" b="1" dirty="0">
                <a:solidFill>
                  <a:srgbClr val="000000"/>
                </a:solidFill>
              </a:rPr>
              <a:t> * timeout);</a:t>
            </a:r>
          </a:p>
          <a:p>
            <a:pPr algn="r" eaLnBrk="1" hangingPunct="1">
              <a:lnSpc>
                <a:spcPct val="130000"/>
              </a:lnSpc>
              <a:defRPr/>
            </a:pPr>
            <a:r>
              <a:rPr lang="zh-CN" altLang="en-US" sz="2000" b="1" dirty="0">
                <a:solidFill>
                  <a:srgbClr val="000000"/>
                </a:solidFill>
              </a:rPr>
              <a:t>返回：准备好描述字的总数目。</a:t>
            </a:r>
            <a:r>
              <a:rPr lang="en-US" altLang="zh-CN" sz="2000" b="1" dirty="0">
                <a:solidFill>
                  <a:srgbClr val="000000"/>
                </a:solidFill>
              </a:rPr>
              <a:t>0——</a:t>
            </a:r>
            <a:r>
              <a:rPr lang="zh-CN" altLang="en-US" sz="2000" b="1" dirty="0">
                <a:solidFill>
                  <a:srgbClr val="000000"/>
                </a:solidFill>
              </a:rPr>
              <a:t>超时，</a:t>
            </a:r>
            <a:r>
              <a:rPr lang="en-US" altLang="zh-CN" sz="2000" b="1" dirty="0">
                <a:solidFill>
                  <a:srgbClr val="000000"/>
                </a:solidFill>
              </a:rPr>
              <a:t>-1——</a:t>
            </a:r>
            <a:r>
              <a:rPr lang="zh-CN" altLang="en-US" sz="2000" b="1" dirty="0">
                <a:solidFill>
                  <a:srgbClr val="000000"/>
                </a:solidFill>
              </a:rPr>
              <a:t>出错</a:t>
            </a:r>
            <a:endParaRPr lang="en-US" altLang="zh-CN" sz="2000" b="1" dirty="0">
              <a:solidFill>
                <a:srgbClr val="000000"/>
              </a:solidFill>
            </a:endParaRPr>
          </a:p>
        </p:txBody>
      </p:sp>
      <p:sp>
        <p:nvSpPr>
          <p:cNvPr id="7" name="TextBox 2"/>
          <p:cNvSpPr txBox="1">
            <a:spLocks noChangeArrowheads="1"/>
          </p:cNvSpPr>
          <p:nvPr/>
        </p:nvSpPr>
        <p:spPr bwMode="auto">
          <a:xfrm>
            <a:off x="614363" y="4602163"/>
            <a:ext cx="7921625" cy="1692275"/>
          </a:xfrm>
          <a:prstGeom prst="rect">
            <a:avLst/>
          </a:prstGeom>
          <a:ln/>
        </p:spPr>
        <p:style>
          <a:lnRef idx="1">
            <a:schemeClr val="accent3"/>
          </a:lnRef>
          <a:fillRef idx="2">
            <a:schemeClr val="accent3"/>
          </a:fillRef>
          <a:effectRef idx="1">
            <a:schemeClr val="accent3"/>
          </a:effectRef>
          <a:fontRef idx="minor">
            <a:schemeClr val="dk1"/>
          </a:fontRef>
        </p:style>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lnSpc>
                <a:spcPct val="130000"/>
              </a:lnSpc>
              <a:defRPr/>
            </a:pPr>
            <a:r>
              <a:rPr lang="en-US" altLang="zh-CN" sz="2000" b="1" dirty="0" err="1">
                <a:solidFill>
                  <a:srgbClr val="000000"/>
                </a:solidFill>
              </a:rPr>
              <a:t>struct</a:t>
            </a:r>
            <a:r>
              <a:rPr lang="en-US" altLang="zh-CN" sz="2000" b="1" dirty="0">
                <a:solidFill>
                  <a:srgbClr val="000000"/>
                </a:solidFill>
              </a:rPr>
              <a:t> </a:t>
            </a:r>
            <a:r>
              <a:rPr lang="en-US" altLang="zh-CN" sz="2000" b="1" dirty="0" err="1">
                <a:solidFill>
                  <a:srgbClr val="000000"/>
                </a:solidFill>
              </a:rPr>
              <a:t>timeval</a:t>
            </a:r>
            <a:r>
              <a:rPr lang="en-US" altLang="zh-CN" sz="2000" b="1" dirty="0">
                <a:solidFill>
                  <a:srgbClr val="000000"/>
                </a:solidFill>
              </a:rPr>
              <a:t> {</a:t>
            </a:r>
          </a:p>
          <a:p>
            <a:pPr eaLnBrk="1" hangingPunct="1">
              <a:lnSpc>
                <a:spcPct val="130000"/>
              </a:lnSpc>
              <a:defRPr/>
            </a:pPr>
            <a:r>
              <a:rPr lang="en-US" altLang="zh-CN" sz="2000" b="1" dirty="0">
                <a:solidFill>
                  <a:srgbClr val="000000"/>
                </a:solidFill>
              </a:rPr>
              <a:t>	long </a:t>
            </a:r>
            <a:r>
              <a:rPr lang="en-US" altLang="zh-CN" sz="2000" b="1" dirty="0" err="1">
                <a:solidFill>
                  <a:srgbClr val="000000"/>
                </a:solidFill>
              </a:rPr>
              <a:t>tv_sec</a:t>
            </a:r>
            <a:r>
              <a:rPr lang="en-US" altLang="zh-CN" sz="2000" b="1" dirty="0">
                <a:solidFill>
                  <a:srgbClr val="000000"/>
                </a:solidFill>
              </a:rPr>
              <a:t>;</a:t>
            </a:r>
          </a:p>
          <a:p>
            <a:pPr eaLnBrk="1" hangingPunct="1">
              <a:lnSpc>
                <a:spcPct val="130000"/>
              </a:lnSpc>
              <a:defRPr/>
            </a:pPr>
            <a:r>
              <a:rPr lang="en-US" altLang="zh-CN" sz="2000" b="1" dirty="0">
                <a:solidFill>
                  <a:srgbClr val="000000"/>
                </a:solidFill>
              </a:rPr>
              <a:t>	long </a:t>
            </a:r>
            <a:r>
              <a:rPr lang="en-US" altLang="zh-CN" sz="2000" b="1" dirty="0" err="1">
                <a:solidFill>
                  <a:srgbClr val="000000"/>
                </a:solidFill>
              </a:rPr>
              <a:t>tv_usec</a:t>
            </a:r>
            <a:r>
              <a:rPr lang="en-US" altLang="zh-CN" sz="2000" b="1" dirty="0">
                <a:solidFill>
                  <a:srgbClr val="000000"/>
                </a:solidFill>
              </a:rPr>
              <a:t>; //</a:t>
            </a:r>
            <a:r>
              <a:rPr lang="zh-CN" altLang="en-US" sz="2000" b="1" dirty="0">
                <a:solidFill>
                  <a:srgbClr val="000000"/>
                </a:solidFill>
              </a:rPr>
              <a:t>微秒，</a:t>
            </a:r>
            <a:r>
              <a:rPr lang="en-US" altLang="zh-CN" sz="2000" b="1" dirty="0">
                <a:solidFill>
                  <a:srgbClr val="000000"/>
                </a:solidFill>
              </a:rPr>
              <a:t>1</a:t>
            </a:r>
            <a:r>
              <a:rPr lang="zh-CN" altLang="en-US" sz="2000" b="1" dirty="0">
                <a:solidFill>
                  <a:srgbClr val="000000"/>
                </a:solidFill>
              </a:rPr>
              <a:t>微秒等于百万分之一秒</a:t>
            </a:r>
            <a:endParaRPr lang="en-US" altLang="zh-CN" sz="2000" b="1" dirty="0">
              <a:solidFill>
                <a:srgbClr val="000000"/>
              </a:solidFill>
            </a:endParaRPr>
          </a:p>
          <a:p>
            <a:pPr eaLnBrk="1" hangingPunct="1">
              <a:lnSpc>
                <a:spcPct val="130000"/>
              </a:lnSpc>
              <a:defRPr/>
            </a:pPr>
            <a:r>
              <a:rPr lang="en-US" altLang="zh-CN" sz="2000" b="1" dirty="0">
                <a:solidFill>
                  <a:srgbClr val="000000"/>
                </a:solidFill>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pPr eaLnBrk="1" hangingPunct="1"/>
            <a:r>
              <a:rPr lang="zh-CN" altLang="en-US"/>
              <a:t>三、</a:t>
            </a:r>
            <a:r>
              <a:rPr lang="en-US" altLang="zh-CN"/>
              <a:t>select</a:t>
            </a:r>
            <a:r>
              <a:rPr lang="zh-CN" altLang="en-US"/>
              <a:t>函数</a:t>
            </a:r>
          </a:p>
        </p:txBody>
      </p:sp>
      <p:sp>
        <p:nvSpPr>
          <p:cNvPr id="5" name="TextBox 2"/>
          <p:cNvSpPr txBox="1">
            <a:spLocks noChangeArrowheads="1"/>
          </p:cNvSpPr>
          <p:nvPr/>
        </p:nvSpPr>
        <p:spPr bwMode="auto">
          <a:xfrm>
            <a:off x="611188" y="1341438"/>
            <a:ext cx="7921625" cy="447675"/>
          </a:xfrm>
          <a:prstGeom prst="rect">
            <a:avLst/>
          </a:prstGeom>
          <a:ln/>
        </p:spPr>
        <p:style>
          <a:lnRef idx="1">
            <a:schemeClr val="accent3"/>
          </a:lnRef>
          <a:fillRef idx="2">
            <a:schemeClr val="accent3"/>
          </a:fillRef>
          <a:effectRef idx="1">
            <a:schemeClr val="accent3"/>
          </a:effectRef>
          <a:fontRef idx="minor">
            <a:schemeClr val="dk1"/>
          </a:fontRef>
        </p:style>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lnSpc>
                <a:spcPct val="130000"/>
              </a:lnSpc>
              <a:defRPr/>
            </a:pPr>
            <a:r>
              <a:rPr lang="zh-CN" altLang="en-US" sz="2000" b="1" dirty="0">
                <a:solidFill>
                  <a:srgbClr val="000000"/>
                </a:solidFill>
              </a:rPr>
              <a:t>有三种可能：</a:t>
            </a:r>
          </a:p>
        </p:txBody>
      </p:sp>
      <p:sp>
        <p:nvSpPr>
          <p:cNvPr id="6" name="TextBox 2"/>
          <p:cNvSpPr txBox="1">
            <a:spLocks noChangeArrowheads="1"/>
          </p:cNvSpPr>
          <p:nvPr/>
        </p:nvSpPr>
        <p:spPr bwMode="auto">
          <a:xfrm>
            <a:off x="611188" y="1989138"/>
            <a:ext cx="7921625" cy="847725"/>
          </a:xfrm>
          <a:prstGeom prst="rect">
            <a:avLst/>
          </a:prstGeom>
          <a:ln/>
        </p:spPr>
        <p:style>
          <a:lnRef idx="1">
            <a:schemeClr val="accent3"/>
          </a:lnRef>
          <a:fillRef idx="2">
            <a:schemeClr val="accent3"/>
          </a:fillRef>
          <a:effectRef idx="1">
            <a:schemeClr val="accent3"/>
          </a:effectRef>
          <a:fontRef idx="minor">
            <a:schemeClr val="dk1"/>
          </a:fontRef>
        </p:style>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lnSpc>
                <a:spcPct val="130000"/>
              </a:lnSpc>
              <a:defRPr/>
            </a:pPr>
            <a:r>
              <a:rPr lang="en-US" altLang="zh-CN" sz="2000" b="1" dirty="0">
                <a:solidFill>
                  <a:srgbClr val="000000"/>
                </a:solidFill>
              </a:rPr>
              <a:t>1</a:t>
            </a:r>
            <a:r>
              <a:rPr lang="zh-CN" altLang="en-US" sz="2000" b="1" dirty="0">
                <a:solidFill>
                  <a:srgbClr val="000000"/>
                </a:solidFill>
              </a:rPr>
              <a:t>）永远等待下去：仅在有一个描述字准备好</a:t>
            </a:r>
            <a:r>
              <a:rPr lang="en-US" altLang="zh-CN" sz="2000" b="1" dirty="0">
                <a:solidFill>
                  <a:srgbClr val="000000"/>
                </a:solidFill>
              </a:rPr>
              <a:t>I/O</a:t>
            </a:r>
            <a:r>
              <a:rPr lang="zh-CN" altLang="en-US" sz="2000" b="1" dirty="0">
                <a:solidFill>
                  <a:srgbClr val="000000"/>
                </a:solidFill>
              </a:rPr>
              <a:t>时才返回，为此，我们将参数</a:t>
            </a:r>
            <a:r>
              <a:rPr lang="en-US" altLang="zh-CN" sz="2000" b="1" dirty="0">
                <a:solidFill>
                  <a:srgbClr val="000000"/>
                </a:solidFill>
              </a:rPr>
              <a:t>timeout</a:t>
            </a:r>
            <a:r>
              <a:rPr lang="zh-CN" altLang="en-US" sz="2000" b="1" dirty="0">
                <a:solidFill>
                  <a:srgbClr val="000000"/>
                </a:solidFill>
              </a:rPr>
              <a:t>设置为空指针。</a:t>
            </a:r>
            <a:endParaRPr lang="en-US" altLang="zh-CN" sz="2000" b="1" dirty="0">
              <a:solidFill>
                <a:srgbClr val="000000"/>
              </a:solidFill>
            </a:endParaRPr>
          </a:p>
        </p:txBody>
      </p:sp>
      <p:sp>
        <p:nvSpPr>
          <p:cNvPr id="7" name="TextBox 2"/>
          <p:cNvSpPr txBox="1">
            <a:spLocks noChangeArrowheads="1"/>
          </p:cNvSpPr>
          <p:nvPr/>
        </p:nvSpPr>
        <p:spPr bwMode="auto">
          <a:xfrm>
            <a:off x="611188" y="4149725"/>
            <a:ext cx="7921625" cy="1292225"/>
          </a:xfrm>
          <a:prstGeom prst="rect">
            <a:avLst/>
          </a:prstGeom>
          <a:ln/>
        </p:spPr>
        <p:style>
          <a:lnRef idx="1">
            <a:schemeClr val="accent3"/>
          </a:lnRef>
          <a:fillRef idx="2">
            <a:schemeClr val="accent3"/>
          </a:fillRef>
          <a:effectRef idx="1">
            <a:schemeClr val="accent3"/>
          </a:effectRef>
          <a:fontRef idx="minor">
            <a:schemeClr val="dk1"/>
          </a:fontRef>
        </p:style>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lnSpc>
                <a:spcPct val="130000"/>
              </a:lnSpc>
              <a:defRPr/>
            </a:pPr>
            <a:r>
              <a:rPr lang="en-US" altLang="zh-CN" sz="2000" b="1" dirty="0">
                <a:solidFill>
                  <a:srgbClr val="000000"/>
                </a:solidFill>
              </a:rPr>
              <a:t>3</a:t>
            </a:r>
            <a:r>
              <a:rPr lang="zh-CN" altLang="en-US" sz="2000" b="1" dirty="0">
                <a:solidFill>
                  <a:srgbClr val="000000"/>
                </a:solidFill>
              </a:rPr>
              <a:t>）根本不等待检查：描述字后立即返回，这称为轮询（</a:t>
            </a:r>
            <a:r>
              <a:rPr lang="en-US" altLang="zh-CN" sz="2000" b="1" dirty="0">
                <a:solidFill>
                  <a:srgbClr val="000000"/>
                </a:solidFill>
              </a:rPr>
              <a:t>polling</a:t>
            </a:r>
            <a:r>
              <a:rPr lang="zh-CN" altLang="en-US" sz="2000" b="1" dirty="0">
                <a:solidFill>
                  <a:srgbClr val="000000"/>
                </a:solidFill>
              </a:rPr>
              <a:t>）。为了实现这一点，参数</a:t>
            </a:r>
            <a:r>
              <a:rPr lang="en-US" altLang="zh-CN" sz="2000" b="1" dirty="0">
                <a:solidFill>
                  <a:srgbClr val="000000"/>
                </a:solidFill>
              </a:rPr>
              <a:t>timeout</a:t>
            </a:r>
            <a:r>
              <a:rPr lang="zh-CN" altLang="en-US" sz="2000" b="1" dirty="0">
                <a:solidFill>
                  <a:srgbClr val="000000"/>
                </a:solidFill>
              </a:rPr>
              <a:t>必须指向结构</a:t>
            </a:r>
            <a:r>
              <a:rPr lang="en-US" altLang="zh-CN" sz="2000" b="1" dirty="0" err="1">
                <a:solidFill>
                  <a:srgbClr val="000000"/>
                </a:solidFill>
              </a:rPr>
              <a:t>timeval</a:t>
            </a:r>
            <a:r>
              <a:rPr lang="zh-CN" altLang="en-US" sz="2000" b="1" dirty="0">
                <a:solidFill>
                  <a:srgbClr val="000000"/>
                </a:solidFill>
              </a:rPr>
              <a:t>，且定时器的值（由结构</a:t>
            </a:r>
            <a:r>
              <a:rPr lang="en-US" altLang="zh-CN" sz="2000" b="1" dirty="0" err="1">
                <a:solidFill>
                  <a:srgbClr val="000000"/>
                </a:solidFill>
              </a:rPr>
              <a:t>timeval</a:t>
            </a:r>
            <a:r>
              <a:rPr lang="zh-CN" altLang="en-US" sz="2000" b="1" dirty="0">
                <a:solidFill>
                  <a:srgbClr val="000000"/>
                </a:solidFill>
              </a:rPr>
              <a:t>指定的秒数和微秒数）必须为</a:t>
            </a:r>
            <a:r>
              <a:rPr lang="en-US" altLang="zh-CN" sz="2000" b="1" dirty="0">
                <a:solidFill>
                  <a:srgbClr val="000000"/>
                </a:solidFill>
              </a:rPr>
              <a:t>0</a:t>
            </a:r>
            <a:r>
              <a:rPr lang="zh-CN" altLang="en-US" sz="2000" b="1" dirty="0">
                <a:solidFill>
                  <a:srgbClr val="000000"/>
                </a:solidFill>
              </a:rPr>
              <a:t>。 </a:t>
            </a:r>
            <a:endParaRPr lang="en-US" altLang="zh-CN" sz="2000" b="1" dirty="0">
              <a:solidFill>
                <a:srgbClr val="000000"/>
              </a:solidFill>
            </a:endParaRPr>
          </a:p>
        </p:txBody>
      </p:sp>
      <p:sp>
        <p:nvSpPr>
          <p:cNvPr id="8" name="TextBox 2"/>
          <p:cNvSpPr txBox="1">
            <a:spLocks noChangeArrowheads="1"/>
          </p:cNvSpPr>
          <p:nvPr/>
        </p:nvSpPr>
        <p:spPr bwMode="auto">
          <a:xfrm>
            <a:off x="611188" y="3068638"/>
            <a:ext cx="7921625" cy="892175"/>
          </a:xfrm>
          <a:prstGeom prst="rect">
            <a:avLst/>
          </a:prstGeom>
          <a:ln/>
        </p:spPr>
        <p:style>
          <a:lnRef idx="1">
            <a:schemeClr val="accent3"/>
          </a:lnRef>
          <a:fillRef idx="2">
            <a:schemeClr val="accent3"/>
          </a:fillRef>
          <a:effectRef idx="1">
            <a:schemeClr val="accent3"/>
          </a:effectRef>
          <a:fontRef idx="minor">
            <a:schemeClr val="dk1"/>
          </a:fontRef>
        </p:style>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lnSpc>
                <a:spcPct val="130000"/>
              </a:lnSpc>
              <a:defRPr/>
            </a:pPr>
            <a:r>
              <a:rPr lang="en-US" altLang="zh-CN" sz="2000" b="1" dirty="0">
                <a:solidFill>
                  <a:srgbClr val="000000"/>
                </a:solidFill>
              </a:rPr>
              <a:t>2</a:t>
            </a:r>
            <a:r>
              <a:rPr lang="zh-CN" altLang="en-US" sz="2000" b="1" dirty="0">
                <a:solidFill>
                  <a:srgbClr val="000000"/>
                </a:solidFill>
              </a:rPr>
              <a:t>）等待固定时间：在有一个描述字准备好</a:t>
            </a:r>
            <a:r>
              <a:rPr lang="en-US" altLang="zh-CN" sz="2000" b="1" dirty="0">
                <a:solidFill>
                  <a:srgbClr val="000000"/>
                </a:solidFill>
              </a:rPr>
              <a:t>I/O</a:t>
            </a:r>
            <a:r>
              <a:rPr lang="zh-CN" altLang="en-US" sz="2000" b="1" dirty="0">
                <a:solidFill>
                  <a:srgbClr val="000000"/>
                </a:solidFill>
              </a:rPr>
              <a:t>时返回，但不超过由</a:t>
            </a:r>
            <a:r>
              <a:rPr lang="en-US" altLang="zh-CN" sz="2000" b="1" dirty="0">
                <a:solidFill>
                  <a:srgbClr val="000000"/>
                </a:solidFill>
              </a:rPr>
              <a:t>timeout </a:t>
            </a:r>
            <a:r>
              <a:rPr lang="zh-CN" altLang="en-US" sz="2000" b="1" dirty="0">
                <a:solidFill>
                  <a:srgbClr val="000000"/>
                </a:solidFill>
              </a:rPr>
              <a:t>参数所指</a:t>
            </a:r>
            <a:r>
              <a:rPr lang="en-US" altLang="zh-CN" sz="2000" b="1" dirty="0" err="1">
                <a:solidFill>
                  <a:srgbClr val="000000"/>
                </a:solidFill>
              </a:rPr>
              <a:t>timeval</a:t>
            </a:r>
            <a:r>
              <a:rPr lang="zh-CN" altLang="en-US" sz="2000" b="1" dirty="0">
                <a:solidFill>
                  <a:srgbClr val="000000"/>
                </a:solidFill>
              </a:rPr>
              <a:t>结构中指定的秒数和微秒数。</a:t>
            </a:r>
            <a:endParaRPr lang="en-US" altLang="zh-CN" sz="2000" b="1" dirty="0">
              <a:solidFill>
                <a:srgbClr val="00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ppt_x"/>
                                          </p:val>
                                        </p:tav>
                                        <p:tav tm="100000">
                                          <p:val>
                                            <p:strVal val="#ppt_x"/>
                                          </p:val>
                                        </p:tav>
                                      </p:tavLst>
                                    </p:anim>
                                    <p:anim calcmode="lin" valueType="num">
                                      <p:cBhvr additive="base">
                                        <p:cTn id="20"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pPr eaLnBrk="1" hangingPunct="1"/>
            <a:r>
              <a:rPr lang="zh-CN" altLang="en-US"/>
              <a:t>三、</a:t>
            </a:r>
            <a:r>
              <a:rPr lang="en-US" altLang="zh-CN"/>
              <a:t>select</a:t>
            </a:r>
            <a:r>
              <a:rPr lang="zh-CN" altLang="en-US"/>
              <a:t>函数</a:t>
            </a:r>
          </a:p>
        </p:txBody>
      </p:sp>
      <p:sp>
        <p:nvSpPr>
          <p:cNvPr id="5" name="TextBox 2"/>
          <p:cNvSpPr txBox="1">
            <a:spLocks noChangeArrowheads="1"/>
          </p:cNvSpPr>
          <p:nvPr/>
        </p:nvSpPr>
        <p:spPr bwMode="auto">
          <a:xfrm>
            <a:off x="611188" y="1341438"/>
            <a:ext cx="7921625" cy="847725"/>
          </a:xfrm>
          <a:prstGeom prst="rect">
            <a:avLst/>
          </a:prstGeom>
          <a:ln/>
        </p:spPr>
        <p:style>
          <a:lnRef idx="1">
            <a:schemeClr val="accent3"/>
          </a:lnRef>
          <a:fillRef idx="2">
            <a:schemeClr val="accent3"/>
          </a:fillRef>
          <a:effectRef idx="1">
            <a:schemeClr val="accent3"/>
          </a:effectRef>
          <a:fontRef idx="minor">
            <a:schemeClr val="dk1"/>
          </a:fontRef>
        </p:style>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lnSpc>
                <a:spcPct val="130000"/>
              </a:lnSpc>
              <a:defRPr/>
            </a:pPr>
            <a:r>
              <a:rPr lang="zh-CN" altLang="en-US" sz="2000" b="1" dirty="0">
                <a:solidFill>
                  <a:srgbClr val="000000"/>
                </a:solidFill>
              </a:rPr>
              <a:t>中间的三个参数</a:t>
            </a:r>
            <a:r>
              <a:rPr lang="en-US" altLang="zh-CN" sz="2000" b="1" dirty="0" err="1">
                <a:solidFill>
                  <a:srgbClr val="000000"/>
                </a:solidFill>
              </a:rPr>
              <a:t>readset</a:t>
            </a:r>
            <a:r>
              <a:rPr lang="zh-CN" altLang="en-US" sz="2000" b="1" dirty="0">
                <a:solidFill>
                  <a:srgbClr val="000000"/>
                </a:solidFill>
              </a:rPr>
              <a:t>、</a:t>
            </a:r>
            <a:r>
              <a:rPr lang="en-US" altLang="zh-CN" sz="2000" b="1" dirty="0" err="1">
                <a:solidFill>
                  <a:srgbClr val="000000"/>
                </a:solidFill>
              </a:rPr>
              <a:t>writeset</a:t>
            </a:r>
            <a:r>
              <a:rPr lang="zh-CN" altLang="en-US" sz="2000" b="1" dirty="0">
                <a:solidFill>
                  <a:srgbClr val="000000"/>
                </a:solidFill>
              </a:rPr>
              <a:t>和</a:t>
            </a:r>
            <a:r>
              <a:rPr lang="en-US" altLang="zh-CN" sz="2000" b="1" dirty="0" err="1">
                <a:solidFill>
                  <a:srgbClr val="000000"/>
                </a:solidFill>
              </a:rPr>
              <a:t>exceptset</a:t>
            </a:r>
            <a:r>
              <a:rPr lang="zh-CN" altLang="en-US" sz="2000" b="1" dirty="0">
                <a:solidFill>
                  <a:srgbClr val="000000"/>
                </a:solidFill>
              </a:rPr>
              <a:t>指定我们要让内核测试读、写和异常条件所需的描述字。</a:t>
            </a:r>
          </a:p>
        </p:txBody>
      </p:sp>
      <p:sp>
        <p:nvSpPr>
          <p:cNvPr id="7" name="TextBox 2"/>
          <p:cNvSpPr txBox="1">
            <a:spLocks noChangeArrowheads="1"/>
          </p:cNvSpPr>
          <p:nvPr/>
        </p:nvSpPr>
        <p:spPr bwMode="auto">
          <a:xfrm>
            <a:off x="611188" y="2997200"/>
            <a:ext cx="7921625" cy="1292662"/>
          </a:xfrm>
          <a:prstGeom prst="rect">
            <a:avLst/>
          </a:prstGeom>
          <a:ln/>
        </p:spPr>
        <p:style>
          <a:lnRef idx="1">
            <a:schemeClr val="accent3"/>
          </a:lnRef>
          <a:fillRef idx="2">
            <a:schemeClr val="accent3"/>
          </a:fillRef>
          <a:effectRef idx="1">
            <a:schemeClr val="accent3"/>
          </a:effectRef>
          <a:fontRef idx="minor">
            <a:schemeClr val="dk1"/>
          </a:fontRef>
        </p:style>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lnSpc>
                <a:spcPct val="130000"/>
              </a:lnSpc>
              <a:defRPr/>
            </a:pPr>
            <a:r>
              <a:rPr lang="zh-CN" altLang="en-US" sz="2000" b="1" dirty="0">
                <a:solidFill>
                  <a:srgbClr val="000000"/>
                </a:solidFill>
              </a:rPr>
              <a:t>函数</a:t>
            </a:r>
            <a:r>
              <a:rPr lang="en-US" altLang="zh-CN" sz="2000" b="1" dirty="0">
                <a:solidFill>
                  <a:srgbClr val="000000"/>
                </a:solidFill>
              </a:rPr>
              <a:t>select</a:t>
            </a:r>
            <a:r>
              <a:rPr lang="zh-CN" altLang="en-US" sz="2000" b="1" dirty="0">
                <a:solidFill>
                  <a:srgbClr val="000000"/>
                </a:solidFill>
              </a:rPr>
              <a:t>使用描述字集，它一般是一个整数数组，每个数中的</a:t>
            </a:r>
            <a:r>
              <a:rPr lang="zh-CN" altLang="en-US" sz="2000" b="1" dirty="0">
                <a:solidFill>
                  <a:srgbClr val="FF0000"/>
                </a:solidFill>
              </a:rPr>
              <a:t>每一位</a:t>
            </a:r>
            <a:r>
              <a:rPr lang="zh-CN" altLang="en-US" sz="2000" b="1" dirty="0">
                <a:solidFill>
                  <a:srgbClr val="000000"/>
                </a:solidFill>
              </a:rPr>
              <a:t>对应一个描述字。例如，用</a:t>
            </a:r>
            <a:r>
              <a:rPr lang="en-US" altLang="zh-CN" sz="2000" b="1" dirty="0">
                <a:solidFill>
                  <a:srgbClr val="000000"/>
                </a:solidFill>
              </a:rPr>
              <a:t>32</a:t>
            </a:r>
            <a:r>
              <a:rPr lang="zh-CN" altLang="en-US" sz="2000" b="1" dirty="0">
                <a:solidFill>
                  <a:srgbClr val="FF0000"/>
                </a:solidFill>
              </a:rPr>
              <a:t>位</a:t>
            </a:r>
            <a:r>
              <a:rPr lang="zh-CN" altLang="en-US" sz="2000" b="1" dirty="0">
                <a:solidFill>
                  <a:srgbClr val="000000"/>
                </a:solidFill>
              </a:rPr>
              <a:t>整数，则数组的第一个元素对应于描述字</a:t>
            </a:r>
            <a:r>
              <a:rPr lang="en-US" altLang="zh-CN" sz="2000" b="1" dirty="0">
                <a:solidFill>
                  <a:srgbClr val="000000"/>
                </a:solidFill>
              </a:rPr>
              <a:t>0~31</a:t>
            </a:r>
            <a:r>
              <a:rPr lang="zh-CN" altLang="en-US" sz="2000" b="1" dirty="0">
                <a:solidFill>
                  <a:srgbClr val="000000"/>
                </a:solidFill>
              </a:rPr>
              <a:t>，数组中的第二个元素对应于描述字</a:t>
            </a:r>
            <a:r>
              <a:rPr lang="en-US" altLang="zh-CN" sz="2000" b="1" dirty="0">
                <a:solidFill>
                  <a:srgbClr val="000000"/>
                </a:solidFill>
              </a:rPr>
              <a:t>32~63</a:t>
            </a:r>
            <a:r>
              <a:rPr lang="zh-CN" altLang="en-US" sz="2000" b="1" dirty="0">
                <a:solidFill>
                  <a:srgbClr val="000000"/>
                </a:solidFill>
              </a:rPr>
              <a:t>，以此类推。</a:t>
            </a:r>
            <a:endParaRPr lang="en-US" altLang="zh-CN" sz="2000" b="1" dirty="0">
              <a:solidFill>
                <a:srgbClr val="000000"/>
              </a:solidFill>
            </a:endParaRPr>
          </a:p>
        </p:txBody>
      </p:sp>
      <p:sp>
        <p:nvSpPr>
          <p:cNvPr id="8" name="TextBox 2"/>
          <p:cNvSpPr txBox="1">
            <a:spLocks noChangeArrowheads="1"/>
          </p:cNvSpPr>
          <p:nvPr/>
        </p:nvSpPr>
        <p:spPr bwMode="auto">
          <a:xfrm>
            <a:off x="611188" y="2349500"/>
            <a:ext cx="7921625" cy="492125"/>
          </a:xfrm>
          <a:prstGeom prst="rect">
            <a:avLst/>
          </a:prstGeom>
          <a:ln/>
        </p:spPr>
        <p:style>
          <a:lnRef idx="1">
            <a:schemeClr val="accent3"/>
          </a:lnRef>
          <a:fillRef idx="2">
            <a:schemeClr val="accent3"/>
          </a:fillRef>
          <a:effectRef idx="1">
            <a:schemeClr val="accent3"/>
          </a:effectRef>
          <a:fontRef idx="minor">
            <a:schemeClr val="dk1"/>
          </a:fontRef>
        </p:style>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lnSpc>
                <a:spcPct val="130000"/>
              </a:lnSpc>
              <a:defRPr/>
            </a:pPr>
            <a:r>
              <a:rPr lang="zh-CN" altLang="en-US" sz="2000" b="1" dirty="0">
                <a:solidFill>
                  <a:srgbClr val="000000"/>
                </a:solidFill>
              </a:rPr>
              <a:t>如何为这三个参数的每一个指定一个或多个描述字值？</a:t>
            </a:r>
            <a:endParaRPr lang="en-US" altLang="zh-CN" sz="2000" b="1" dirty="0">
              <a:solidFill>
                <a:srgbClr val="000000"/>
              </a:solidFill>
            </a:endParaRPr>
          </a:p>
        </p:txBody>
      </p:sp>
      <p:sp>
        <p:nvSpPr>
          <p:cNvPr id="9" name="TextBox 2"/>
          <p:cNvSpPr txBox="1">
            <a:spLocks noChangeArrowheads="1"/>
          </p:cNvSpPr>
          <p:nvPr/>
        </p:nvSpPr>
        <p:spPr bwMode="auto">
          <a:xfrm>
            <a:off x="611188" y="4437063"/>
            <a:ext cx="7921625" cy="1651000"/>
          </a:xfrm>
          <a:prstGeom prst="rect">
            <a:avLst/>
          </a:prstGeom>
          <a:ln/>
        </p:spPr>
        <p:style>
          <a:lnRef idx="1">
            <a:schemeClr val="accent3"/>
          </a:lnRef>
          <a:fillRef idx="2">
            <a:schemeClr val="accent3"/>
          </a:fillRef>
          <a:effectRef idx="1">
            <a:schemeClr val="accent3"/>
          </a:effectRef>
          <a:fontRef idx="minor">
            <a:schemeClr val="dk1"/>
          </a:fontRef>
        </p:style>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lnSpc>
                <a:spcPct val="130000"/>
              </a:lnSpc>
              <a:defRPr/>
            </a:pPr>
            <a:r>
              <a:rPr lang="en-US" altLang="zh-CN" sz="2000" b="1" dirty="0">
                <a:solidFill>
                  <a:srgbClr val="000000"/>
                </a:solidFill>
              </a:rPr>
              <a:t>void FD_ZERO(</a:t>
            </a:r>
            <a:r>
              <a:rPr lang="en-US" altLang="zh-CN" sz="2000" b="1" dirty="0" err="1">
                <a:solidFill>
                  <a:srgbClr val="000000"/>
                </a:solidFill>
              </a:rPr>
              <a:t>fd_set</a:t>
            </a:r>
            <a:r>
              <a:rPr lang="en-US" altLang="zh-CN" sz="2000" b="1" dirty="0">
                <a:solidFill>
                  <a:srgbClr val="000000"/>
                </a:solidFill>
              </a:rPr>
              <a:t> * </a:t>
            </a:r>
            <a:r>
              <a:rPr lang="en-US" altLang="zh-CN" sz="2000" b="1" dirty="0" err="1">
                <a:solidFill>
                  <a:srgbClr val="000000"/>
                </a:solidFill>
              </a:rPr>
              <a:t>fdset</a:t>
            </a:r>
            <a:r>
              <a:rPr lang="en-US" altLang="zh-CN" sz="2000" b="1" dirty="0">
                <a:solidFill>
                  <a:srgbClr val="000000"/>
                </a:solidFill>
              </a:rPr>
              <a:t>);</a:t>
            </a:r>
          </a:p>
          <a:p>
            <a:pPr eaLnBrk="1" hangingPunct="1">
              <a:lnSpc>
                <a:spcPct val="130000"/>
              </a:lnSpc>
              <a:defRPr/>
            </a:pPr>
            <a:r>
              <a:rPr lang="en-US" altLang="zh-CN" sz="2000" b="1" dirty="0">
                <a:solidFill>
                  <a:srgbClr val="000000"/>
                </a:solidFill>
              </a:rPr>
              <a:t>void FD_SET(</a:t>
            </a:r>
            <a:r>
              <a:rPr lang="en-US" altLang="zh-CN" sz="2000" b="1" dirty="0" err="1">
                <a:solidFill>
                  <a:srgbClr val="000000"/>
                </a:solidFill>
              </a:rPr>
              <a:t>int</a:t>
            </a:r>
            <a:r>
              <a:rPr lang="en-US" altLang="zh-CN" sz="2000" b="1" dirty="0">
                <a:solidFill>
                  <a:srgbClr val="000000"/>
                </a:solidFill>
              </a:rPr>
              <a:t> </a:t>
            </a:r>
            <a:r>
              <a:rPr lang="en-US" altLang="zh-CN" sz="2000" b="1" dirty="0" err="1">
                <a:solidFill>
                  <a:srgbClr val="000000"/>
                </a:solidFill>
              </a:rPr>
              <a:t>fd</a:t>
            </a:r>
            <a:r>
              <a:rPr lang="en-US" altLang="zh-CN" sz="2000" b="1" dirty="0">
                <a:solidFill>
                  <a:srgbClr val="000000"/>
                </a:solidFill>
              </a:rPr>
              <a:t> , </a:t>
            </a:r>
            <a:r>
              <a:rPr lang="en-US" altLang="zh-CN" sz="2000" b="1" dirty="0" err="1">
                <a:solidFill>
                  <a:srgbClr val="000000"/>
                </a:solidFill>
              </a:rPr>
              <a:t>fd_set</a:t>
            </a:r>
            <a:r>
              <a:rPr lang="en-US" altLang="zh-CN" sz="2000" b="1" dirty="0">
                <a:solidFill>
                  <a:srgbClr val="000000"/>
                </a:solidFill>
              </a:rPr>
              <a:t> * </a:t>
            </a:r>
            <a:r>
              <a:rPr lang="en-US" altLang="zh-CN" sz="2000" b="1" dirty="0" err="1">
                <a:solidFill>
                  <a:srgbClr val="000000"/>
                </a:solidFill>
              </a:rPr>
              <a:t>fdset</a:t>
            </a:r>
            <a:r>
              <a:rPr lang="en-US" altLang="zh-CN" sz="2000" b="1" dirty="0">
                <a:solidFill>
                  <a:srgbClr val="000000"/>
                </a:solidFill>
              </a:rPr>
              <a:t>);</a:t>
            </a:r>
          </a:p>
          <a:p>
            <a:pPr eaLnBrk="1" hangingPunct="1">
              <a:lnSpc>
                <a:spcPct val="130000"/>
              </a:lnSpc>
              <a:defRPr/>
            </a:pPr>
            <a:r>
              <a:rPr lang="en-US" altLang="zh-CN" sz="2000" b="1" dirty="0">
                <a:solidFill>
                  <a:srgbClr val="000000"/>
                </a:solidFill>
              </a:rPr>
              <a:t>void FD_CLR(</a:t>
            </a:r>
            <a:r>
              <a:rPr lang="en-US" altLang="zh-CN" sz="2000" b="1" dirty="0" err="1">
                <a:solidFill>
                  <a:srgbClr val="000000"/>
                </a:solidFill>
              </a:rPr>
              <a:t>int</a:t>
            </a:r>
            <a:r>
              <a:rPr lang="en-US" altLang="zh-CN" sz="2000" b="1" dirty="0">
                <a:solidFill>
                  <a:srgbClr val="000000"/>
                </a:solidFill>
              </a:rPr>
              <a:t> </a:t>
            </a:r>
            <a:r>
              <a:rPr lang="en-US" altLang="zh-CN" sz="2000" b="1" dirty="0" err="1">
                <a:solidFill>
                  <a:srgbClr val="000000"/>
                </a:solidFill>
              </a:rPr>
              <a:t>fd</a:t>
            </a:r>
            <a:r>
              <a:rPr lang="en-US" altLang="zh-CN" sz="2000" b="1" dirty="0">
                <a:solidFill>
                  <a:srgbClr val="000000"/>
                </a:solidFill>
              </a:rPr>
              <a:t> , </a:t>
            </a:r>
            <a:r>
              <a:rPr lang="en-US" altLang="zh-CN" sz="2000" b="1" dirty="0" err="1">
                <a:solidFill>
                  <a:srgbClr val="000000"/>
                </a:solidFill>
              </a:rPr>
              <a:t>fd_set</a:t>
            </a:r>
            <a:r>
              <a:rPr lang="en-US" altLang="zh-CN" sz="2000" b="1" dirty="0">
                <a:solidFill>
                  <a:srgbClr val="000000"/>
                </a:solidFill>
              </a:rPr>
              <a:t> * </a:t>
            </a:r>
            <a:r>
              <a:rPr lang="en-US" altLang="zh-CN" sz="2000" b="1" dirty="0" err="1">
                <a:solidFill>
                  <a:srgbClr val="000000"/>
                </a:solidFill>
              </a:rPr>
              <a:t>fdset</a:t>
            </a:r>
            <a:r>
              <a:rPr lang="en-US" altLang="zh-CN" sz="2000" b="1" dirty="0">
                <a:solidFill>
                  <a:srgbClr val="000000"/>
                </a:solidFill>
              </a:rPr>
              <a:t>);</a:t>
            </a:r>
          </a:p>
          <a:p>
            <a:pPr eaLnBrk="1" hangingPunct="1">
              <a:lnSpc>
                <a:spcPct val="130000"/>
              </a:lnSpc>
              <a:defRPr/>
            </a:pPr>
            <a:r>
              <a:rPr lang="en-US" altLang="zh-CN" sz="2000" b="1" dirty="0" err="1">
                <a:solidFill>
                  <a:srgbClr val="000000"/>
                </a:solidFill>
              </a:rPr>
              <a:t>int</a:t>
            </a:r>
            <a:r>
              <a:rPr lang="en-US" altLang="zh-CN" sz="2000" b="1" dirty="0">
                <a:solidFill>
                  <a:srgbClr val="000000"/>
                </a:solidFill>
              </a:rPr>
              <a:t> FD_ISSET(</a:t>
            </a:r>
            <a:r>
              <a:rPr lang="en-US" altLang="zh-CN" sz="2000" b="1" dirty="0" err="1">
                <a:solidFill>
                  <a:srgbClr val="000000"/>
                </a:solidFill>
              </a:rPr>
              <a:t>int</a:t>
            </a:r>
            <a:r>
              <a:rPr lang="en-US" altLang="zh-CN" sz="2000" b="1" dirty="0">
                <a:solidFill>
                  <a:srgbClr val="000000"/>
                </a:solidFill>
              </a:rPr>
              <a:t> </a:t>
            </a:r>
            <a:r>
              <a:rPr lang="en-US" altLang="zh-CN" sz="2000" b="1" dirty="0" err="1">
                <a:solidFill>
                  <a:srgbClr val="000000"/>
                </a:solidFill>
              </a:rPr>
              <a:t>fd</a:t>
            </a:r>
            <a:r>
              <a:rPr lang="en-US" altLang="zh-CN" sz="2000" b="1" dirty="0">
                <a:solidFill>
                  <a:srgbClr val="000000"/>
                </a:solidFill>
              </a:rPr>
              <a:t> , </a:t>
            </a:r>
            <a:r>
              <a:rPr lang="en-US" altLang="zh-CN" sz="2000" b="1" dirty="0" err="1">
                <a:solidFill>
                  <a:srgbClr val="000000"/>
                </a:solidFill>
              </a:rPr>
              <a:t>fd_set</a:t>
            </a:r>
            <a:r>
              <a:rPr lang="en-US" altLang="zh-CN" sz="2000" b="1" dirty="0">
                <a:solidFill>
                  <a:srgbClr val="000000"/>
                </a:solidFill>
              </a:rPr>
              <a:t> * </a:t>
            </a:r>
            <a:r>
              <a:rPr lang="en-US" altLang="zh-CN" sz="2000" b="1" dirty="0" err="1">
                <a:solidFill>
                  <a:srgbClr val="000000"/>
                </a:solidFill>
              </a:rPr>
              <a:t>fdset</a:t>
            </a:r>
            <a:r>
              <a:rPr lang="en-US" altLang="zh-CN" sz="2000" b="1" dirty="0">
                <a:solidFill>
                  <a:srgbClr val="000000"/>
                </a:solidFill>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ppt_x</p:attrName>
                                        </p:attrNameLst>
                                      </p:cBhvr>
                                      <p:tavLst>
                                        <p:tav tm="0">
                                          <p:val>
                                            <p:strVal val="#ppt_x"/>
                                          </p:val>
                                        </p:tav>
                                        <p:tav tm="100000">
                                          <p:val>
                                            <p:strVal val="#ppt_x"/>
                                          </p:val>
                                        </p:tav>
                                      </p:tavLst>
                                    </p:anim>
                                    <p:anim calcmode="lin" valueType="num">
                                      <p:cBhvr additive="base">
                                        <p:cTn id="20"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pPr eaLnBrk="1" hangingPunct="1"/>
            <a:r>
              <a:rPr lang="zh-CN" altLang="en-US"/>
              <a:t>三、</a:t>
            </a:r>
            <a:r>
              <a:rPr lang="en-US" altLang="zh-CN"/>
              <a:t>select</a:t>
            </a:r>
            <a:r>
              <a:rPr lang="zh-CN" altLang="en-US"/>
              <a:t>函数</a:t>
            </a:r>
          </a:p>
        </p:txBody>
      </p:sp>
      <p:sp>
        <p:nvSpPr>
          <p:cNvPr id="5" name="TextBox 2"/>
          <p:cNvSpPr txBox="1">
            <a:spLocks noChangeArrowheads="1"/>
          </p:cNvSpPr>
          <p:nvPr/>
        </p:nvSpPr>
        <p:spPr bwMode="auto">
          <a:xfrm>
            <a:off x="611188" y="1341438"/>
            <a:ext cx="7921625" cy="2851150"/>
          </a:xfrm>
          <a:prstGeom prst="rect">
            <a:avLst/>
          </a:prstGeom>
          <a:ln/>
        </p:spPr>
        <p:style>
          <a:lnRef idx="1">
            <a:schemeClr val="accent3"/>
          </a:lnRef>
          <a:fillRef idx="2">
            <a:schemeClr val="accent3"/>
          </a:fillRef>
          <a:effectRef idx="1">
            <a:schemeClr val="accent3"/>
          </a:effectRef>
          <a:fontRef idx="minor">
            <a:schemeClr val="dk1"/>
          </a:fontRef>
        </p:style>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lnSpc>
                <a:spcPct val="130000"/>
              </a:lnSpc>
              <a:defRPr/>
            </a:pPr>
            <a:r>
              <a:rPr lang="zh-CN" altLang="en-US" sz="2000" b="1" dirty="0">
                <a:solidFill>
                  <a:srgbClr val="000000"/>
                </a:solidFill>
              </a:rPr>
              <a:t>例如，为了定义一个</a:t>
            </a:r>
            <a:r>
              <a:rPr lang="en-US" altLang="zh-CN" sz="2000" b="1" dirty="0" err="1">
                <a:solidFill>
                  <a:srgbClr val="000000"/>
                </a:solidFill>
              </a:rPr>
              <a:t>fd_set</a:t>
            </a:r>
            <a:r>
              <a:rPr lang="zh-CN" altLang="en-US" sz="2000" b="1" dirty="0">
                <a:solidFill>
                  <a:srgbClr val="000000"/>
                </a:solidFill>
              </a:rPr>
              <a:t>类型的变量，并打开描述字</a:t>
            </a:r>
            <a:r>
              <a:rPr lang="en-US" altLang="zh-CN" sz="2000" b="1" dirty="0">
                <a:solidFill>
                  <a:srgbClr val="000000"/>
                </a:solidFill>
              </a:rPr>
              <a:t>1</a:t>
            </a:r>
            <a:r>
              <a:rPr lang="zh-CN" altLang="en-US" sz="2000" b="1" dirty="0">
                <a:solidFill>
                  <a:srgbClr val="000000"/>
                </a:solidFill>
              </a:rPr>
              <a:t>、</a:t>
            </a:r>
            <a:r>
              <a:rPr lang="en-US" altLang="zh-CN" sz="2000" b="1" dirty="0">
                <a:solidFill>
                  <a:srgbClr val="000000"/>
                </a:solidFill>
              </a:rPr>
              <a:t>4</a:t>
            </a:r>
            <a:r>
              <a:rPr lang="zh-CN" altLang="en-US" sz="2000" b="1" dirty="0">
                <a:solidFill>
                  <a:srgbClr val="000000"/>
                </a:solidFill>
              </a:rPr>
              <a:t>和</a:t>
            </a:r>
            <a:r>
              <a:rPr lang="en-US" altLang="zh-CN" sz="2000" b="1" dirty="0">
                <a:solidFill>
                  <a:srgbClr val="000000"/>
                </a:solidFill>
              </a:rPr>
              <a:t>5</a:t>
            </a:r>
            <a:r>
              <a:rPr lang="zh-CN" altLang="en-US" sz="2000" b="1" dirty="0">
                <a:solidFill>
                  <a:srgbClr val="000000"/>
                </a:solidFill>
              </a:rPr>
              <a:t>的相应位，我们写如下代码：</a:t>
            </a:r>
          </a:p>
          <a:p>
            <a:pPr eaLnBrk="1" hangingPunct="1">
              <a:lnSpc>
                <a:spcPct val="130000"/>
              </a:lnSpc>
              <a:defRPr/>
            </a:pPr>
            <a:r>
              <a:rPr lang="en-US" altLang="zh-CN" sz="2000" b="1" dirty="0" err="1">
                <a:solidFill>
                  <a:srgbClr val="000000"/>
                </a:solidFill>
              </a:rPr>
              <a:t>fd_set</a:t>
            </a:r>
            <a:r>
              <a:rPr lang="en-US" altLang="zh-CN" sz="2000" b="1" dirty="0">
                <a:solidFill>
                  <a:srgbClr val="000000"/>
                </a:solidFill>
              </a:rPr>
              <a:t> </a:t>
            </a:r>
            <a:r>
              <a:rPr lang="en-US" altLang="zh-CN" sz="2000" b="1" dirty="0" err="1">
                <a:solidFill>
                  <a:srgbClr val="000000"/>
                </a:solidFill>
              </a:rPr>
              <a:t>rset</a:t>
            </a:r>
            <a:r>
              <a:rPr lang="en-US" altLang="zh-CN" sz="2000" b="1" dirty="0">
                <a:solidFill>
                  <a:srgbClr val="000000"/>
                </a:solidFill>
              </a:rPr>
              <a:t>;</a:t>
            </a:r>
          </a:p>
          <a:p>
            <a:pPr eaLnBrk="1" hangingPunct="1">
              <a:lnSpc>
                <a:spcPct val="130000"/>
              </a:lnSpc>
              <a:defRPr/>
            </a:pPr>
            <a:r>
              <a:rPr lang="en-US" altLang="zh-CN" sz="2000" b="1" dirty="0">
                <a:solidFill>
                  <a:srgbClr val="000000"/>
                </a:solidFill>
              </a:rPr>
              <a:t>FD_ZERO(&amp;</a:t>
            </a:r>
            <a:r>
              <a:rPr lang="en-US" altLang="zh-CN" sz="2000" b="1" dirty="0" err="1">
                <a:solidFill>
                  <a:srgbClr val="000000"/>
                </a:solidFill>
              </a:rPr>
              <a:t>rset</a:t>
            </a:r>
            <a:r>
              <a:rPr lang="en-US" altLang="zh-CN" sz="2000" b="1" dirty="0">
                <a:solidFill>
                  <a:srgbClr val="000000"/>
                </a:solidFill>
              </a:rPr>
              <a:t>);</a:t>
            </a:r>
          </a:p>
          <a:p>
            <a:pPr eaLnBrk="1" hangingPunct="1">
              <a:lnSpc>
                <a:spcPct val="130000"/>
              </a:lnSpc>
              <a:defRPr/>
            </a:pPr>
            <a:r>
              <a:rPr lang="en-US" altLang="zh-CN" sz="2000" b="1" dirty="0">
                <a:solidFill>
                  <a:srgbClr val="000000"/>
                </a:solidFill>
              </a:rPr>
              <a:t>FD_SET(1,&amp;rset);</a:t>
            </a:r>
          </a:p>
          <a:p>
            <a:pPr eaLnBrk="1" hangingPunct="1">
              <a:lnSpc>
                <a:spcPct val="130000"/>
              </a:lnSpc>
              <a:defRPr/>
            </a:pPr>
            <a:r>
              <a:rPr lang="en-US" altLang="zh-CN" sz="2000" b="1" dirty="0">
                <a:solidFill>
                  <a:srgbClr val="000000"/>
                </a:solidFill>
              </a:rPr>
              <a:t>FD_SET(4,&amp;rset);</a:t>
            </a:r>
          </a:p>
          <a:p>
            <a:pPr eaLnBrk="1" hangingPunct="1">
              <a:lnSpc>
                <a:spcPct val="130000"/>
              </a:lnSpc>
              <a:defRPr/>
            </a:pPr>
            <a:r>
              <a:rPr lang="en-US" altLang="zh-CN" sz="2000" b="1" dirty="0">
                <a:solidFill>
                  <a:srgbClr val="000000"/>
                </a:solidFill>
              </a:rPr>
              <a:t>FD_SET(5,&amp;rset);</a:t>
            </a:r>
          </a:p>
        </p:txBody>
      </p:sp>
      <p:sp>
        <p:nvSpPr>
          <p:cNvPr id="7" name="TextBox 2"/>
          <p:cNvSpPr txBox="1">
            <a:spLocks noChangeArrowheads="1"/>
          </p:cNvSpPr>
          <p:nvPr/>
        </p:nvSpPr>
        <p:spPr bwMode="auto">
          <a:xfrm>
            <a:off x="611188" y="5245100"/>
            <a:ext cx="7921625" cy="847725"/>
          </a:xfrm>
          <a:prstGeom prst="rect">
            <a:avLst/>
          </a:prstGeom>
          <a:ln/>
        </p:spPr>
        <p:style>
          <a:lnRef idx="1">
            <a:schemeClr val="accent3"/>
          </a:lnRef>
          <a:fillRef idx="2">
            <a:schemeClr val="accent3"/>
          </a:fillRef>
          <a:effectRef idx="1">
            <a:schemeClr val="accent3"/>
          </a:effectRef>
          <a:fontRef idx="minor">
            <a:schemeClr val="dk1"/>
          </a:fontRef>
        </p:style>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lnSpc>
                <a:spcPct val="130000"/>
              </a:lnSpc>
              <a:defRPr/>
            </a:pPr>
            <a:r>
              <a:rPr lang="zh-CN" altLang="en-US" sz="2000" b="1" dirty="0">
                <a:solidFill>
                  <a:srgbClr val="000000"/>
                </a:solidFill>
              </a:rPr>
              <a:t>如果我们对某个条件不感兴趣，函数</a:t>
            </a:r>
            <a:r>
              <a:rPr lang="en-US" altLang="zh-CN" sz="2000" b="1" dirty="0">
                <a:solidFill>
                  <a:srgbClr val="000000"/>
                </a:solidFill>
              </a:rPr>
              <a:t>select</a:t>
            </a:r>
            <a:r>
              <a:rPr lang="zh-CN" altLang="en-US" sz="2000" b="1" dirty="0">
                <a:solidFill>
                  <a:srgbClr val="000000"/>
                </a:solidFill>
              </a:rPr>
              <a:t>的三个中间参数</a:t>
            </a:r>
            <a:r>
              <a:rPr lang="en-US" altLang="zh-CN" sz="2000" b="1" dirty="0" err="1">
                <a:solidFill>
                  <a:srgbClr val="000000"/>
                </a:solidFill>
              </a:rPr>
              <a:t>readset</a:t>
            </a:r>
            <a:r>
              <a:rPr lang="zh-CN" altLang="en-US" sz="2000" b="1" dirty="0">
                <a:solidFill>
                  <a:srgbClr val="000000"/>
                </a:solidFill>
              </a:rPr>
              <a:t>、 </a:t>
            </a:r>
            <a:r>
              <a:rPr lang="en-US" altLang="zh-CN" sz="2000" b="1" dirty="0" err="1">
                <a:solidFill>
                  <a:srgbClr val="000000"/>
                </a:solidFill>
              </a:rPr>
              <a:t>writeset</a:t>
            </a:r>
            <a:r>
              <a:rPr lang="en-US" altLang="zh-CN" sz="2000" b="1" dirty="0">
                <a:solidFill>
                  <a:srgbClr val="000000"/>
                </a:solidFill>
              </a:rPr>
              <a:t> </a:t>
            </a:r>
            <a:r>
              <a:rPr lang="zh-CN" altLang="en-US" sz="2000" b="1" dirty="0">
                <a:solidFill>
                  <a:srgbClr val="000000"/>
                </a:solidFill>
              </a:rPr>
              <a:t>和</a:t>
            </a:r>
            <a:r>
              <a:rPr lang="en-US" altLang="zh-CN" sz="2000" b="1" dirty="0" err="1">
                <a:solidFill>
                  <a:srgbClr val="000000"/>
                </a:solidFill>
              </a:rPr>
              <a:t>exceptset</a:t>
            </a:r>
            <a:r>
              <a:rPr lang="zh-CN" altLang="en-US" sz="2000" b="1" dirty="0">
                <a:solidFill>
                  <a:srgbClr val="000000"/>
                </a:solidFill>
              </a:rPr>
              <a:t>中相应参数就可设为空指针。</a:t>
            </a:r>
            <a:endParaRPr lang="en-US" altLang="zh-CN" sz="2000" b="1" dirty="0">
              <a:solidFill>
                <a:srgbClr val="000000"/>
              </a:solidFill>
            </a:endParaRPr>
          </a:p>
        </p:txBody>
      </p:sp>
      <p:grpSp>
        <p:nvGrpSpPr>
          <p:cNvPr id="16384" name="组合 16383"/>
          <p:cNvGrpSpPr>
            <a:grpSpLocks/>
          </p:cNvGrpSpPr>
          <p:nvPr/>
        </p:nvGrpSpPr>
        <p:grpSpPr bwMode="auto">
          <a:xfrm>
            <a:off x="755650" y="4508500"/>
            <a:ext cx="7561263" cy="504825"/>
            <a:chOff x="755577" y="4509120"/>
            <a:chExt cx="7560839" cy="504056"/>
          </a:xfrm>
        </p:grpSpPr>
        <p:sp>
          <p:nvSpPr>
            <p:cNvPr id="2" name="矩形 1"/>
            <p:cNvSpPr/>
            <p:nvPr/>
          </p:nvSpPr>
          <p:spPr>
            <a:xfrm>
              <a:off x="755577" y="4509120"/>
              <a:ext cx="504797" cy="504056"/>
            </a:xfrm>
            <a:prstGeom prst="rect">
              <a:avLst/>
            </a:prstGeom>
          </p:spPr>
          <p:style>
            <a:lnRef idx="1">
              <a:schemeClr val="accent1"/>
            </a:lnRef>
            <a:fillRef idx="2">
              <a:schemeClr val="accent1"/>
            </a:fillRef>
            <a:effectRef idx="1">
              <a:schemeClr val="accent1"/>
            </a:effectRef>
            <a:fontRef idx="minor">
              <a:schemeClr val="dk1"/>
            </a:fontRef>
          </p:style>
          <p:txBody>
            <a:bodyPr anchor="ctr"/>
            <a:lstStyle/>
            <a:p>
              <a:pPr algn="ctr" eaLnBrk="1" hangingPunct="1">
                <a:defRPr/>
              </a:pPr>
              <a:r>
                <a:rPr lang="en-US" altLang="zh-CN" dirty="0"/>
                <a:t>0</a:t>
              </a:r>
              <a:endParaRPr lang="zh-CN" altLang="en-US" dirty="0"/>
            </a:p>
          </p:txBody>
        </p:sp>
        <p:sp>
          <p:nvSpPr>
            <p:cNvPr id="15" name="矩形 14"/>
            <p:cNvSpPr/>
            <p:nvPr/>
          </p:nvSpPr>
          <p:spPr>
            <a:xfrm>
              <a:off x="1260374" y="4509120"/>
              <a:ext cx="503210" cy="504056"/>
            </a:xfrm>
            <a:prstGeom prst="rect">
              <a:avLst/>
            </a:prstGeom>
          </p:spPr>
          <p:style>
            <a:lnRef idx="1">
              <a:schemeClr val="accent1"/>
            </a:lnRef>
            <a:fillRef idx="2">
              <a:schemeClr val="accent1"/>
            </a:fillRef>
            <a:effectRef idx="1">
              <a:schemeClr val="accent1"/>
            </a:effectRef>
            <a:fontRef idx="minor">
              <a:schemeClr val="dk1"/>
            </a:fontRef>
          </p:style>
          <p:txBody>
            <a:bodyPr anchor="ctr"/>
            <a:lstStyle/>
            <a:p>
              <a:pPr algn="ctr" eaLnBrk="1" hangingPunct="1">
                <a:defRPr/>
              </a:pPr>
              <a:r>
                <a:rPr lang="en-US" altLang="zh-CN" dirty="0"/>
                <a:t>1</a:t>
              </a:r>
              <a:endParaRPr lang="zh-CN" altLang="en-US" dirty="0"/>
            </a:p>
          </p:txBody>
        </p:sp>
        <p:sp>
          <p:nvSpPr>
            <p:cNvPr id="16" name="矩形 15"/>
            <p:cNvSpPr/>
            <p:nvPr/>
          </p:nvSpPr>
          <p:spPr>
            <a:xfrm>
              <a:off x="1763583" y="4509120"/>
              <a:ext cx="504797" cy="504056"/>
            </a:xfrm>
            <a:prstGeom prst="rect">
              <a:avLst/>
            </a:prstGeom>
          </p:spPr>
          <p:style>
            <a:lnRef idx="1">
              <a:schemeClr val="accent1"/>
            </a:lnRef>
            <a:fillRef idx="2">
              <a:schemeClr val="accent1"/>
            </a:fillRef>
            <a:effectRef idx="1">
              <a:schemeClr val="accent1"/>
            </a:effectRef>
            <a:fontRef idx="minor">
              <a:schemeClr val="dk1"/>
            </a:fontRef>
          </p:style>
          <p:txBody>
            <a:bodyPr anchor="ctr"/>
            <a:lstStyle/>
            <a:p>
              <a:pPr algn="ctr" eaLnBrk="1" hangingPunct="1">
                <a:defRPr/>
              </a:pPr>
              <a:r>
                <a:rPr lang="en-US" altLang="zh-CN" dirty="0"/>
                <a:t>0</a:t>
              </a:r>
              <a:endParaRPr lang="zh-CN" altLang="en-US" dirty="0"/>
            </a:p>
          </p:txBody>
        </p:sp>
        <p:sp>
          <p:nvSpPr>
            <p:cNvPr id="17" name="矩形 16"/>
            <p:cNvSpPr/>
            <p:nvPr/>
          </p:nvSpPr>
          <p:spPr>
            <a:xfrm>
              <a:off x="2268380" y="4509120"/>
              <a:ext cx="503209" cy="504056"/>
            </a:xfrm>
            <a:prstGeom prst="rect">
              <a:avLst/>
            </a:prstGeom>
          </p:spPr>
          <p:style>
            <a:lnRef idx="1">
              <a:schemeClr val="accent1"/>
            </a:lnRef>
            <a:fillRef idx="2">
              <a:schemeClr val="accent1"/>
            </a:fillRef>
            <a:effectRef idx="1">
              <a:schemeClr val="accent1"/>
            </a:effectRef>
            <a:fontRef idx="minor">
              <a:schemeClr val="dk1"/>
            </a:fontRef>
          </p:style>
          <p:txBody>
            <a:bodyPr anchor="ctr"/>
            <a:lstStyle/>
            <a:p>
              <a:pPr algn="ctr" eaLnBrk="1" hangingPunct="1">
                <a:defRPr/>
              </a:pPr>
              <a:r>
                <a:rPr lang="en-US" altLang="zh-CN" dirty="0"/>
                <a:t>0</a:t>
              </a:r>
              <a:endParaRPr lang="zh-CN" altLang="en-US" dirty="0"/>
            </a:p>
          </p:txBody>
        </p:sp>
        <p:sp>
          <p:nvSpPr>
            <p:cNvPr id="18" name="矩形 17"/>
            <p:cNvSpPr/>
            <p:nvPr/>
          </p:nvSpPr>
          <p:spPr>
            <a:xfrm>
              <a:off x="2771589" y="4509120"/>
              <a:ext cx="504797" cy="504056"/>
            </a:xfrm>
            <a:prstGeom prst="rect">
              <a:avLst/>
            </a:prstGeom>
          </p:spPr>
          <p:style>
            <a:lnRef idx="1">
              <a:schemeClr val="accent1"/>
            </a:lnRef>
            <a:fillRef idx="2">
              <a:schemeClr val="accent1"/>
            </a:fillRef>
            <a:effectRef idx="1">
              <a:schemeClr val="accent1"/>
            </a:effectRef>
            <a:fontRef idx="minor">
              <a:schemeClr val="dk1"/>
            </a:fontRef>
          </p:style>
          <p:txBody>
            <a:bodyPr anchor="ctr"/>
            <a:lstStyle/>
            <a:p>
              <a:pPr algn="ctr" eaLnBrk="1" hangingPunct="1">
                <a:defRPr/>
              </a:pPr>
              <a:r>
                <a:rPr lang="en-US" altLang="zh-CN" dirty="0"/>
                <a:t>1</a:t>
              </a:r>
              <a:endParaRPr lang="zh-CN" altLang="en-US" dirty="0"/>
            </a:p>
          </p:txBody>
        </p:sp>
        <p:sp>
          <p:nvSpPr>
            <p:cNvPr id="19" name="矩形 18"/>
            <p:cNvSpPr/>
            <p:nvPr/>
          </p:nvSpPr>
          <p:spPr>
            <a:xfrm>
              <a:off x="3276386" y="4509120"/>
              <a:ext cx="503210" cy="504056"/>
            </a:xfrm>
            <a:prstGeom prst="rect">
              <a:avLst/>
            </a:prstGeom>
          </p:spPr>
          <p:style>
            <a:lnRef idx="1">
              <a:schemeClr val="accent1"/>
            </a:lnRef>
            <a:fillRef idx="2">
              <a:schemeClr val="accent1"/>
            </a:fillRef>
            <a:effectRef idx="1">
              <a:schemeClr val="accent1"/>
            </a:effectRef>
            <a:fontRef idx="minor">
              <a:schemeClr val="dk1"/>
            </a:fontRef>
          </p:style>
          <p:txBody>
            <a:bodyPr anchor="ctr"/>
            <a:lstStyle/>
            <a:p>
              <a:pPr algn="ctr" eaLnBrk="1" hangingPunct="1">
                <a:defRPr/>
              </a:pPr>
              <a:r>
                <a:rPr lang="en-US" altLang="zh-CN" dirty="0"/>
                <a:t>1</a:t>
              </a:r>
              <a:endParaRPr lang="zh-CN" altLang="en-US" dirty="0"/>
            </a:p>
          </p:txBody>
        </p:sp>
        <p:sp>
          <p:nvSpPr>
            <p:cNvPr id="20" name="矩形 19"/>
            <p:cNvSpPr/>
            <p:nvPr/>
          </p:nvSpPr>
          <p:spPr>
            <a:xfrm>
              <a:off x="3779595" y="4509120"/>
              <a:ext cx="504797" cy="504056"/>
            </a:xfrm>
            <a:prstGeom prst="rect">
              <a:avLst/>
            </a:prstGeom>
          </p:spPr>
          <p:style>
            <a:lnRef idx="1">
              <a:schemeClr val="accent1"/>
            </a:lnRef>
            <a:fillRef idx="2">
              <a:schemeClr val="accent1"/>
            </a:fillRef>
            <a:effectRef idx="1">
              <a:schemeClr val="accent1"/>
            </a:effectRef>
            <a:fontRef idx="minor">
              <a:schemeClr val="dk1"/>
            </a:fontRef>
          </p:style>
          <p:txBody>
            <a:bodyPr anchor="ctr"/>
            <a:lstStyle/>
            <a:p>
              <a:pPr algn="ctr" eaLnBrk="1" hangingPunct="1">
                <a:defRPr/>
              </a:pPr>
              <a:r>
                <a:rPr lang="en-US" altLang="zh-CN" dirty="0"/>
                <a:t>0</a:t>
              </a:r>
              <a:endParaRPr lang="zh-CN" altLang="en-US" dirty="0"/>
            </a:p>
          </p:txBody>
        </p:sp>
        <p:sp>
          <p:nvSpPr>
            <p:cNvPr id="21" name="矩形 20"/>
            <p:cNvSpPr/>
            <p:nvPr/>
          </p:nvSpPr>
          <p:spPr>
            <a:xfrm>
              <a:off x="4284392" y="4509120"/>
              <a:ext cx="503209" cy="504056"/>
            </a:xfrm>
            <a:prstGeom prst="rect">
              <a:avLst/>
            </a:prstGeom>
          </p:spPr>
          <p:style>
            <a:lnRef idx="1">
              <a:schemeClr val="accent1"/>
            </a:lnRef>
            <a:fillRef idx="2">
              <a:schemeClr val="accent1"/>
            </a:fillRef>
            <a:effectRef idx="1">
              <a:schemeClr val="accent1"/>
            </a:effectRef>
            <a:fontRef idx="minor">
              <a:schemeClr val="dk1"/>
            </a:fontRef>
          </p:style>
          <p:txBody>
            <a:bodyPr anchor="ctr"/>
            <a:lstStyle/>
            <a:p>
              <a:pPr algn="ctr" eaLnBrk="1" hangingPunct="1">
                <a:defRPr/>
              </a:pPr>
              <a:r>
                <a:rPr lang="en-US" altLang="zh-CN" dirty="0"/>
                <a:t>0</a:t>
              </a:r>
              <a:endParaRPr lang="zh-CN" altLang="en-US" dirty="0"/>
            </a:p>
          </p:txBody>
        </p:sp>
        <p:sp>
          <p:nvSpPr>
            <p:cNvPr id="24" name="矩形 23"/>
            <p:cNvSpPr/>
            <p:nvPr/>
          </p:nvSpPr>
          <p:spPr>
            <a:xfrm>
              <a:off x="6300404" y="4509120"/>
              <a:ext cx="503209" cy="504056"/>
            </a:xfrm>
            <a:prstGeom prst="rect">
              <a:avLst/>
            </a:prstGeom>
          </p:spPr>
          <p:style>
            <a:lnRef idx="1">
              <a:schemeClr val="accent1"/>
            </a:lnRef>
            <a:fillRef idx="2">
              <a:schemeClr val="accent1"/>
            </a:fillRef>
            <a:effectRef idx="1">
              <a:schemeClr val="accent1"/>
            </a:effectRef>
            <a:fontRef idx="minor">
              <a:schemeClr val="dk1"/>
            </a:fontRef>
          </p:style>
          <p:txBody>
            <a:bodyPr anchor="ctr"/>
            <a:lstStyle/>
            <a:p>
              <a:pPr algn="ctr" eaLnBrk="1" hangingPunct="1">
                <a:defRPr/>
              </a:pPr>
              <a:r>
                <a:rPr lang="en-US" altLang="zh-CN" dirty="0"/>
                <a:t>0</a:t>
              </a:r>
              <a:endParaRPr lang="zh-CN" altLang="en-US" dirty="0"/>
            </a:p>
          </p:txBody>
        </p:sp>
        <p:sp>
          <p:nvSpPr>
            <p:cNvPr id="25" name="矩形 24"/>
            <p:cNvSpPr/>
            <p:nvPr/>
          </p:nvSpPr>
          <p:spPr>
            <a:xfrm>
              <a:off x="6803613" y="4509120"/>
              <a:ext cx="504797" cy="504056"/>
            </a:xfrm>
            <a:prstGeom prst="rect">
              <a:avLst/>
            </a:prstGeom>
          </p:spPr>
          <p:style>
            <a:lnRef idx="1">
              <a:schemeClr val="accent1"/>
            </a:lnRef>
            <a:fillRef idx="2">
              <a:schemeClr val="accent1"/>
            </a:fillRef>
            <a:effectRef idx="1">
              <a:schemeClr val="accent1"/>
            </a:effectRef>
            <a:fontRef idx="minor">
              <a:schemeClr val="dk1"/>
            </a:fontRef>
          </p:style>
          <p:txBody>
            <a:bodyPr anchor="ctr"/>
            <a:lstStyle/>
            <a:p>
              <a:pPr algn="ctr" eaLnBrk="1" hangingPunct="1">
                <a:defRPr/>
              </a:pPr>
              <a:r>
                <a:rPr lang="en-US" altLang="zh-CN" dirty="0"/>
                <a:t>0</a:t>
              </a:r>
              <a:endParaRPr lang="zh-CN" altLang="en-US" dirty="0"/>
            </a:p>
          </p:txBody>
        </p:sp>
        <p:sp>
          <p:nvSpPr>
            <p:cNvPr id="28" name="矩形 27"/>
            <p:cNvSpPr/>
            <p:nvPr/>
          </p:nvSpPr>
          <p:spPr>
            <a:xfrm>
              <a:off x="7308410" y="4509120"/>
              <a:ext cx="503210" cy="504056"/>
            </a:xfrm>
            <a:prstGeom prst="rect">
              <a:avLst/>
            </a:prstGeom>
          </p:spPr>
          <p:style>
            <a:lnRef idx="1">
              <a:schemeClr val="accent1"/>
            </a:lnRef>
            <a:fillRef idx="2">
              <a:schemeClr val="accent1"/>
            </a:fillRef>
            <a:effectRef idx="1">
              <a:schemeClr val="accent1"/>
            </a:effectRef>
            <a:fontRef idx="minor">
              <a:schemeClr val="dk1"/>
            </a:fontRef>
          </p:style>
          <p:txBody>
            <a:bodyPr anchor="ctr"/>
            <a:lstStyle/>
            <a:p>
              <a:pPr algn="ctr" eaLnBrk="1" hangingPunct="1">
                <a:defRPr/>
              </a:pPr>
              <a:r>
                <a:rPr lang="en-US" altLang="zh-CN" dirty="0"/>
                <a:t>0</a:t>
              </a:r>
              <a:endParaRPr lang="zh-CN" altLang="en-US" dirty="0"/>
            </a:p>
          </p:txBody>
        </p:sp>
        <p:sp>
          <p:nvSpPr>
            <p:cNvPr id="29" name="矩形 28"/>
            <p:cNvSpPr/>
            <p:nvPr/>
          </p:nvSpPr>
          <p:spPr>
            <a:xfrm>
              <a:off x="7811619" y="4509120"/>
              <a:ext cx="504797" cy="504056"/>
            </a:xfrm>
            <a:prstGeom prst="rect">
              <a:avLst/>
            </a:prstGeom>
          </p:spPr>
          <p:style>
            <a:lnRef idx="1">
              <a:schemeClr val="accent1"/>
            </a:lnRef>
            <a:fillRef idx="2">
              <a:schemeClr val="accent1"/>
            </a:fillRef>
            <a:effectRef idx="1">
              <a:schemeClr val="accent1"/>
            </a:effectRef>
            <a:fontRef idx="minor">
              <a:schemeClr val="dk1"/>
            </a:fontRef>
          </p:style>
          <p:txBody>
            <a:bodyPr anchor="ctr"/>
            <a:lstStyle/>
            <a:p>
              <a:pPr algn="ctr" eaLnBrk="1" hangingPunct="1">
                <a:defRPr/>
              </a:pPr>
              <a:r>
                <a:rPr lang="en-US" altLang="zh-CN" dirty="0"/>
                <a:t>0</a:t>
              </a:r>
              <a:endParaRPr lang="zh-CN" altLang="en-US" dirty="0"/>
            </a:p>
          </p:txBody>
        </p:sp>
        <p:cxnSp>
          <p:nvCxnSpPr>
            <p:cNvPr id="31" name="直接连接符 30"/>
            <p:cNvCxnSpPr/>
            <p:nvPr/>
          </p:nvCxnSpPr>
          <p:spPr>
            <a:xfrm>
              <a:off x="5003489" y="4761148"/>
              <a:ext cx="1081027" cy="0"/>
            </a:xfrm>
            <a:prstGeom prst="line">
              <a:avLst/>
            </a:prstGeom>
            <a:ln w="28575">
              <a:prstDash val="sysDot"/>
            </a:ln>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6384"/>
                                        </p:tgtEl>
                                        <p:attrNameLst>
                                          <p:attrName>style.visibility</p:attrName>
                                        </p:attrNameLst>
                                      </p:cBhvr>
                                      <p:to>
                                        <p:strVal val="visible"/>
                                      </p:to>
                                    </p:set>
                                    <p:anim calcmode="lin" valueType="num">
                                      <p:cBhvr additive="base">
                                        <p:cTn id="7" dur="500" fill="hold"/>
                                        <p:tgtEl>
                                          <p:spTgt spid="16384"/>
                                        </p:tgtEl>
                                        <p:attrNameLst>
                                          <p:attrName>ppt_x</p:attrName>
                                        </p:attrNameLst>
                                      </p:cBhvr>
                                      <p:tavLst>
                                        <p:tav tm="0">
                                          <p:val>
                                            <p:strVal val="#ppt_x"/>
                                          </p:val>
                                        </p:tav>
                                        <p:tav tm="100000">
                                          <p:val>
                                            <p:strVal val="#ppt_x"/>
                                          </p:val>
                                        </p:tav>
                                      </p:tavLst>
                                    </p:anim>
                                    <p:anim calcmode="lin" valueType="num">
                                      <p:cBhvr additive="base">
                                        <p:cTn id="8" dur="500" fill="hold"/>
                                        <p:tgtEl>
                                          <p:spTgt spid="16384"/>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pPr eaLnBrk="1" hangingPunct="1"/>
            <a:r>
              <a:rPr lang="zh-CN" altLang="en-US"/>
              <a:t>三、</a:t>
            </a:r>
            <a:r>
              <a:rPr lang="en-US" altLang="zh-CN"/>
              <a:t>select</a:t>
            </a:r>
            <a:r>
              <a:rPr lang="zh-CN" altLang="en-US"/>
              <a:t>函数</a:t>
            </a:r>
          </a:p>
        </p:txBody>
      </p:sp>
      <p:sp>
        <p:nvSpPr>
          <p:cNvPr id="5" name="TextBox 2"/>
          <p:cNvSpPr txBox="1">
            <a:spLocks noChangeArrowheads="1"/>
          </p:cNvSpPr>
          <p:nvPr/>
        </p:nvSpPr>
        <p:spPr bwMode="auto">
          <a:xfrm>
            <a:off x="611188" y="1341438"/>
            <a:ext cx="7921625" cy="848181"/>
          </a:xfrm>
          <a:prstGeom prst="rect">
            <a:avLst/>
          </a:prstGeom>
          <a:ln/>
        </p:spPr>
        <p:style>
          <a:lnRef idx="1">
            <a:schemeClr val="accent3"/>
          </a:lnRef>
          <a:fillRef idx="2">
            <a:schemeClr val="accent3"/>
          </a:fillRef>
          <a:effectRef idx="1">
            <a:schemeClr val="accent3"/>
          </a:effectRef>
          <a:fontRef idx="minor">
            <a:schemeClr val="dk1"/>
          </a:fontRef>
        </p:style>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lnSpc>
                <a:spcPct val="130000"/>
              </a:lnSpc>
              <a:defRPr/>
            </a:pPr>
            <a:r>
              <a:rPr lang="zh-CN" altLang="en-US" sz="2000" b="1" dirty="0">
                <a:solidFill>
                  <a:srgbClr val="000000"/>
                </a:solidFill>
              </a:rPr>
              <a:t>参数</a:t>
            </a:r>
            <a:r>
              <a:rPr lang="en-US" altLang="zh-CN" sz="2000" b="1" dirty="0">
                <a:solidFill>
                  <a:srgbClr val="000000"/>
                </a:solidFill>
              </a:rPr>
              <a:t>maxfdp1</a:t>
            </a:r>
            <a:r>
              <a:rPr lang="zh-CN" altLang="en-US" sz="2000" b="1" dirty="0">
                <a:solidFill>
                  <a:srgbClr val="000000"/>
                </a:solidFill>
              </a:rPr>
              <a:t>指定被测试的描述字个数，它的值是要被测试的最大描述字加 </a:t>
            </a:r>
            <a:r>
              <a:rPr lang="en-US" altLang="zh-CN" sz="2000" b="1" dirty="0">
                <a:solidFill>
                  <a:srgbClr val="000000"/>
                </a:solidFill>
              </a:rPr>
              <a:t>1</a:t>
            </a:r>
            <a:r>
              <a:rPr lang="zh-CN" altLang="en-US" sz="2000" b="1" dirty="0">
                <a:solidFill>
                  <a:srgbClr val="000000"/>
                </a:solidFill>
              </a:rPr>
              <a:t>，描述字</a:t>
            </a:r>
            <a:r>
              <a:rPr lang="en-US" altLang="zh-CN" sz="2000" b="1" dirty="0">
                <a:solidFill>
                  <a:srgbClr val="000000"/>
                </a:solidFill>
              </a:rPr>
              <a:t>0</a:t>
            </a:r>
            <a:r>
              <a:rPr lang="zh-CN" altLang="en-US" sz="2000" b="1" dirty="0">
                <a:solidFill>
                  <a:srgbClr val="000000"/>
                </a:solidFill>
              </a:rPr>
              <a:t>、</a:t>
            </a:r>
            <a:r>
              <a:rPr lang="en-US" altLang="zh-CN" sz="2000" b="1">
                <a:solidFill>
                  <a:srgbClr val="000000"/>
                </a:solidFill>
              </a:rPr>
              <a:t>1</a:t>
            </a:r>
            <a:r>
              <a:rPr lang="zh-CN" altLang="en-US" sz="2000" b="1">
                <a:solidFill>
                  <a:srgbClr val="000000"/>
                </a:solidFill>
              </a:rPr>
              <a:t>、</a:t>
            </a:r>
            <a:r>
              <a:rPr lang="en-US" altLang="zh-CN" sz="2000" b="1" dirty="0">
                <a:solidFill>
                  <a:srgbClr val="000000"/>
                </a:solidFill>
              </a:rPr>
              <a:t>2</a:t>
            </a:r>
            <a:r>
              <a:rPr lang="zh-CN" altLang="en-US" sz="2000" b="1" dirty="0">
                <a:solidFill>
                  <a:srgbClr val="000000"/>
                </a:solidFill>
              </a:rPr>
              <a:t>一直到</a:t>
            </a:r>
            <a:r>
              <a:rPr lang="en-US" altLang="zh-CN" sz="2000" b="1" dirty="0">
                <a:solidFill>
                  <a:srgbClr val="000000"/>
                </a:solidFill>
              </a:rPr>
              <a:t>maxfdp1-1</a:t>
            </a:r>
            <a:r>
              <a:rPr lang="zh-CN" altLang="en-US" sz="2000" b="1" dirty="0">
                <a:solidFill>
                  <a:srgbClr val="000000"/>
                </a:solidFill>
              </a:rPr>
              <a:t>均被测试。 </a:t>
            </a:r>
          </a:p>
        </p:txBody>
      </p:sp>
      <p:sp>
        <p:nvSpPr>
          <p:cNvPr id="7" name="TextBox 2"/>
          <p:cNvSpPr txBox="1">
            <a:spLocks noChangeArrowheads="1"/>
          </p:cNvSpPr>
          <p:nvPr/>
        </p:nvSpPr>
        <p:spPr bwMode="auto">
          <a:xfrm>
            <a:off x="611188" y="2420938"/>
            <a:ext cx="7921625" cy="892175"/>
          </a:xfrm>
          <a:prstGeom prst="rect">
            <a:avLst/>
          </a:prstGeom>
          <a:ln/>
        </p:spPr>
        <p:style>
          <a:lnRef idx="1">
            <a:schemeClr val="accent3"/>
          </a:lnRef>
          <a:fillRef idx="2">
            <a:schemeClr val="accent3"/>
          </a:fillRef>
          <a:effectRef idx="1">
            <a:schemeClr val="accent3"/>
          </a:effectRef>
          <a:fontRef idx="minor">
            <a:schemeClr val="dk1"/>
          </a:fontRef>
        </p:style>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lnSpc>
                <a:spcPct val="130000"/>
              </a:lnSpc>
              <a:defRPr/>
            </a:pPr>
            <a:r>
              <a:rPr lang="zh-CN" altLang="en-US" sz="2000" b="1" dirty="0">
                <a:solidFill>
                  <a:srgbClr val="000000"/>
                </a:solidFill>
              </a:rPr>
              <a:t>函数</a:t>
            </a:r>
            <a:r>
              <a:rPr lang="en-US" altLang="zh-CN" sz="2000" b="1" dirty="0">
                <a:solidFill>
                  <a:srgbClr val="000000"/>
                </a:solidFill>
              </a:rPr>
              <a:t>select</a:t>
            </a:r>
            <a:r>
              <a:rPr lang="zh-CN" altLang="en-US" sz="2000" b="1" dirty="0">
                <a:solidFill>
                  <a:srgbClr val="000000"/>
                </a:solidFill>
              </a:rPr>
              <a:t>修改由指针</a:t>
            </a:r>
            <a:r>
              <a:rPr lang="en-US" altLang="zh-CN" sz="2000" b="1" dirty="0" err="1">
                <a:solidFill>
                  <a:srgbClr val="000000"/>
                </a:solidFill>
              </a:rPr>
              <a:t>readset</a:t>
            </a:r>
            <a:r>
              <a:rPr lang="zh-CN" altLang="en-US" sz="2000" b="1" dirty="0">
                <a:solidFill>
                  <a:srgbClr val="000000"/>
                </a:solidFill>
              </a:rPr>
              <a:t>、 </a:t>
            </a:r>
            <a:r>
              <a:rPr lang="en-US" altLang="zh-CN" sz="2000" b="1" dirty="0" err="1">
                <a:solidFill>
                  <a:srgbClr val="000000"/>
                </a:solidFill>
              </a:rPr>
              <a:t>writeset</a:t>
            </a:r>
            <a:r>
              <a:rPr lang="en-US" altLang="zh-CN" sz="2000" b="1" dirty="0">
                <a:solidFill>
                  <a:srgbClr val="000000"/>
                </a:solidFill>
              </a:rPr>
              <a:t> </a:t>
            </a:r>
            <a:r>
              <a:rPr lang="zh-CN" altLang="en-US" sz="2000" b="1" dirty="0">
                <a:solidFill>
                  <a:srgbClr val="000000"/>
                </a:solidFill>
              </a:rPr>
              <a:t>和</a:t>
            </a:r>
            <a:r>
              <a:rPr lang="en-US" altLang="zh-CN" sz="2000" b="1" dirty="0" err="1">
                <a:solidFill>
                  <a:srgbClr val="000000"/>
                </a:solidFill>
              </a:rPr>
              <a:t>exceptset</a:t>
            </a:r>
            <a:r>
              <a:rPr lang="zh-CN" altLang="en-US" sz="2000" b="1" dirty="0">
                <a:solidFill>
                  <a:srgbClr val="000000"/>
                </a:solidFill>
              </a:rPr>
              <a:t>所指的描述字集。</a:t>
            </a:r>
            <a:endParaRPr lang="en-US" altLang="zh-CN" sz="2000" b="1" dirty="0">
              <a:solidFill>
                <a:srgbClr val="000000"/>
              </a:solidFill>
            </a:endParaRPr>
          </a:p>
        </p:txBody>
      </p:sp>
      <p:sp>
        <p:nvSpPr>
          <p:cNvPr id="6" name="TextBox 2"/>
          <p:cNvSpPr txBox="1">
            <a:spLocks noChangeArrowheads="1"/>
          </p:cNvSpPr>
          <p:nvPr/>
        </p:nvSpPr>
        <p:spPr bwMode="auto">
          <a:xfrm>
            <a:off x="611188" y="3500438"/>
            <a:ext cx="7921625" cy="1647825"/>
          </a:xfrm>
          <a:prstGeom prst="rect">
            <a:avLst/>
          </a:prstGeom>
          <a:ln/>
        </p:spPr>
        <p:style>
          <a:lnRef idx="1">
            <a:schemeClr val="accent3"/>
          </a:lnRef>
          <a:fillRef idx="2">
            <a:schemeClr val="accent3"/>
          </a:fillRef>
          <a:effectRef idx="1">
            <a:schemeClr val="accent3"/>
          </a:effectRef>
          <a:fontRef idx="minor">
            <a:schemeClr val="dk1"/>
          </a:fontRef>
        </p:style>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lnSpc>
                <a:spcPct val="130000"/>
              </a:lnSpc>
              <a:defRPr/>
            </a:pPr>
            <a:r>
              <a:rPr lang="zh-CN" altLang="en-US" sz="2000" b="1" dirty="0">
                <a:solidFill>
                  <a:srgbClr val="000000"/>
                </a:solidFill>
              </a:rPr>
              <a:t>此函数的返回值表示跨所有描述字集的已准备好的总位数。</a:t>
            </a:r>
            <a:endParaRPr lang="en-US" altLang="zh-CN" sz="2000" b="1" dirty="0">
              <a:solidFill>
                <a:srgbClr val="000000"/>
              </a:solidFill>
            </a:endParaRPr>
          </a:p>
          <a:p>
            <a:pPr eaLnBrk="1" hangingPunct="1">
              <a:lnSpc>
                <a:spcPct val="130000"/>
              </a:lnSpc>
              <a:defRPr/>
            </a:pPr>
            <a:r>
              <a:rPr lang="zh-CN" altLang="en-US" sz="2000" b="1" dirty="0">
                <a:solidFill>
                  <a:srgbClr val="000000"/>
                </a:solidFill>
              </a:rPr>
              <a:t>如果在任何描述字准备好之前定时器时间到，则返回</a:t>
            </a:r>
            <a:r>
              <a:rPr lang="en-US" altLang="zh-CN" sz="2000" b="1" dirty="0">
                <a:solidFill>
                  <a:srgbClr val="000000"/>
                </a:solidFill>
              </a:rPr>
              <a:t>0</a:t>
            </a:r>
            <a:r>
              <a:rPr lang="zh-CN" altLang="en-US" sz="2000" b="1" dirty="0">
                <a:solidFill>
                  <a:srgbClr val="000000"/>
                </a:solidFill>
              </a:rPr>
              <a:t>。</a:t>
            </a:r>
            <a:endParaRPr lang="en-US" altLang="zh-CN" sz="2000" b="1" dirty="0">
              <a:solidFill>
                <a:srgbClr val="000000"/>
              </a:solidFill>
            </a:endParaRPr>
          </a:p>
          <a:p>
            <a:pPr eaLnBrk="1" hangingPunct="1">
              <a:lnSpc>
                <a:spcPct val="130000"/>
              </a:lnSpc>
              <a:defRPr/>
            </a:pPr>
            <a:r>
              <a:rPr lang="zh-CN" altLang="en-US" sz="2000" b="1" dirty="0">
                <a:solidFill>
                  <a:srgbClr val="000000"/>
                </a:solidFill>
              </a:rPr>
              <a:t>返回</a:t>
            </a:r>
            <a:r>
              <a:rPr lang="en-US" altLang="zh-CN" sz="2000" b="1" dirty="0">
                <a:solidFill>
                  <a:srgbClr val="000000"/>
                </a:solidFill>
              </a:rPr>
              <a:t>-1</a:t>
            </a:r>
            <a:r>
              <a:rPr lang="zh-CN" altLang="en-US" sz="2000" b="1" dirty="0">
                <a:solidFill>
                  <a:srgbClr val="000000"/>
                </a:solidFill>
              </a:rPr>
              <a:t>表示有错（这是可能发生的，比如函数被一个捕获的信号所中断）。</a:t>
            </a:r>
            <a:endParaRPr lang="en-US" altLang="zh-CN" sz="2000" b="1" dirty="0">
              <a:solidFill>
                <a:srgbClr val="000000"/>
              </a:solidFill>
            </a:endParaRPr>
          </a:p>
        </p:txBody>
      </p:sp>
      <mc:AlternateContent xmlns:mc="http://schemas.openxmlformats.org/markup-compatibility/2006" xmlns:p14="http://schemas.microsoft.com/office/powerpoint/2010/main">
        <mc:Choice Requires="p14">
          <p:contentPart p14:bwMode="auto" r:id="rId2">
            <p14:nvContentPartPr>
              <p14:cNvPr id="8" name="墨迹 7">
                <a:extLst>
                  <a:ext uri="{FF2B5EF4-FFF2-40B4-BE49-F238E27FC236}">
                    <a16:creationId xmlns:a16="http://schemas.microsoft.com/office/drawing/2014/main" id="{4882190E-1856-6F02-F902-BC56AC6A5CF6}"/>
                  </a:ext>
                </a:extLst>
              </p14:cNvPr>
              <p14:cNvContentPartPr/>
              <p14:nvPr/>
            </p14:nvContentPartPr>
            <p14:xfrm>
              <a:off x="4628520" y="665280"/>
              <a:ext cx="2126520" cy="513360"/>
            </p14:xfrm>
          </p:contentPart>
        </mc:Choice>
        <mc:Fallback xmlns="">
          <p:pic>
            <p:nvPicPr>
              <p:cNvPr id="8" name="墨迹 7">
                <a:extLst>
                  <a:ext uri="{FF2B5EF4-FFF2-40B4-BE49-F238E27FC236}">
                    <a16:creationId xmlns:a16="http://schemas.microsoft.com/office/drawing/2014/main" id="{4882190E-1856-6F02-F902-BC56AC6A5CF6}"/>
                  </a:ext>
                </a:extLst>
              </p:cNvPr>
              <p:cNvPicPr/>
              <p:nvPr/>
            </p:nvPicPr>
            <p:blipFill>
              <a:blip r:embed="rId3"/>
              <a:stretch>
                <a:fillRect/>
              </a:stretch>
            </p:blipFill>
            <p:spPr>
              <a:xfrm>
                <a:off x="4619160" y="655920"/>
                <a:ext cx="2145240" cy="532080"/>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6"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pPr eaLnBrk="1" hangingPunct="1"/>
            <a:r>
              <a:rPr lang="zh-CN" altLang="en-US"/>
              <a:t>三、</a:t>
            </a:r>
            <a:r>
              <a:rPr lang="en-US" altLang="zh-CN"/>
              <a:t>select</a:t>
            </a:r>
            <a:r>
              <a:rPr lang="zh-CN" altLang="en-US"/>
              <a:t>函数</a:t>
            </a:r>
          </a:p>
        </p:txBody>
      </p:sp>
      <p:sp>
        <p:nvSpPr>
          <p:cNvPr id="5" name="TextBox 2"/>
          <p:cNvSpPr txBox="1">
            <a:spLocks noChangeArrowheads="1"/>
          </p:cNvSpPr>
          <p:nvPr/>
        </p:nvSpPr>
        <p:spPr bwMode="auto">
          <a:xfrm>
            <a:off x="611188" y="1341438"/>
            <a:ext cx="7921625" cy="2051267"/>
          </a:xfrm>
          <a:prstGeom prst="rect">
            <a:avLst/>
          </a:prstGeom>
          <a:ln/>
        </p:spPr>
        <p:style>
          <a:lnRef idx="1">
            <a:schemeClr val="accent3"/>
          </a:lnRef>
          <a:fillRef idx="2">
            <a:schemeClr val="accent3"/>
          </a:fillRef>
          <a:effectRef idx="1">
            <a:schemeClr val="accent3"/>
          </a:effectRef>
          <a:fontRef idx="minor">
            <a:schemeClr val="dk1"/>
          </a:fontRef>
        </p:style>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lnSpc>
                <a:spcPct val="130000"/>
              </a:lnSpc>
              <a:defRPr/>
            </a:pPr>
            <a:r>
              <a:rPr lang="en-US" altLang="zh-CN" sz="2000" b="1" dirty="0" err="1">
                <a:solidFill>
                  <a:srgbClr val="000000"/>
                </a:solidFill>
              </a:rPr>
              <a:t>fd_set</a:t>
            </a:r>
            <a:r>
              <a:rPr lang="en-US" altLang="zh-CN" sz="2000" b="1" dirty="0">
                <a:solidFill>
                  <a:srgbClr val="000000"/>
                </a:solidFill>
              </a:rPr>
              <a:t> </a:t>
            </a:r>
            <a:r>
              <a:rPr lang="en-US" altLang="zh-CN" sz="2000" b="1" dirty="0" err="1">
                <a:solidFill>
                  <a:srgbClr val="000000"/>
                </a:solidFill>
              </a:rPr>
              <a:t>rset</a:t>
            </a:r>
            <a:r>
              <a:rPr lang="en-US" altLang="zh-CN" sz="2000" b="1" dirty="0">
                <a:solidFill>
                  <a:srgbClr val="000000"/>
                </a:solidFill>
              </a:rPr>
              <a:t>;</a:t>
            </a:r>
          </a:p>
          <a:p>
            <a:pPr eaLnBrk="1" hangingPunct="1">
              <a:lnSpc>
                <a:spcPct val="130000"/>
              </a:lnSpc>
              <a:defRPr/>
            </a:pPr>
            <a:r>
              <a:rPr lang="en-US" altLang="zh-CN" sz="2000" b="1" dirty="0">
                <a:solidFill>
                  <a:srgbClr val="000000"/>
                </a:solidFill>
              </a:rPr>
              <a:t>FD_ZERO(&amp;</a:t>
            </a:r>
            <a:r>
              <a:rPr lang="en-US" altLang="zh-CN" sz="2000" b="1" dirty="0" err="1">
                <a:solidFill>
                  <a:srgbClr val="000000"/>
                </a:solidFill>
              </a:rPr>
              <a:t>rset</a:t>
            </a:r>
            <a:r>
              <a:rPr lang="en-US" altLang="zh-CN" sz="2000" b="1" dirty="0">
                <a:solidFill>
                  <a:srgbClr val="000000"/>
                </a:solidFill>
              </a:rPr>
              <a:t>);</a:t>
            </a:r>
          </a:p>
          <a:p>
            <a:pPr eaLnBrk="1" hangingPunct="1">
              <a:lnSpc>
                <a:spcPct val="130000"/>
              </a:lnSpc>
              <a:defRPr/>
            </a:pPr>
            <a:r>
              <a:rPr lang="en-US" altLang="zh-CN" sz="2000" b="1" dirty="0">
                <a:solidFill>
                  <a:srgbClr val="000000"/>
                </a:solidFill>
              </a:rPr>
              <a:t>FD_SET(1,&amp;rset);</a:t>
            </a:r>
          </a:p>
          <a:p>
            <a:pPr eaLnBrk="1" hangingPunct="1">
              <a:lnSpc>
                <a:spcPct val="130000"/>
              </a:lnSpc>
              <a:defRPr/>
            </a:pPr>
            <a:r>
              <a:rPr lang="en-US" altLang="zh-CN" sz="2000" b="1" dirty="0">
                <a:solidFill>
                  <a:srgbClr val="000000"/>
                </a:solidFill>
              </a:rPr>
              <a:t>FD_SET(4,&amp;rset);</a:t>
            </a:r>
          </a:p>
          <a:p>
            <a:pPr eaLnBrk="1" hangingPunct="1">
              <a:lnSpc>
                <a:spcPct val="130000"/>
              </a:lnSpc>
              <a:defRPr/>
            </a:pPr>
            <a:r>
              <a:rPr lang="en-US" altLang="zh-CN" sz="2000" b="1" dirty="0">
                <a:solidFill>
                  <a:srgbClr val="000000"/>
                </a:solidFill>
              </a:rPr>
              <a:t>FD_SET(5,&amp;rset);</a:t>
            </a:r>
          </a:p>
        </p:txBody>
      </p:sp>
      <p:grpSp>
        <p:nvGrpSpPr>
          <p:cNvPr id="16384" name="组合 16383"/>
          <p:cNvGrpSpPr>
            <a:grpSpLocks/>
          </p:cNvGrpSpPr>
          <p:nvPr/>
        </p:nvGrpSpPr>
        <p:grpSpPr bwMode="auto">
          <a:xfrm>
            <a:off x="755576" y="3717032"/>
            <a:ext cx="7561263" cy="504825"/>
            <a:chOff x="755577" y="4509120"/>
            <a:chExt cx="7560839" cy="504056"/>
          </a:xfrm>
        </p:grpSpPr>
        <p:sp>
          <p:nvSpPr>
            <p:cNvPr id="2" name="矩形 1"/>
            <p:cNvSpPr/>
            <p:nvPr/>
          </p:nvSpPr>
          <p:spPr>
            <a:xfrm>
              <a:off x="755577" y="4509120"/>
              <a:ext cx="504797" cy="504056"/>
            </a:xfrm>
            <a:prstGeom prst="rect">
              <a:avLst/>
            </a:prstGeom>
          </p:spPr>
          <p:style>
            <a:lnRef idx="1">
              <a:schemeClr val="accent1"/>
            </a:lnRef>
            <a:fillRef idx="2">
              <a:schemeClr val="accent1"/>
            </a:fillRef>
            <a:effectRef idx="1">
              <a:schemeClr val="accent1"/>
            </a:effectRef>
            <a:fontRef idx="minor">
              <a:schemeClr val="dk1"/>
            </a:fontRef>
          </p:style>
          <p:txBody>
            <a:bodyPr anchor="ctr"/>
            <a:lstStyle/>
            <a:p>
              <a:pPr algn="ctr" eaLnBrk="1" hangingPunct="1">
                <a:defRPr/>
              </a:pPr>
              <a:r>
                <a:rPr lang="en-US" altLang="zh-CN" dirty="0"/>
                <a:t>0</a:t>
              </a:r>
              <a:endParaRPr lang="zh-CN" altLang="en-US" dirty="0"/>
            </a:p>
          </p:txBody>
        </p:sp>
        <p:sp>
          <p:nvSpPr>
            <p:cNvPr id="15" name="矩形 14"/>
            <p:cNvSpPr/>
            <p:nvPr/>
          </p:nvSpPr>
          <p:spPr>
            <a:xfrm>
              <a:off x="1260374" y="4509120"/>
              <a:ext cx="503210" cy="504056"/>
            </a:xfrm>
            <a:prstGeom prst="rect">
              <a:avLst/>
            </a:prstGeom>
          </p:spPr>
          <p:style>
            <a:lnRef idx="1">
              <a:schemeClr val="accent1"/>
            </a:lnRef>
            <a:fillRef idx="2">
              <a:schemeClr val="accent1"/>
            </a:fillRef>
            <a:effectRef idx="1">
              <a:schemeClr val="accent1"/>
            </a:effectRef>
            <a:fontRef idx="minor">
              <a:schemeClr val="dk1"/>
            </a:fontRef>
          </p:style>
          <p:txBody>
            <a:bodyPr anchor="ctr"/>
            <a:lstStyle/>
            <a:p>
              <a:pPr algn="ctr" eaLnBrk="1" hangingPunct="1">
                <a:defRPr/>
              </a:pPr>
              <a:r>
                <a:rPr lang="en-US" altLang="zh-CN" dirty="0"/>
                <a:t>1</a:t>
              </a:r>
              <a:endParaRPr lang="zh-CN" altLang="en-US" dirty="0"/>
            </a:p>
          </p:txBody>
        </p:sp>
        <p:sp>
          <p:nvSpPr>
            <p:cNvPr id="16" name="矩形 15"/>
            <p:cNvSpPr/>
            <p:nvPr/>
          </p:nvSpPr>
          <p:spPr>
            <a:xfrm>
              <a:off x="1763583" y="4509120"/>
              <a:ext cx="504797" cy="504056"/>
            </a:xfrm>
            <a:prstGeom prst="rect">
              <a:avLst/>
            </a:prstGeom>
          </p:spPr>
          <p:style>
            <a:lnRef idx="1">
              <a:schemeClr val="accent1"/>
            </a:lnRef>
            <a:fillRef idx="2">
              <a:schemeClr val="accent1"/>
            </a:fillRef>
            <a:effectRef idx="1">
              <a:schemeClr val="accent1"/>
            </a:effectRef>
            <a:fontRef idx="minor">
              <a:schemeClr val="dk1"/>
            </a:fontRef>
          </p:style>
          <p:txBody>
            <a:bodyPr anchor="ctr"/>
            <a:lstStyle/>
            <a:p>
              <a:pPr algn="ctr" eaLnBrk="1" hangingPunct="1">
                <a:defRPr/>
              </a:pPr>
              <a:r>
                <a:rPr lang="en-US" altLang="zh-CN" dirty="0"/>
                <a:t>0</a:t>
              </a:r>
              <a:endParaRPr lang="zh-CN" altLang="en-US" dirty="0"/>
            </a:p>
          </p:txBody>
        </p:sp>
        <p:sp>
          <p:nvSpPr>
            <p:cNvPr id="17" name="矩形 16"/>
            <p:cNvSpPr/>
            <p:nvPr/>
          </p:nvSpPr>
          <p:spPr>
            <a:xfrm>
              <a:off x="2268380" y="4509120"/>
              <a:ext cx="503209" cy="504056"/>
            </a:xfrm>
            <a:prstGeom prst="rect">
              <a:avLst/>
            </a:prstGeom>
          </p:spPr>
          <p:style>
            <a:lnRef idx="1">
              <a:schemeClr val="accent1"/>
            </a:lnRef>
            <a:fillRef idx="2">
              <a:schemeClr val="accent1"/>
            </a:fillRef>
            <a:effectRef idx="1">
              <a:schemeClr val="accent1"/>
            </a:effectRef>
            <a:fontRef idx="minor">
              <a:schemeClr val="dk1"/>
            </a:fontRef>
          </p:style>
          <p:txBody>
            <a:bodyPr anchor="ctr"/>
            <a:lstStyle/>
            <a:p>
              <a:pPr algn="ctr" eaLnBrk="1" hangingPunct="1">
                <a:defRPr/>
              </a:pPr>
              <a:r>
                <a:rPr lang="en-US" altLang="zh-CN" dirty="0"/>
                <a:t>0</a:t>
              </a:r>
              <a:endParaRPr lang="zh-CN" altLang="en-US" dirty="0"/>
            </a:p>
          </p:txBody>
        </p:sp>
        <p:sp>
          <p:nvSpPr>
            <p:cNvPr id="18" name="矩形 17"/>
            <p:cNvSpPr/>
            <p:nvPr/>
          </p:nvSpPr>
          <p:spPr>
            <a:xfrm>
              <a:off x="2771589" y="4509120"/>
              <a:ext cx="504797" cy="504056"/>
            </a:xfrm>
            <a:prstGeom prst="rect">
              <a:avLst/>
            </a:prstGeom>
          </p:spPr>
          <p:style>
            <a:lnRef idx="1">
              <a:schemeClr val="accent1"/>
            </a:lnRef>
            <a:fillRef idx="2">
              <a:schemeClr val="accent1"/>
            </a:fillRef>
            <a:effectRef idx="1">
              <a:schemeClr val="accent1"/>
            </a:effectRef>
            <a:fontRef idx="minor">
              <a:schemeClr val="dk1"/>
            </a:fontRef>
          </p:style>
          <p:txBody>
            <a:bodyPr anchor="ctr"/>
            <a:lstStyle/>
            <a:p>
              <a:pPr algn="ctr" eaLnBrk="1" hangingPunct="1">
                <a:defRPr/>
              </a:pPr>
              <a:r>
                <a:rPr lang="en-US" altLang="zh-CN" dirty="0"/>
                <a:t>1</a:t>
              </a:r>
              <a:endParaRPr lang="zh-CN" altLang="en-US" dirty="0"/>
            </a:p>
          </p:txBody>
        </p:sp>
        <p:sp>
          <p:nvSpPr>
            <p:cNvPr id="19" name="矩形 18"/>
            <p:cNvSpPr/>
            <p:nvPr/>
          </p:nvSpPr>
          <p:spPr>
            <a:xfrm>
              <a:off x="3276386" y="4509120"/>
              <a:ext cx="503210" cy="504056"/>
            </a:xfrm>
            <a:prstGeom prst="rect">
              <a:avLst/>
            </a:prstGeom>
          </p:spPr>
          <p:style>
            <a:lnRef idx="1">
              <a:schemeClr val="accent1"/>
            </a:lnRef>
            <a:fillRef idx="2">
              <a:schemeClr val="accent1"/>
            </a:fillRef>
            <a:effectRef idx="1">
              <a:schemeClr val="accent1"/>
            </a:effectRef>
            <a:fontRef idx="minor">
              <a:schemeClr val="dk1"/>
            </a:fontRef>
          </p:style>
          <p:txBody>
            <a:bodyPr anchor="ctr"/>
            <a:lstStyle/>
            <a:p>
              <a:pPr algn="ctr" eaLnBrk="1" hangingPunct="1">
                <a:defRPr/>
              </a:pPr>
              <a:r>
                <a:rPr lang="en-US" altLang="zh-CN" dirty="0"/>
                <a:t>1</a:t>
              </a:r>
              <a:endParaRPr lang="zh-CN" altLang="en-US" dirty="0"/>
            </a:p>
          </p:txBody>
        </p:sp>
        <p:sp>
          <p:nvSpPr>
            <p:cNvPr id="20" name="矩形 19"/>
            <p:cNvSpPr/>
            <p:nvPr/>
          </p:nvSpPr>
          <p:spPr>
            <a:xfrm>
              <a:off x="3779595" y="4509120"/>
              <a:ext cx="504797" cy="504056"/>
            </a:xfrm>
            <a:prstGeom prst="rect">
              <a:avLst/>
            </a:prstGeom>
          </p:spPr>
          <p:style>
            <a:lnRef idx="1">
              <a:schemeClr val="accent1"/>
            </a:lnRef>
            <a:fillRef idx="2">
              <a:schemeClr val="accent1"/>
            </a:fillRef>
            <a:effectRef idx="1">
              <a:schemeClr val="accent1"/>
            </a:effectRef>
            <a:fontRef idx="minor">
              <a:schemeClr val="dk1"/>
            </a:fontRef>
          </p:style>
          <p:txBody>
            <a:bodyPr anchor="ctr"/>
            <a:lstStyle/>
            <a:p>
              <a:pPr algn="ctr" eaLnBrk="1" hangingPunct="1">
                <a:defRPr/>
              </a:pPr>
              <a:r>
                <a:rPr lang="en-US" altLang="zh-CN" dirty="0"/>
                <a:t>0</a:t>
              </a:r>
              <a:endParaRPr lang="zh-CN" altLang="en-US" dirty="0"/>
            </a:p>
          </p:txBody>
        </p:sp>
        <p:sp>
          <p:nvSpPr>
            <p:cNvPr id="21" name="矩形 20"/>
            <p:cNvSpPr/>
            <p:nvPr/>
          </p:nvSpPr>
          <p:spPr>
            <a:xfrm>
              <a:off x="4284392" y="4509120"/>
              <a:ext cx="503209" cy="504056"/>
            </a:xfrm>
            <a:prstGeom prst="rect">
              <a:avLst/>
            </a:prstGeom>
          </p:spPr>
          <p:style>
            <a:lnRef idx="1">
              <a:schemeClr val="accent1"/>
            </a:lnRef>
            <a:fillRef idx="2">
              <a:schemeClr val="accent1"/>
            </a:fillRef>
            <a:effectRef idx="1">
              <a:schemeClr val="accent1"/>
            </a:effectRef>
            <a:fontRef idx="minor">
              <a:schemeClr val="dk1"/>
            </a:fontRef>
          </p:style>
          <p:txBody>
            <a:bodyPr anchor="ctr"/>
            <a:lstStyle/>
            <a:p>
              <a:pPr algn="ctr" eaLnBrk="1" hangingPunct="1">
                <a:defRPr/>
              </a:pPr>
              <a:r>
                <a:rPr lang="en-US" altLang="zh-CN" dirty="0"/>
                <a:t>0</a:t>
              </a:r>
              <a:endParaRPr lang="zh-CN" altLang="en-US" dirty="0"/>
            </a:p>
          </p:txBody>
        </p:sp>
        <p:sp>
          <p:nvSpPr>
            <p:cNvPr id="24" name="矩形 23"/>
            <p:cNvSpPr/>
            <p:nvPr/>
          </p:nvSpPr>
          <p:spPr>
            <a:xfrm>
              <a:off x="6300404" y="4509120"/>
              <a:ext cx="503209" cy="504056"/>
            </a:xfrm>
            <a:prstGeom prst="rect">
              <a:avLst/>
            </a:prstGeom>
          </p:spPr>
          <p:style>
            <a:lnRef idx="1">
              <a:schemeClr val="accent1"/>
            </a:lnRef>
            <a:fillRef idx="2">
              <a:schemeClr val="accent1"/>
            </a:fillRef>
            <a:effectRef idx="1">
              <a:schemeClr val="accent1"/>
            </a:effectRef>
            <a:fontRef idx="minor">
              <a:schemeClr val="dk1"/>
            </a:fontRef>
          </p:style>
          <p:txBody>
            <a:bodyPr anchor="ctr"/>
            <a:lstStyle/>
            <a:p>
              <a:pPr algn="ctr" eaLnBrk="1" hangingPunct="1">
                <a:defRPr/>
              </a:pPr>
              <a:r>
                <a:rPr lang="en-US" altLang="zh-CN" dirty="0"/>
                <a:t>0</a:t>
              </a:r>
              <a:endParaRPr lang="zh-CN" altLang="en-US" dirty="0"/>
            </a:p>
          </p:txBody>
        </p:sp>
        <p:sp>
          <p:nvSpPr>
            <p:cNvPr id="25" name="矩形 24"/>
            <p:cNvSpPr/>
            <p:nvPr/>
          </p:nvSpPr>
          <p:spPr>
            <a:xfrm>
              <a:off x="6803613" y="4509120"/>
              <a:ext cx="504797" cy="504056"/>
            </a:xfrm>
            <a:prstGeom prst="rect">
              <a:avLst/>
            </a:prstGeom>
          </p:spPr>
          <p:style>
            <a:lnRef idx="1">
              <a:schemeClr val="accent1"/>
            </a:lnRef>
            <a:fillRef idx="2">
              <a:schemeClr val="accent1"/>
            </a:fillRef>
            <a:effectRef idx="1">
              <a:schemeClr val="accent1"/>
            </a:effectRef>
            <a:fontRef idx="minor">
              <a:schemeClr val="dk1"/>
            </a:fontRef>
          </p:style>
          <p:txBody>
            <a:bodyPr anchor="ctr"/>
            <a:lstStyle/>
            <a:p>
              <a:pPr algn="ctr" eaLnBrk="1" hangingPunct="1">
                <a:defRPr/>
              </a:pPr>
              <a:r>
                <a:rPr lang="en-US" altLang="zh-CN" dirty="0"/>
                <a:t>0</a:t>
              </a:r>
              <a:endParaRPr lang="zh-CN" altLang="en-US" dirty="0"/>
            </a:p>
          </p:txBody>
        </p:sp>
        <p:sp>
          <p:nvSpPr>
            <p:cNvPr id="28" name="矩形 27"/>
            <p:cNvSpPr/>
            <p:nvPr/>
          </p:nvSpPr>
          <p:spPr>
            <a:xfrm>
              <a:off x="7308410" y="4509120"/>
              <a:ext cx="503210" cy="504056"/>
            </a:xfrm>
            <a:prstGeom prst="rect">
              <a:avLst/>
            </a:prstGeom>
          </p:spPr>
          <p:style>
            <a:lnRef idx="1">
              <a:schemeClr val="accent1"/>
            </a:lnRef>
            <a:fillRef idx="2">
              <a:schemeClr val="accent1"/>
            </a:fillRef>
            <a:effectRef idx="1">
              <a:schemeClr val="accent1"/>
            </a:effectRef>
            <a:fontRef idx="minor">
              <a:schemeClr val="dk1"/>
            </a:fontRef>
          </p:style>
          <p:txBody>
            <a:bodyPr anchor="ctr"/>
            <a:lstStyle/>
            <a:p>
              <a:pPr algn="ctr" eaLnBrk="1" hangingPunct="1">
                <a:defRPr/>
              </a:pPr>
              <a:r>
                <a:rPr lang="en-US" altLang="zh-CN" dirty="0"/>
                <a:t>0</a:t>
              </a:r>
              <a:endParaRPr lang="zh-CN" altLang="en-US" dirty="0"/>
            </a:p>
          </p:txBody>
        </p:sp>
        <p:sp>
          <p:nvSpPr>
            <p:cNvPr id="29" name="矩形 28"/>
            <p:cNvSpPr/>
            <p:nvPr/>
          </p:nvSpPr>
          <p:spPr>
            <a:xfrm>
              <a:off x="7811619" y="4509120"/>
              <a:ext cx="504797" cy="504056"/>
            </a:xfrm>
            <a:prstGeom prst="rect">
              <a:avLst/>
            </a:prstGeom>
          </p:spPr>
          <p:style>
            <a:lnRef idx="1">
              <a:schemeClr val="accent1"/>
            </a:lnRef>
            <a:fillRef idx="2">
              <a:schemeClr val="accent1"/>
            </a:fillRef>
            <a:effectRef idx="1">
              <a:schemeClr val="accent1"/>
            </a:effectRef>
            <a:fontRef idx="minor">
              <a:schemeClr val="dk1"/>
            </a:fontRef>
          </p:style>
          <p:txBody>
            <a:bodyPr anchor="ctr"/>
            <a:lstStyle/>
            <a:p>
              <a:pPr algn="ctr" eaLnBrk="1" hangingPunct="1">
                <a:defRPr/>
              </a:pPr>
              <a:r>
                <a:rPr lang="en-US" altLang="zh-CN" dirty="0"/>
                <a:t>0</a:t>
              </a:r>
              <a:endParaRPr lang="zh-CN" altLang="en-US" dirty="0"/>
            </a:p>
          </p:txBody>
        </p:sp>
        <p:cxnSp>
          <p:nvCxnSpPr>
            <p:cNvPr id="31" name="直接连接符 30"/>
            <p:cNvCxnSpPr/>
            <p:nvPr/>
          </p:nvCxnSpPr>
          <p:spPr>
            <a:xfrm>
              <a:off x="5003489" y="4761148"/>
              <a:ext cx="1081027" cy="0"/>
            </a:xfrm>
            <a:prstGeom prst="line">
              <a:avLst/>
            </a:prstGeom>
            <a:ln w="28575">
              <a:prstDash val="sysDot"/>
            </a:ln>
          </p:spPr>
          <p:style>
            <a:lnRef idx="1">
              <a:schemeClr val="accent1"/>
            </a:lnRef>
            <a:fillRef idx="0">
              <a:schemeClr val="accent1"/>
            </a:fillRef>
            <a:effectRef idx="0">
              <a:schemeClr val="accent1"/>
            </a:effectRef>
            <a:fontRef idx="minor">
              <a:schemeClr val="tx1"/>
            </a:fontRef>
          </p:style>
        </p:cxnSp>
      </p:grpSp>
      <p:grpSp>
        <p:nvGrpSpPr>
          <p:cNvPr id="4" name="组合 3">
            <a:extLst>
              <a:ext uri="{FF2B5EF4-FFF2-40B4-BE49-F238E27FC236}">
                <a16:creationId xmlns:a16="http://schemas.microsoft.com/office/drawing/2014/main" id="{4C2CCA22-1304-49C8-A180-6A385A1F165D}"/>
              </a:ext>
            </a:extLst>
          </p:cNvPr>
          <p:cNvGrpSpPr/>
          <p:nvPr/>
        </p:nvGrpSpPr>
        <p:grpSpPr>
          <a:xfrm>
            <a:off x="755153" y="5156423"/>
            <a:ext cx="7561263" cy="504825"/>
            <a:chOff x="755153" y="5156423"/>
            <a:chExt cx="7561263" cy="504825"/>
          </a:xfrm>
        </p:grpSpPr>
        <p:sp>
          <p:nvSpPr>
            <p:cNvPr id="23" name="矩形 22">
              <a:extLst>
                <a:ext uri="{FF2B5EF4-FFF2-40B4-BE49-F238E27FC236}">
                  <a16:creationId xmlns:a16="http://schemas.microsoft.com/office/drawing/2014/main" id="{3CCD8E15-DE72-4373-81B3-E237E1BB2CA9}"/>
                </a:ext>
              </a:extLst>
            </p:cNvPr>
            <p:cNvSpPr/>
            <p:nvPr/>
          </p:nvSpPr>
          <p:spPr bwMode="auto">
            <a:xfrm>
              <a:off x="755153" y="5156423"/>
              <a:ext cx="504825" cy="504825"/>
            </a:xfrm>
            <a:prstGeom prst="rect">
              <a:avLst/>
            </a:prstGeom>
          </p:spPr>
          <p:style>
            <a:lnRef idx="1">
              <a:schemeClr val="accent1"/>
            </a:lnRef>
            <a:fillRef idx="2">
              <a:schemeClr val="accent1"/>
            </a:fillRef>
            <a:effectRef idx="1">
              <a:schemeClr val="accent1"/>
            </a:effectRef>
            <a:fontRef idx="minor">
              <a:schemeClr val="dk1"/>
            </a:fontRef>
          </p:style>
          <p:txBody>
            <a:bodyPr anchor="ctr"/>
            <a:lstStyle/>
            <a:p>
              <a:pPr algn="ctr" eaLnBrk="1" hangingPunct="1">
                <a:defRPr/>
              </a:pPr>
              <a:r>
                <a:rPr lang="en-US" altLang="zh-CN" dirty="0"/>
                <a:t>0</a:t>
              </a:r>
              <a:endParaRPr lang="zh-CN" altLang="en-US" dirty="0"/>
            </a:p>
          </p:txBody>
        </p:sp>
        <p:sp>
          <p:nvSpPr>
            <p:cNvPr id="26" name="矩形 25">
              <a:extLst>
                <a:ext uri="{FF2B5EF4-FFF2-40B4-BE49-F238E27FC236}">
                  <a16:creationId xmlns:a16="http://schemas.microsoft.com/office/drawing/2014/main" id="{D5C8F1C7-F0E0-4DEA-8CBC-F2B3FC13F907}"/>
                </a:ext>
              </a:extLst>
            </p:cNvPr>
            <p:cNvSpPr/>
            <p:nvPr/>
          </p:nvSpPr>
          <p:spPr bwMode="auto">
            <a:xfrm>
              <a:off x="1259978" y="5156423"/>
              <a:ext cx="503238" cy="504825"/>
            </a:xfrm>
            <a:prstGeom prst="rect">
              <a:avLst/>
            </a:prstGeom>
          </p:spPr>
          <p:style>
            <a:lnRef idx="1">
              <a:schemeClr val="accent1"/>
            </a:lnRef>
            <a:fillRef idx="2">
              <a:schemeClr val="accent1"/>
            </a:fillRef>
            <a:effectRef idx="1">
              <a:schemeClr val="accent1"/>
            </a:effectRef>
            <a:fontRef idx="minor">
              <a:schemeClr val="dk1"/>
            </a:fontRef>
          </p:style>
          <p:txBody>
            <a:bodyPr anchor="ctr"/>
            <a:lstStyle/>
            <a:p>
              <a:pPr algn="ctr" eaLnBrk="1" hangingPunct="1">
                <a:defRPr/>
              </a:pPr>
              <a:r>
                <a:rPr lang="en-US" altLang="zh-CN" dirty="0"/>
                <a:t>1</a:t>
              </a:r>
              <a:endParaRPr lang="zh-CN" altLang="en-US" dirty="0"/>
            </a:p>
          </p:txBody>
        </p:sp>
        <p:sp>
          <p:nvSpPr>
            <p:cNvPr id="27" name="矩形 26">
              <a:extLst>
                <a:ext uri="{FF2B5EF4-FFF2-40B4-BE49-F238E27FC236}">
                  <a16:creationId xmlns:a16="http://schemas.microsoft.com/office/drawing/2014/main" id="{E820C1C6-F3C0-40D8-880A-E49C269A1BE2}"/>
                </a:ext>
              </a:extLst>
            </p:cNvPr>
            <p:cNvSpPr/>
            <p:nvPr/>
          </p:nvSpPr>
          <p:spPr bwMode="auto">
            <a:xfrm>
              <a:off x="1763216" y="5156423"/>
              <a:ext cx="504825" cy="504825"/>
            </a:xfrm>
            <a:prstGeom prst="rect">
              <a:avLst/>
            </a:prstGeom>
          </p:spPr>
          <p:style>
            <a:lnRef idx="1">
              <a:schemeClr val="accent1"/>
            </a:lnRef>
            <a:fillRef idx="2">
              <a:schemeClr val="accent1"/>
            </a:fillRef>
            <a:effectRef idx="1">
              <a:schemeClr val="accent1"/>
            </a:effectRef>
            <a:fontRef idx="minor">
              <a:schemeClr val="dk1"/>
            </a:fontRef>
          </p:style>
          <p:txBody>
            <a:bodyPr anchor="ctr"/>
            <a:lstStyle/>
            <a:p>
              <a:pPr algn="ctr" eaLnBrk="1" hangingPunct="1">
                <a:defRPr/>
              </a:pPr>
              <a:r>
                <a:rPr lang="en-US" altLang="zh-CN" dirty="0"/>
                <a:t>0</a:t>
              </a:r>
              <a:endParaRPr lang="zh-CN" altLang="en-US" dirty="0"/>
            </a:p>
          </p:txBody>
        </p:sp>
        <p:sp>
          <p:nvSpPr>
            <p:cNvPr id="30" name="矩形 29">
              <a:extLst>
                <a:ext uri="{FF2B5EF4-FFF2-40B4-BE49-F238E27FC236}">
                  <a16:creationId xmlns:a16="http://schemas.microsoft.com/office/drawing/2014/main" id="{88AF3B32-2F6B-4DC5-86F6-358438D7D670}"/>
                </a:ext>
              </a:extLst>
            </p:cNvPr>
            <p:cNvSpPr/>
            <p:nvPr/>
          </p:nvSpPr>
          <p:spPr bwMode="auto">
            <a:xfrm>
              <a:off x="2268041" y="5156423"/>
              <a:ext cx="503237" cy="504825"/>
            </a:xfrm>
            <a:prstGeom prst="rect">
              <a:avLst/>
            </a:prstGeom>
          </p:spPr>
          <p:style>
            <a:lnRef idx="1">
              <a:schemeClr val="accent1"/>
            </a:lnRef>
            <a:fillRef idx="2">
              <a:schemeClr val="accent1"/>
            </a:fillRef>
            <a:effectRef idx="1">
              <a:schemeClr val="accent1"/>
            </a:effectRef>
            <a:fontRef idx="minor">
              <a:schemeClr val="dk1"/>
            </a:fontRef>
          </p:style>
          <p:txBody>
            <a:bodyPr anchor="ctr"/>
            <a:lstStyle/>
            <a:p>
              <a:pPr algn="ctr" eaLnBrk="1" hangingPunct="1">
                <a:defRPr/>
              </a:pPr>
              <a:r>
                <a:rPr lang="en-US" altLang="zh-CN" dirty="0"/>
                <a:t>0</a:t>
              </a:r>
              <a:endParaRPr lang="zh-CN" altLang="en-US" dirty="0"/>
            </a:p>
          </p:txBody>
        </p:sp>
        <p:sp>
          <p:nvSpPr>
            <p:cNvPr id="32" name="矩形 31">
              <a:extLst>
                <a:ext uri="{FF2B5EF4-FFF2-40B4-BE49-F238E27FC236}">
                  <a16:creationId xmlns:a16="http://schemas.microsoft.com/office/drawing/2014/main" id="{ACF9230A-C543-43F0-9236-5F58292FA2B3}"/>
                </a:ext>
              </a:extLst>
            </p:cNvPr>
            <p:cNvSpPr/>
            <p:nvPr/>
          </p:nvSpPr>
          <p:spPr bwMode="auto">
            <a:xfrm>
              <a:off x="2771278" y="5156423"/>
              <a:ext cx="504825" cy="504825"/>
            </a:xfrm>
            <a:prstGeom prst="rect">
              <a:avLst/>
            </a:prstGeom>
          </p:spPr>
          <p:style>
            <a:lnRef idx="1">
              <a:schemeClr val="accent1"/>
            </a:lnRef>
            <a:fillRef idx="2">
              <a:schemeClr val="accent1"/>
            </a:fillRef>
            <a:effectRef idx="1">
              <a:schemeClr val="accent1"/>
            </a:effectRef>
            <a:fontRef idx="minor">
              <a:schemeClr val="dk1"/>
            </a:fontRef>
          </p:style>
          <p:txBody>
            <a:bodyPr anchor="ctr"/>
            <a:lstStyle/>
            <a:p>
              <a:pPr algn="ctr" eaLnBrk="1" hangingPunct="1">
                <a:defRPr/>
              </a:pPr>
              <a:r>
                <a:rPr lang="en-US" altLang="zh-CN" dirty="0"/>
                <a:t>0</a:t>
              </a:r>
              <a:endParaRPr lang="zh-CN" altLang="en-US" dirty="0"/>
            </a:p>
          </p:txBody>
        </p:sp>
        <p:sp>
          <p:nvSpPr>
            <p:cNvPr id="33" name="矩形 32">
              <a:extLst>
                <a:ext uri="{FF2B5EF4-FFF2-40B4-BE49-F238E27FC236}">
                  <a16:creationId xmlns:a16="http://schemas.microsoft.com/office/drawing/2014/main" id="{3AA9B5E2-70B0-4DBC-AFA4-E5BB80E2CAF6}"/>
                </a:ext>
              </a:extLst>
            </p:cNvPr>
            <p:cNvSpPr/>
            <p:nvPr/>
          </p:nvSpPr>
          <p:spPr bwMode="auto">
            <a:xfrm>
              <a:off x="3276103" y="5156423"/>
              <a:ext cx="503238" cy="504825"/>
            </a:xfrm>
            <a:prstGeom prst="rect">
              <a:avLst/>
            </a:prstGeom>
          </p:spPr>
          <p:style>
            <a:lnRef idx="1">
              <a:schemeClr val="accent1"/>
            </a:lnRef>
            <a:fillRef idx="2">
              <a:schemeClr val="accent1"/>
            </a:fillRef>
            <a:effectRef idx="1">
              <a:schemeClr val="accent1"/>
            </a:effectRef>
            <a:fontRef idx="minor">
              <a:schemeClr val="dk1"/>
            </a:fontRef>
          </p:style>
          <p:txBody>
            <a:bodyPr anchor="ctr"/>
            <a:lstStyle/>
            <a:p>
              <a:pPr algn="ctr" eaLnBrk="1" hangingPunct="1">
                <a:defRPr/>
              </a:pPr>
              <a:r>
                <a:rPr lang="en-US" altLang="zh-CN" dirty="0"/>
                <a:t>1</a:t>
              </a:r>
              <a:endParaRPr lang="zh-CN" altLang="en-US" dirty="0"/>
            </a:p>
          </p:txBody>
        </p:sp>
        <p:sp>
          <p:nvSpPr>
            <p:cNvPr id="34" name="矩形 33">
              <a:extLst>
                <a:ext uri="{FF2B5EF4-FFF2-40B4-BE49-F238E27FC236}">
                  <a16:creationId xmlns:a16="http://schemas.microsoft.com/office/drawing/2014/main" id="{63BD28D4-2406-4318-BA94-8A5CC69643DB}"/>
                </a:ext>
              </a:extLst>
            </p:cNvPr>
            <p:cNvSpPr/>
            <p:nvPr/>
          </p:nvSpPr>
          <p:spPr bwMode="auto">
            <a:xfrm>
              <a:off x="3779341" y="5156423"/>
              <a:ext cx="504825" cy="504825"/>
            </a:xfrm>
            <a:prstGeom prst="rect">
              <a:avLst/>
            </a:prstGeom>
          </p:spPr>
          <p:style>
            <a:lnRef idx="1">
              <a:schemeClr val="accent1"/>
            </a:lnRef>
            <a:fillRef idx="2">
              <a:schemeClr val="accent1"/>
            </a:fillRef>
            <a:effectRef idx="1">
              <a:schemeClr val="accent1"/>
            </a:effectRef>
            <a:fontRef idx="minor">
              <a:schemeClr val="dk1"/>
            </a:fontRef>
          </p:style>
          <p:txBody>
            <a:bodyPr anchor="ctr"/>
            <a:lstStyle/>
            <a:p>
              <a:pPr algn="ctr" eaLnBrk="1" hangingPunct="1">
                <a:defRPr/>
              </a:pPr>
              <a:r>
                <a:rPr lang="en-US" altLang="zh-CN" dirty="0"/>
                <a:t>0</a:t>
              </a:r>
              <a:endParaRPr lang="zh-CN" altLang="en-US" dirty="0"/>
            </a:p>
          </p:txBody>
        </p:sp>
        <p:sp>
          <p:nvSpPr>
            <p:cNvPr id="35" name="矩形 34">
              <a:extLst>
                <a:ext uri="{FF2B5EF4-FFF2-40B4-BE49-F238E27FC236}">
                  <a16:creationId xmlns:a16="http://schemas.microsoft.com/office/drawing/2014/main" id="{A32EA239-4BF0-409F-A174-951C9261C577}"/>
                </a:ext>
              </a:extLst>
            </p:cNvPr>
            <p:cNvSpPr/>
            <p:nvPr/>
          </p:nvSpPr>
          <p:spPr bwMode="auto">
            <a:xfrm>
              <a:off x="4284166" y="5156423"/>
              <a:ext cx="503237" cy="504825"/>
            </a:xfrm>
            <a:prstGeom prst="rect">
              <a:avLst/>
            </a:prstGeom>
          </p:spPr>
          <p:style>
            <a:lnRef idx="1">
              <a:schemeClr val="accent1"/>
            </a:lnRef>
            <a:fillRef idx="2">
              <a:schemeClr val="accent1"/>
            </a:fillRef>
            <a:effectRef idx="1">
              <a:schemeClr val="accent1"/>
            </a:effectRef>
            <a:fontRef idx="minor">
              <a:schemeClr val="dk1"/>
            </a:fontRef>
          </p:style>
          <p:txBody>
            <a:bodyPr anchor="ctr"/>
            <a:lstStyle/>
            <a:p>
              <a:pPr algn="ctr" eaLnBrk="1" hangingPunct="1">
                <a:defRPr/>
              </a:pPr>
              <a:r>
                <a:rPr lang="en-US" altLang="zh-CN" dirty="0"/>
                <a:t>0</a:t>
              </a:r>
              <a:endParaRPr lang="zh-CN" altLang="en-US" dirty="0"/>
            </a:p>
          </p:txBody>
        </p:sp>
        <p:sp>
          <p:nvSpPr>
            <p:cNvPr id="36" name="矩形 35">
              <a:extLst>
                <a:ext uri="{FF2B5EF4-FFF2-40B4-BE49-F238E27FC236}">
                  <a16:creationId xmlns:a16="http://schemas.microsoft.com/office/drawing/2014/main" id="{5DC995D2-6956-42B3-8101-F81D3FD02AFF}"/>
                </a:ext>
              </a:extLst>
            </p:cNvPr>
            <p:cNvSpPr/>
            <p:nvPr/>
          </p:nvSpPr>
          <p:spPr bwMode="auto">
            <a:xfrm>
              <a:off x="6300291" y="5156423"/>
              <a:ext cx="503237" cy="504825"/>
            </a:xfrm>
            <a:prstGeom prst="rect">
              <a:avLst/>
            </a:prstGeom>
          </p:spPr>
          <p:style>
            <a:lnRef idx="1">
              <a:schemeClr val="accent1"/>
            </a:lnRef>
            <a:fillRef idx="2">
              <a:schemeClr val="accent1"/>
            </a:fillRef>
            <a:effectRef idx="1">
              <a:schemeClr val="accent1"/>
            </a:effectRef>
            <a:fontRef idx="minor">
              <a:schemeClr val="dk1"/>
            </a:fontRef>
          </p:style>
          <p:txBody>
            <a:bodyPr anchor="ctr"/>
            <a:lstStyle/>
            <a:p>
              <a:pPr algn="ctr" eaLnBrk="1" hangingPunct="1">
                <a:defRPr/>
              </a:pPr>
              <a:r>
                <a:rPr lang="en-US" altLang="zh-CN" dirty="0"/>
                <a:t>0</a:t>
              </a:r>
              <a:endParaRPr lang="zh-CN" altLang="en-US" dirty="0"/>
            </a:p>
          </p:txBody>
        </p:sp>
        <p:sp>
          <p:nvSpPr>
            <p:cNvPr id="37" name="矩形 36">
              <a:extLst>
                <a:ext uri="{FF2B5EF4-FFF2-40B4-BE49-F238E27FC236}">
                  <a16:creationId xmlns:a16="http://schemas.microsoft.com/office/drawing/2014/main" id="{A9843EFD-0366-4AF1-A0D2-5A001727F742}"/>
                </a:ext>
              </a:extLst>
            </p:cNvPr>
            <p:cNvSpPr/>
            <p:nvPr/>
          </p:nvSpPr>
          <p:spPr bwMode="auto">
            <a:xfrm>
              <a:off x="6803528" y="5156423"/>
              <a:ext cx="504825" cy="504825"/>
            </a:xfrm>
            <a:prstGeom prst="rect">
              <a:avLst/>
            </a:prstGeom>
          </p:spPr>
          <p:style>
            <a:lnRef idx="1">
              <a:schemeClr val="accent1"/>
            </a:lnRef>
            <a:fillRef idx="2">
              <a:schemeClr val="accent1"/>
            </a:fillRef>
            <a:effectRef idx="1">
              <a:schemeClr val="accent1"/>
            </a:effectRef>
            <a:fontRef idx="minor">
              <a:schemeClr val="dk1"/>
            </a:fontRef>
          </p:style>
          <p:txBody>
            <a:bodyPr anchor="ctr"/>
            <a:lstStyle/>
            <a:p>
              <a:pPr algn="ctr" eaLnBrk="1" hangingPunct="1">
                <a:defRPr/>
              </a:pPr>
              <a:r>
                <a:rPr lang="en-US" altLang="zh-CN" dirty="0"/>
                <a:t>0</a:t>
              </a:r>
              <a:endParaRPr lang="zh-CN" altLang="en-US" dirty="0"/>
            </a:p>
          </p:txBody>
        </p:sp>
        <p:sp>
          <p:nvSpPr>
            <p:cNvPr id="38" name="矩形 37">
              <a:extLst>
                <a:ext uri="{FF2B5EF4-FFF2-40B4-BE49-F238E27FC236}">
                  <a16:creationId xmlns:a16="http://schemas.microsoft.com/office/drawing/2014/main" id="{3D79636E-64B4-4BE8-AF78-7459119AF6DD}"/>
                </a:ext>
              </a:extLst>
            </p:cNvPr>
            <p:cNvSpPr/>
            <p:nvPr/>
          </p:nvSpPr>
          <p:spPr bwMode="auto">
            <a:xfrm>
              <a:off x="7308353" y="5156423"/>
              <a:ext cx="503238" cy="504825"/>
            </a:xfrm>
            <a:prstGeom prst="rect">
              <a:avLst/>
            </a:prstGeom>
          </p:spPr>
          <p:style>
            <a:lnRef idx="1">
              <a:schemeClr val="accent1"/>
            </a:lnRef>
            <a:fillRef idx="2">
              <a:schemeClr val="accent1"/>
            </a:fillRef>
            <a:effectRef idx="1">
              <a:schemeClr val="accent1"/>
            </a:effectRef>
            <a:fontRef idx="minor">
              <a:schemeClr val="dk1"/>
            </a:fontRef>
          </p:style>
          <p:txBody>
            <a:bodyPr anchor="ctr"/>
            <a:lstStyle/>
            <a:p>
              <a:pPr algn="ctr" eaLnBrk="1" hangingPunct="1">
                <a:defRPr/>
              </a:pPr>
              <a:r>
                <a:rPr lang="en-US" altLang="zh-CN" dirty="0"/>
                <a:t>0</a:t>
              </a:r>
              <a:endParaRPr lang="zh-CN" altLang="en-US" dirty="0"/>
            </a:p>
          </p:txBody>
        </p:sp>
        <p:sp>
          <p:nvSpPr>
            <p:cNvPr id="39" name="矩形 38">
              <a:extLst>
                <a:ext uri="{FF2B5EF4-FFF2-40B4-BE49-F238E27FC236}">
                  <a16:creationId xmlns:a16="http://schemas.microsoft.com/office/drawing/2014/main" id="{486482F2-EF64-4047-86FE-B3FD60E3CC54}"/>
                </a:ext>
              </a:extLst>
            </p:cNvPr>
            <p:cNvSpPr/>
            <p:nvPr/>
          </p:nvSpPr>
          <p:spPr bwMode="auto">
            <a:xfrm>
              <a:off x="7811591" y="5156423"/>
              <a:ext cx="504825" cy="504825"/>
            </a:xfrm>
            <a:prstGeom prst="rect">
              <a:avLst/>
            </a:prstGeom>
          </p:spPr>
          <p:style>
            <a:lnRef idx="1">
              <a:schemeClr val="accent1"/>
            </a:lnRef>
            <a:fillRef idx="2">
              <a:schemeClr val="accent1"/>
            </a:fillRef>
            <a:effectRef idx="1">
              <a:schemeClr val="accent1"/>
            </a:effectRef>
            <a:fontRef idx="minor">
              <a:schemeClr val="dk1"/>
            </a:fontRef>
          </p:style>
          <p:txBody>
            <a:bodyPr anchor="ctr"/>
            <a:lstStyle/>
            <a:p>
              <a:pPr algn="ctr" eaLnBrk="1" hangingPunct="1">
                <a:defRPr/>
              </a:pPr>
              <a:r>
                <a:rPr lang="en-US" altLang="zh-CN" dirty="0"/>
                <a:t>0</a:t>
              </a:r>
              <a:endParaRPr lang="zh-CN" altLang="en-US" dirty="0"/>
            </a:p>
          </p:txBody>
        </p:sp>
        <p:cxnSp>
          <p:nvCxnSpPr>
            <p:cNvPr id="40" name="直接连接符 39">
              <a:extLst>
                <a:ext uri="{FF2B5EF4-FFF2-40B4-BE49-F238E27FC236}">
                  <a16:creationId xmlns:a16="http://schemas.microsoft.com/office/drawing/2014/main" id="{782860DC-15DC-4B25-9589-BC7C541C39DA}"/>
                </a:ext>
              </a:extLst>
            </p:cNvPr>
            <p:cNvCxnSpPr/>
            <p:nvPr/>
          </p:nvCxnSpPr>
          <p:spPr bwMode="auto">
            <a:xfrm>
              <a:off x="5003303" y="5408836"/>
              <a:ext cx="1081088" cy="0"/>
            </a:xfrm>
            <a:prstGeom prst="line">
              <a:avLst/>
            </a:prstGeom>
            <a:ln w="28575">
              <a:prstDash val="sysDot"/>
            </a:ln>
          </p:spPr>
          <p:style>
            <a:lnRef idx="1">
              <a:schemeClr val="accent1"/>
            </a:lnRef>
            <a:fillRef idx="0">
              <a:schemeClr val="accent1"/>
            </a:fillRef>
            <a:effectRef idx="0">
              <a:schemeClr val="accent1"/>
            </a:effectRef>
            <a:fontRef idx="minor">
              <a:schemeClr val="tx1"/>
            </a:fontRef>
          </p:style>
        </p:cxnSp>
      </p:grpSp>
      <p:sp>
        <p:nvSpPr>
          <p:cNvPr id="3" name="箭头: 下 2">
            <a:extLst>
              <a:ext uri="{FF2B5EF4-FFF2-40B4-BE49-F238E27FC236}">
                <a16:creationId xmlns:a16="http://schemas.microsoft.com/office/drawing/2014/main" id="{703BFE42-7509-4B2E-9FB8-E29B9E987C1E}"/>
              </a:ext>
            </a:extLst>
          </p:cNvPr>
          <p:cNvSpPr/>
          <p:nvPr/>
        </p:nvSpPr>
        <p:spPr>
          <a:xfrm>
            <a:off x="4355976" y="4365104"/>
            <a:ext cx="431427" cy="648072"/>
          </a:xfrm>
          <a:prstGeom prst="downArrow">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a:p>
        </p:txBody>
      </p:sp>
    </p:spTree>
    <p:extLst>
      <p:ext uri="{BB962C8B-B14F-4D97-AF65-F5344CB8AC3E}">
        <p14:creationId xmlns:p14="http://schemas.microsoft.com/office/powerpoint/2010/main" val="393129887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6384"/>
                                        </p:tgtEl>
                                        <p:attrNameLst>
                                          <p:attrName>style.visibility</p:attrName>
                                        </p:attrNameLst>
                                      </p:cBhvr>
                                      <p:to>
                                        <p:strVal val="visible"/>
                                      </p:to>
                                    </p:set>
                                    <p:anim calcmode="lin" valueType="num">
                                      <p:cBhvr additive="base">
                                        <p:cTn id="7" dur="500" fill="hold"/>
                                        <p:tgtEl>
                                          <p:spTgt spid="16384"/>
                                        </p:tgtEl>
                                        <p:attrNameLst>
                                          <p:attrName>ppt_x</p:attrName>
                                        </p:attrNameLst>
                                      </p:cBhvr>
                                      <p:tavLst>
                                        <p:tav tm="0">
                                          <p:val>
                                            <p:strVal val="#ppt_x"/>
                                          </p:val>
                                        </p:tav>
                                        <p:tav tm="100000">
                                          <p:val>
                                            <p:strVal val="#ppt_x"/>
                                          </p:val>
                                        </p:tav>
                                      </p:tavLst>
                                    </p:anim>
                                    <p:anim calcmode="lin" valueType="num">
                                      <p:cBhvr additive="base">
                                        <p:cTn id="8" dur="500" fill="hold"/>
                                        <p:tgtEl>
                                          <p:spTgt spid="1638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childTnLst>
                                </p:cTn>
                              </p:par>
                            </p:childTnLst>
                          </p:cTn>
                        </p:par>
                        <p:par>
                          <p:cTn id="13" fill="hold">
                            <p:stCondLst>
                              <p:cond delay="0"/>
                            </p:stCondLst>
                            <p:childTnLst>
                              <p:par>
                                <p:cTn id="14" presetID="1" presetClass="entr" presetSubtype="0" fill="hold" nodeType="afterEffect">
                                  <p:stCondLst>
                                    <p:cond delay="0"/>
                                  </p:stCondLst>
                                  <p:childTnLst>
                                    <p:set>
                                      <p:cBhvr>
                                        <p:cTn id="15"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pPr eaLnBrk="1" hangingPunct="1"/>
            <a:r>
              <a:rPr lang="zh-CN" altLang="en-US"/>
              <a:t>三、</a:t>
            </a:r>
            <a:r>
              <a:rPr lang="en-US" altLang="zh-CN"/>
              <a:t>select</a:t>
            </a:r>
            <a:r>
              <a:rPr lang="zh-CN" altLang="en-US"/>
              <a:t>函数</a:t>
            </a:r>
          </a:p>
        </p:txBody>
      </p:sp>
      <p:sp>
        <p:nvSpPr>
          <p:cNvPr id="5" name="TextBox 2"/>
          <p:cNvSpPr txBox="1">
            <a:spLocks noChangeArrowheads="1"/>
          </p:cNvSpPr>
          <p:nvPr/>
        </p:nvSpPr>
        <p:spPr bwMode="auto">
          <a:xfrm>
            <a:off x="611188" y="1341438"/>
            <a:ext cx="7921625" cy="447675"/>
          </a:xfrm>
          <a:prstGeom prst="rect">
            <a:avLst/>
          </a:prstGeom>
          <a:ln/>
        </p:spPr>
        <p:style>
          <a:lnRef idx="1">
            <a:schemeClr val="accent3"/>
          </a:lnRef>
          <a:fillRef idx="2">
            <a:schemeClr val="accent3"/>
          </a:fillRef>
          <a:effectRef idx="1">
            <a:schemeClr val="accent3"/>
          </a:effectRef>
          <a:fontRef idx="minor">
            <a:schemeClr val="dk1"/>
          </a:fontRef>
        </p:style>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lnSpc>
                <a:spcPct val="130000"/>
              </a:lnSpc>
              <a:defRPr/>
            </a:pPr>
            <a:r>
              <a:rPr lang="zh-CN" altLang="en-US" sz="2000" b="1" dirty="0">
                <a:solidFill>
                  <a:srgbClr val="000000"/>
                </a:solidFill>
              </a:rPr>
              <a:t>描述字在什么条件下准备好？</a:t>
            </a:r>
          </a:p>
        </p:txBody>
      </p:sp>
      <p:graphicFrame>
        <p:nvGraphicFramePr>
          <p:cNvPr id="2" name="表格 1"/>
          <p:cNvGraphicFramePr>
            <a:graphicFrameLocks noGrp="1"/>
          </p:cNvGraphicFramePr>
          <p:nvPr>
            <p:extLst>
              <p:ext uri="{D42A27DB-BD31-4B8C-83A1-F6EECF244321}">
                <p14:modId xmlns:p14="http://schemas.microsoft.com/office/powerpoint/2010/main" val="2890655132"/>
              </p:ext>
            </p:extLst>
          </p:nvPr>
        </p:nvGraphicFramePr>
        <p:xfrm>
          <a:off x="611188" y="2205038"/>
          <a:ext cx="7921625" cy="2967040"/>
        </p:xfrm>
        <a:graphic>
          <a:graphicData uri="http://schemas.openxmlformats.org/drawingml/2006/table">
            <a:tbl>
              <a:tblPr firstRow="1" bandRow="1">
                <a:tableStyleId>{BC89EF96-8CEA-46FF-86C4-4CE0E7609802}</a:tableStyleId>
              </a:tblPr>
              <a:tblGrid>
                <a:gridCol w="3312740">
                  <a:extLst>
                    <a:ext uri="{9D8B030D-6E8A-4147-A177-3AD203B41FA5}">
                      <a16:colId xmlns:a16="http://schemas.microsoft.com/office/drawing/2014/main" val="20000"/>
                    </a:ext>
                  </a:extLst>
                </a:gridCol>
                <a:gridCol w="1536295">
                  <a:extLst>
                    <a:ext uri="{9D8B030D-6E8A-4147-A177-3AD203B41FA5}">
                      <a16:colId xmlns:a16="http://schemas.microsoft.com/office/drawing/2014/main" val="20001"/>
                    </a:ext>
                  </a:extLst>
                </a:gridCol>
                <a:gridCol w="1536295">
                  <a:extLst>
                    <a:ext uri="{9D8B030D-6E8A-4147-A177-3AD203B41FA5}">
                      <a16:colId xmlns:a16="http://schemas.microsoft.com/office/drawing/2014/main" val="20002"/>
                    </a:ext>
                  </a:extLst>
                </a:gridCol>
                <a:gridCol w="1536295">
                  <a:extLst>
                    <a:ext uri="{9D8B030D-6E8A-4147-A177-3AD203B41FA5}">
                      <a16:colId xmlns:a16="http://schemas.microsoft.com/office/drawing/2014/main" val="20003"/>
                    </a:ext>
                  </a:extLst>
                </a:gridCol>
              </a:tblGrid>
              <a:tr h="370880">
                <a:tc>
                  <a:txBody>
                    <a:bodyPr/>
                    <a:lstStyle/>
                    <a:p>
                      <a:pPr algn="ctr"/>
                      <a:r>
                        <a:rPr lang="zh-CN" altLang="en-US" sz="1800" b="1" dirty="0"/>
                        <a:t>条件</a:t>
                      </a:r>
                    </a:p>
                  </a:txBody>
                  <a:tcPr marT="45725" marB="45725" anchor="ctr">
                    <a:lnB w="38100" cap="flat" cmpd="sng" algn="ctr">
                      <a:solidFill>
                        <a:schemeClr val="accent1"/>
                      </a:solidFill>
                      <a:prstDash val="solid"/>
                      <a:round/>
                      <a:headEnd type="none" w="med" len="med"/>
                      <a:tailEnd type="none" w="med" len="med"/>
                    </a:lnB>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16200000" scaled="1"/>
                      <a:tileRect/>
                    </a:gradFill>
                  </a:tcPr>
                </a:tc>
                <a:tc>
                  <a:txBody>
                    <a:bodyPr/>
                    <a:lstStyle/>
                    <a:p>
                      <a:pPr algn="ctr"/>
                      <a:r>
                        <a:rPr lang="zh-CN" altLang="en-US" sz="1800" b="1" dirty="0"/>
                        <a:t>可读吗？</a:t>
                      </a:r>
                    </a:p>
                  </a:txBody>
                  <a:tcPr marT="45725" marB="45725" anchor="ctr">
                    <a:lnB w="38100" cap="flat" cmpd="sng" algn="ctr">
                      <a:solidFill>
                        <a:schemeClr val="accent1"/>
                      </a:solidFill>
                      <a:prstDash val="solid"/>
                      <a:round/>
                      <a:headEnd type="none" w="med" len="med"/>
                      <a:tailEnd type="none" w="med" len="med"/>
                    </a:lnB>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16200000" scaled="1"/>
                      <a:tileRect/>
                    </a:gradFill>
                  </a:tcPr>
                </a:tc>
                <a:tc>
                  <a:txBody>
                    <a:bodyPr/>
                    <a:lstStyle/>
                    <a:p>
                      <a:pPr algn="ctr"/>
                      <a:r>
                        <a:rPr lang="zh-CN" altLang="en-US" sz="1800" b="1" dirty="0"/>
                        <a:t>可写吗</a:t>
                      </a:r>
                    </a:p>
                  </a:txBody>
                  <a:tcPr marT="45725" marB="45725" anchor="ctr">
                    <a:lnB w="38100" cap="flat" cmpd="sng" algn="ctr">
                      <a:solidFill>
                        <a:schemeClr val="accent1"/>
                      </a:solidFill>
                      <a:prstDash val="solid"/>
                      <a:round/>
                      <a:headEnd type="none" w="med" len="med"/>
                      <a:tailEnd type="none" w="med" len="med"/>
                    </a:lnB>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16200000" scaled="1"/>
                      <a:tileRect/>
                    </a:gradFill>
                  </a:tcPr>
                </a:tc>
                <a:tc>
                  <a:txBody>
                    <a:bodyPr/>
                    <a:lstStyle/>
                    <a:p>
                      <a:pPr algn="ctr"/>
                      <a:r>
                        <a:rPr lang="zh-CN" altLang="en-US" sz="1800" b="1" dirty="0"/>
                        <a:t>异常吗？</a:t>
                      </a:r>
                    </a:p>
                  </a:txBody>
                  <a:tcPr marT="45725" marB="45725" anchor="ctr">
                    <a:lnB w="38100" cap="flat" cmpd="sng" algn="ctr">
                      <a:solidFill>
                        <a:schemeClr val="accent1"/>
                      </a:solidFill>
                      <a:prstDash val="solid"/>
                      <a:round/>
                      <a:headEnd type="none" w="med" len="med"/>
                      <a:tailEnd type="none" w="med" len="med"/>
                    </a:lnB>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16200000" scaled="1"/>
                      <a:tileRect/>
                    </a:gradFill>
                  </a:tcPr>
                </a:tc>
                <a:extLst>
                  <a:ext uri="{0D108BD9-81ED-4DB2-BD59-A6C34878D82A}">
                    <a16:rowId xmlns:a16="http://schemas.microsoft.com/office/drawing/2014/main" val="10000"/>
                  </a:ext>
                </a:extLst>
              </a:tr>
              <a:tr h="370880">
                <a:tc>
                  <a:txBody>
                    <a:bodyPr/>
                    <a:lstStyle/>
                    <a:p>
                      <a:r>
                        <a:rPr lang="zh-CN" altLang="en-US" sz="1800" b="1" dirty="0"/>
                        <a:t>有数据可读</a:t>
                      </a:r>
                    </a:p>
                  </a:txBody>
                  <a:tcPr marT="45725" marB="45725">
                    <a:lnT w="38100" cap="flat" cmpd="sng" algn="ctr">
                      <a:solidFill>
                        <a:schemeClr val="accent1"/>
                      </a:solidFill>
                      <a:prstDash val="solid"/>
                      <a:round/>
                      <a:headEnd type="none" w="med" len="med"/>
                      <a:tailEnd type="none" w="med" len="med"/>
                    </a:lnT>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16200000" scaled="1"/>
                      <a:tileRect/>
                    </a:gradFill>
                  </a:tcPr>
                </a:tc>
                <a:tc>
                  <a:txBody>
                    <a:bodyPr/>
                    <a:lstStyle/>
                    <a:p>
                      <a:pPr algn="ctr"/>
                      <a:r>
                        <a:rPr lang="zh-CN" altLang="en-US" sz="1800" b="1" dirty="0"/>
                        <a:t>√</a:t>
                      </a:r>
                    </a:p>
                  </a:txBody>
                  <a:tcPr marT="45725" marB="45725" anchor="ctr">
                    <a:lnT w="38100" cap="flat" cmpd="sng" algn="ctr">
                      <a:solidFill>
                        <a:schemeClr val="accent1"/>
                      </a:solidFill>
                      <a:prstDash val="solid"/>
                      <a:round/>
                      <a:headEnd type="none" w="med" len="med"/>
                      <a:tailEnd type="none" w="med" len="med"/>
                    </a:lnT>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16200000" scaled="1"/>
                      <a:tileRect/>
                    </a:gradFill>
                  </a:tcPr>
                </a:tc>
                <a:tc>
                  <a:txBody>
                    <a:bodyPr/>
                    <a:lstStyle/>
                    <a:p>
                      <a:pPr algn="ctr"/>
                      <a:endParaRPr lang="zh-CN" altLang="en-US" sz="1800" b="1" dirty="0"/>
                    </a:p>
                  </a:txBody>
                  <a:tcPr marT="45725" marB="45725" anchor="ctr">
                    <a:lnT w="38100" cap="flat" cmpd="sng" algn="ctr">
                      <a:solidFill>
                        <a:schemeClr val="accent1"/>
                      </a:solidFill>
                      <a:prstDash val="solid"/>
                      <a:round/>
                      <a:headEnd type="none" w="med" len="med"/>
                      <a:tailEnd type="none" w="med" len="med"/>
                    </a:lnT>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16200000" scaled="1"/>
                      <a:tileRect/>
                    </a:gradFill>
                  </a:tcPr>
                </a:tc>
                <a:tc>
                  <a:txBody>
                    <a:bodyPr/>
                    <a:lstStyle/>
                    <a:p>
                      <a:pPr algn="ctr"/>
                      <a:endParaRPr lang="zh-CN" altLang="en-US" sz="1800" b="1" dirty="0"/>
                    </a:p>
                  </a:txBody>
                  <a:tcPr marT="45725" marB="45725" anchor="ctr">
                    <a:lnT w="38100" cap="flat" cmpd="sng" algn="ctr">
                      <a:solidFill>
                        <a:schemeClr val="accent1"/>
                      </a:solidFill>
                      <a:prstDash val="solid"/>
                      <a:round/>
                      <a:headEnd type="none" w="med" len="med"/>
                      <a:tailEnd type="none" w="med" len="med"/>
                    </a:lnT>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16200000" scaled="1"/>
                      <a:tileRect/>
                    </a:gradFill>
                  </a:tcPr>
                </a:tc>
                <a:extLst>
                  <a:ext uri="{0D108BD9-81ED-4DB2-BD59-A6C34878D82A}">
                    <a16:rowId xmlns:a16="http://schemas.microsoft.com/office/drawing/2014/main" val="10001"/>
                  </a:ext>
                </a:extLst>
              </a:tr>
              <a:tr h="370880">
                <a:tc>
                  <a:txBody>
                    <a:bodyPr/>
                    <a:lstStyle/>
                    <a:p>
                      <a:r>
                        <a:rPr lang="zh-CN" altLang="en-US" sz="1800" b="1" dirty="0"/>
                        <a:t>关闭连接的读一半</a:t>
                      </a:r>
                    </a:p>
                  </a:txBody>
                  <a:tcPr marT="45725" marB="45725">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16200000" scaled="1"/>
                      <a:tileRect/>
                    </a:gra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800" b="1" dirty="0"/>
                        <a:t>√</a:t>
                      </a:r>
                    </a:p>
                  </a:txBody>
                  <a:tcPr marT="45725" marB="45725" anchor="ctr">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16200000" scaled="1"/>
                      <a:tileRect/>
                    </a:gradFill>
                  </a:tcPr>
                </a:tc>
                <a:tc>
                  <a:txBody>
                    <a:bodyPr/>
                    <a:lstStyle/>
                    <a:p>
                      <a:pPr algn="ctr"/>
                      <a:endParaRPr lang="zh-CN" altLang="en-US" sz="1800" b="1" dirty="0"/>
                    </a:p>
                  </a:txBody>
                  <a:tcPr marT="45725" marB="45725" anchor="ctr">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16200000" scaled="1"/>
                      <a:tileRect/>
                    </a:gradFill>
                  </a:tcPr>
                </a:tc>
                <a:tc>
                  <a:txBody>
                    <a:bodyPr/>
                    <a:lstStyle/>
                    <a:p>
                      <a:pPr algn="ctr"/>
                      <a:endParaRPr lang="zh-CN" altLang="en-US" sz="1800" b="1" dirty="0"/>
                    </a:p>
                  </a:txBody>
                  <a:tcPr marT="45725" marB="45725" anchor="ctr">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16200000" scaled="1"/>
                      <a:tileRect/>
                    </a:gradFill>
                  </a:tcPr>
                </a:tc>
                <a:extLst>
                  <a:ext uri="{0D108BD9-81ED-4DB2-BD59-A6C34878D82A}">
                    <a16:rowId xmlns:a16="http://schemas.microsoft.com/office/drawing/2014/main" val="10002"/>
                  </a:ext>
                </a:extLst>
              </a:tr>
              <a:tr h="370880">
                <a:tc>
                  <a:txBody>
                    <a:bodyPr/>
                    <a:lstStyle/>
                    <a:p>
                      <a:r>
                        <a:rPr lang="zh-CN" altLang="en-US" sz="1800" b="1" dirty="0"/>
                        <a:t>给监听套接口准备好新连接</a:t>
                      </a:r>
                    </a:p>
                  </a:txBody>
                  <a:tcPr marT="45725" marB="45725">
                    <a:lnB w="38100" cap="flat" cmpd="sng" algn="ctr">
                      <a:solidFill>
                        <a:schemeClr val="accent1"/>
                      </a:solidFill>
                      <a:prstDash val="solid"/>
                      <a:round/>
                      <a:headEnd type="none" w="med" len="med"/>
                      <a:tailEnd type="none" w="med" len="med"/>
                    </a:lnB>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16200000" scaled="1"/>
                      <a:tileRect/>
                    </a:gra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800" b="1" dirty="0"/>
                        <a:t>√</a:t>
                      </a:r>
                    </a:p>
                  </a:txBody>
                  <a:tcPr marT="45725" marB="45725" anchor="ctr">
                    <a:lnB w="38100" cap="flat" cmpd="sng" algn="ctr">
                      <a:solidFill>
                        <a:schemeClr val="accent1"/>
                      </a:solidFill>
                      <a:prstDash val="solid"/>
                      <a:round/>
                      <a:headEnd type="none" w="med" len="med"/>
                      <a:tailEnd type="none" w="med" len="med"/>
                    </a:lnB>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16200000" scaled="1"/>
                      <a:tileRect/>
                    </a:gradFill>
                  </a:tcPr>
                </a:tc>
                <a:tc>
                  <a:txBody>
                    <a:bodyPr/>
                    <a:lstStyle/>
                    <a:p>
                      <a:pPr algn="ctr"/>
                      <a:endParaRPr lang="zh-CN" altLang="en-US" sz="1800" b="1" dirty="0"/>
                    </a:p>
                  </a:txBody>
                  <a:tcPr marT="45725" marB="45725" anchor="ctr">
                    <a:lnB w="38100" cap="flat" cmpd="sng" algn="ctr">
                      <a:solidFill>
                        <a:schemeClr val="accent1"/>
                      </a:solidFill>
                      <a:prstDash val="solid"/>
                      <a:round/>
                      <a:headEnd type="none" w="med" len="med"/>
                      <a:tailEnd type="none" w="med" len="med"/>
                    </a:lnB>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16200000" scaled="1"/>
                      <a:tileRect/>
                    </a:gradFill>
                  </a:tcPr>
                </a:tc>
                <a:tc>
                  <a:txBody>
                    <a:bodyPr/>
                    <a:lstStyle/>
                    <a:p>
                      <a:pPr algn="ctr"/>
                      <a:endParaRPr lang="zh-CN" altLang="en-US" sz="1800" b="1" dirty="0"/>
                    </a:p>
                  </a:txBody>
                  <a:tcPr marT="45725" marB="45725" anchor="ctr">
                    <a:lnB w="38100" cap="flat" cmpd="sng" algn="ctr">
                      <a:solidFill>
                        <a:schemeClr val="accent1"/>
                      </a:solidFill>
                      <a:prstDash val="solid"/>
                      <a:round/>
                      <a:headEnd type="none" w="med" len="med"/>
                      <a:tailEnd type="none" w="med" len="med"/>
                    </a:lnB>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16200000" scaled="1"/>
                      <a:tileRect/>
                    </a:gradFill>
                  </a:tcPr>
                </a:tc>
                <a:extLst>
                  <a:ext uri="{0D108BD9-81ED-4DB2-BD59-A6C34878D82A}">
                    <a16:rowId xmlns:a16="http://schemas.microsoft.com/office/drawing/2014/main" val="10003"/>
                  </a:ext>
                </a:extLst>
              </a:tr>
              <a:tr h="370880">
                <a:tc>
                  <a:txBody>
                    <a:bodyPr/>
                    <a:lstStyle/>
                    <a:p>
                      <a:r>
                        <a:rPr lang="zh-CN" altLang="en-US" sz="1800" b="1" dirty="0"/>
                        <a:t>有可用于写的空间</a:t>
                      </a:r>
                    </a:p>
                  </a:txBody>
                  <a:tcPr marT="45725" marB="45725">
                    <a:lnT w="38100" cap="flat" cmpd="sng" algn="ctr">
                      <a:solidFill>
                        <a:schemeClr val="accent1"/>
                      </a:solidFill>
                      <a:prstDash val="solid"/>
                      <a:round/>
                      <a:headEnd type="none" w="med" len="med"/>
                      <a:tailEnd type="none" w="med" len="med"/>
                    </a:lnT>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16200000" scaled="1"/>
                      <a:tileRect/>
                    </a:gradFill>
                  </a:tcPr>
                </a:tc>
                <a:tc>
                  <a:txBody>
                    <a:bodyPr/>
                    <a:lstStyle/>
                    <a:p>
                      <a:pPr algn="ctr"/>
                      <a:endParaRPr lang="zh-CN" altLang="en-US" sz="1800" b="1" dirty="0"/>
                    </a:p>
                  </a:txBody>
                  <a:tcPr marT="45725" marB="45725" anchor="ctr">
                    <a:lnT w="38100" cap="flat" cmpd="sng" algn="ctr">
                      <a:solidFill>
                        <a:schemeClr val="accent1"/>
                      </a:solidFill>
                      <a:prstDash val="solid"/>
                      <a:round/>
                      <a:headEnd type="none" w="med" len="med"/>
                      <a:tailEnd type="none" w="med" len="med"/>
                    </a:lnT>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16200000" scaled="1"/>
                      <a:tileRect/>
                    </a:gra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800" b="1" dirty="0"/>
                        <a:t>√</a:t>
                      </a:r>
                    </a:p>
                  </a:txBody>
                  <a:tcPr marT="45725" marB="45725" anchor="ctr">
                    <a:lnT w="38100" cap="flat" cmpd="sng" algn="ctr">
                      <a:solidFill>
                        <a:schemeClr val="accent1"/>
                      </a:solidFill>
                      <a:prstDash val="solid"/>
                      <a:round/>
                      <a:headEnd type="none" w="med" len="med"/>
                      <a:tailEnd type="none" w="med" len="med"/>
                    </a:lnT>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16200000" scaled="1"/>
                      <a:tileRect/>
                    </a:gradFill>
                  </a:tcPr>
                </a:tc>
                <a:tc>
                  <a:txBody>
                    <a:bodyPr/>
                    <a:lstStyle/>
                    <a:p>
                      <a:pPr algn="ctr"/>
                      <a:endParaRPr lang="zh-CN" altLang="en-US" sz="1800" b="1" dirty="0"/>
                    </a:p>
                  </a:txBody>
                  <a:tcPr marT="45725" marB="45725" anchor="ctr">
                    <a:lnT w="38100" cap="flat" cmpd="sng" algn="ctr">
                      <a:solidFill>
                        <a:schemeClr val="accent1"/>
                      </a:solidFill>
                      <a:prstDash val="solid"/>
                      <a:round/>
                      <a:headEnd type="none" w="med" len="med"/>
                      <a:tailEnd type="none" w="med" len="med"/>
                    </a:lnT>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16200000" scaled="1"/>
                      <a:tileRect/>
                    </a:gradFill>
                  </a:tcPr>
                </a:tc>
                <a:extLst>
                  <a:ext uri="{0D108BD9-81ED-4DB2-BD59-A6C34878D82A}">
                    <a16:rowId xmlns:a16="http://schemas.microsoft.com/office/drawing/2014/main" val="10004"/>
                  </a:ext>
                </a:extLst>
              </a:tr>
              <a:tr h="370880">
                <a:tc>
                  <a:txBody>
                    <a:bodyPr/>
                    <a:lstStyle/>
                    <a:p>
                      <a:r>
                        <a:rPr lang="zh-CN" altLang="en-US" sz="1800" b="1" dirty="0"/>
                        <a:t>关闭连接的写一半</a:t>
                      </a:r>
                    </a:p>
                  </a:txBody>
                  <a:tcPr marT="45725" marB="45725">
                    <a:lnB w="38100" cap="flat" cmpd="sng" algn="ctr">
                      <a:solidFill>
                        <a:schemeClr val="accent1"/>
                      </a:solidFill>
                      <a:prstDash val="solid"/>
                      <a:round/>
                      <a:headEnd type="none" w="med" len="med"/>
                      <a:tailEnd type="none" w="med" len="med"/>
                    </a:lnB>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16200000" scaled="1"/>
                      <a:tileRect/>
                    </a:gradFill>
                  </a:tcPr>
                </a:tc>
                <a:tc>
                  <a:txBody>
                    <a:bodyPr/>
                    <a:lstStyle/>
                    <a:p>
                      <a:pPr algn="ctr"/>
                      <a:endParaRPr lang="zh-CN" altLang="en-US" sz="1800" b="1" dirty="0"/>
                    </a:p>
                  </a:txBody>
                  <a:tcPr marT="45725" marB="45725" anchor="ctr">
                    <a:lnB w="38100" cap="flat" cmpd="sng" algn="ctr">
                      <a:solidFill>
                        <a:schemeClr val="accent1"/>
                      </a:solidFill>
                      <a:prstDash val="solid"/>
                      <a:round/>
                      <a:headEnd type="none" w="med" len="med"/>
                      <a:tailEnd type="none" w="med" len="med"/>
                    </a:lnB>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16200000" scaled="1"/>
                      <a:tileRect/>
                    </a:gra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800" b="1" dirty="0"/>
                        <a:t>√</a:t>
                      </a:r>
                    </a:p>
                  </a:txBody>
                  <a:tcPr marT="45725" marB="45725" anchor="ctr">
                    <a:lnB w="38100" cap="flat" cmpd="sng" algn="ctr">
                      <a:solidFill>
                        <a:schemeClr val="accent1"/>
                      </a:solidFill>
                      <a:prstDash val="solid"/>
                      <a:round/>
                      <a:headEnd type="none" w="med" len="med"/>
                      <a:tailEnd type="none" w="med" len="med"/>
                    </a:lnB>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16200000" scaled="1"/>
                      <a:tileRect/>
                    </a:gradFill>
                  </a:tcPr>
                </a:tc>
                <a:tc>
                  <a:txBody>
                    <a:bodyPr/>
                    <a:lstStyle/>
                    <a:p>
                      <a:pPr algn="ctr"/>
                      <a:endParaRPr lang="zh-CN" altLang="en-US" sz="1800" b="1" dirty="0"/>
                    </a:p>
                  </a:txBody>
                  <a:tcPr marT="45725" marB="45725" anchor="ctr">
                    <a:lnB w="38100" cap="flat" cmpd="sng" algn="ctr">
                      <a:solidFill>
                        <a:schemeClr val="accent1"/>
                      </a:solidFill>
                      <a:prstDash val="solid"/>
                      <a:round/>
                      <a:headEnd type="none" w="med" len="med"/>
                      <a:tailEnd type="none" w="med" len="med"/>
                    </a:lnB>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16200000" scaled="1"/>
                      <a:tileRect/>
                    </a:gradFill>
                  </a:tcPr>
                </a:tc>
                <a:extLst>
                  <a:ext uri="{0D108BD9-81ED-4DB2-BD59-A6C34878D82A}">
                    <a16:rowId xmlns:a16="http://schemas.microsoft.com/office/drawing/2014/main" val="10005"/>
                  </a:ext>
                </a:extLst>
              </a:tr>
              <a:tr h="370880">
                <a:tc>
                  <a:txBody>
                    <a:bodyPr/>
                    <a:lstStyle/>
                    <a:p>
                      <a:r>
                        <a:rPr lang="zh-CN" altLang="en-US" sz="1800" b="1" dirty="0"/>
                        <a:t>待处理错误</a:t>
                      </a:r>
                    </a:p>
                  </a:txBody>
                  <a:tcPr marT="45725" marB="45725">
                    <a:lnT w="38100" cap="flat" cmpd="sng" algn="ctr">
                      <a:solidFill>
                        <a:schemeClr val="accent1"/>
                      </a:solidFill>
                      <a:prstDash val="solid"/>
                      <a:round/>
                      <a:headEnd type="none" w="med" len="med"/>
                      <a:tailEnd type="none" w="med" len="med"/>
                    </a:lnT>
                    <a:lnB w="38100" cap="flat" cmpd="sng" algn="ctr">
                      <a:solidFill>
                        <a:schemeClr val="accent1"/>
                      </a:solidFill>
                      <a:prstDash val="solid"/>
                      <a:round/>
                      <a:headEnd type="none" w="med" len="med"/>
                      <a:tailEnd type="none" w="med" len="med"/>
                    </a:lnB>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16200000" scaled="1"/>
                      <a:tileRect/>
                    </a:gra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800" b="1" dirty="0"/>
                        <a:t>√</a:t>
                      </a:r>
                    </a:p>
                  </a:txBody>
                  <a:tcPr marT="45725" marB="45725" anchor="ctr">
                    <a:lnT w="38100" cap="flat" cmpd="sng" algn="ctr">
                      <a:solidFill>
                        <a:schemeClr val="accent1"/>
                      </a:solidFill>
                      <a:prstDash val="solid"/>
                      <a:round/>
                      <a:headEnd type="none" w="med" len="med"/>
                      <a:tailEnd type="none" w="med" len="med"/>
                    </a:lnT>
                    <a:lnB w="38100" cap="flat" cmpd="sng" algn="ctr">
                      <a:solidFill>
                        <a:schemeClr val="accent1"/>
                      </a:solidFill>
                      <a:prstDash val="solid"/>
                      <a:round/>
                      <a:headEnd type="none" w="med" len="med"/>
                      <a:tailEnd type="none" w="med" len="med"/>
                    </a:lnB>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16200000" scaled="1"/>
                      <a:tileRect/>
                    </a:gra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800" b="1"/>
                        <a:t>√</a:t>
                      </a:r>
                      <a:endParaRPr lang="zh-CN" altLang="en-US" sz="1800" b="1" dirty="0"/>
                    </a:p>
                  </a:txBody>
                  <a:tcPr marT="45725" marB="45725" anchor="ctr">
                    <a:lnT w="38100" cap="flat" cmpd="sng" algn="ctr">
                      <a:solidFill>
                        <a:schemeClr val="accent1"/>
                      </a:solidFill>
                      <a:prstDash val="solid"/>
                      <a:round/>
                      <a:headEnd type="none" w="med" len="med"/>
                      <a:tailEnd type="none" w="med" len="med"/>
                    </a:lnT>
                    <a:lnB w="38100" cap="flat" cmpd="sng" algn="ctr">
                      <a:solidFill>
                        <a:schemeClr val="accent1"/>
                      </a:solidFill>
                      <a:prstDash val="solid"/>
                      <a:round/>
                      <a:headEnd type="none" w="med" len="med"/>
                      <a:tailEnd type="none" w="med" len="med"/>
                    </a:lnB>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16200000" scaled="1"/>
                      <a:tileRect/>
                    </a:gradFill>
                  </a:tcPr>
                </a:tc>
                <a:tc>
                  <a:txBody>
                    <a:bodyPr/>
                    <a:lstStyle/>
                    <a:p>
                      <a:pPr algn="ctr"/>
                      <a:endParaRPr lang="zh-CN" altLang="en-US" sz="1800" b="1" dirty="0"/>
                    </a:p>
                  </a:txBody>
                  <a:tcPr marT="45725" marB="45725" anchor="ctr">
                    <a:lnT w="38100" cap="flat" cmpd="sng" algn="ctr">
                      <a:solidFill>
                        <a:schemeClr val="accent1"/>
                      </a:solidFill>
                      <a:prstDash val="solid"/>
                      <a:round/>
                      <a:headEnd type="none" w="med" len="med"/>
                      <a:tailEnd type="none" w="med" len="med"/>
                    </a:lnT>
                    <a:lnB w="38100" cap="flat" cmpd="sng" algn="ctr">
                      <a:solidFill>
                        <a:schemeClr val="accent1"/>
                      </a:solidFill>
                      <a:prstDash val="solid"/>
                      <a:round/>
                      <a:headEnd type="none" w="med" len="med"/>
                      <a:tailEnd type="none" w="med" len="med"/>
                    </a:lnB>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16200000" scaled="1"/>
                      <a:tileRect/>
                    </a:gradFill>
                  </a:tcPr>
                </a:tc>
                <a:extLst>
                  <a:ext uri="{0D108BD9-81ED-4DB2-BD59-A6C34878D82A}">
                    <a16:rowId xmlns:a16="http://schemas.microsoft.com/office/drawing/2014/main" val="10006"/>
                  </a:ext>
                </a:extLst>
              </a:tr>
              <a:tr h="370880">
                <a:tc>
                  <a:txBody>
                    <a:bodyPr/>
                    <a:lstStyle/>
                    <a:p>
                      <a:r>
                        <a:rPr lang="en-US" altLang="zh-CN" sz="1800" b="1" dirty="0"/>
                        <a:t>TCP</a:t>
                      </a:r>
                      <a:r>
                        <a:rPr lang="zh-CN" altLang="en-US" sz="1800" b="1" dirty="0"/>
                        <a:t>带外数据</a:t>
                      </a:r>
                    </a:p>
                  </a:txBody>
                  <a:tcPr marT="45725" marB="45725">
                    <a:lnT w="38100"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16200000" scaled="1"/>
                      <a:tileRect/>
                    </a:gradFill>
                  </a:tcPr>
                </a:tc>
                <a:tc>
                  <a:txBody>
                    <a:bodyPr/>
                    <a:lstStyle/>
                    <a:p>
                      <a:pPr algn="ctr"/>
                      <a:endParaRPr lang="zh-CN" altLang="en-US" sz="1800" b="1"/>
                    </a:p>
                  </a:txBody>
                  <a:tcPr marT="45725" marB="45725" anchor="ctr">
                    <a:lnT w="38100"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16200000" scaled="1"/>
                      <a:tileRect/>
                    </a:gradFill>
                  </a:tcPr>
                </a:tc>
                <a:tc>
                  <a:txBody>
                    <a:bodyPr/>
                    <a:lstStyle/>
                    <a:p>
                      <a:pPr algn="ctr"/>
                      <a:endParaRPr lang="zh-CN" altLang="en-US" sz="1800" b="1"/>
                    </a:p>
                  </a:txBody>
                  <a:tcPr marT="45725" marB="45725" anchor="ctr">
                    <a:lnT w="38100"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16200000" scaled="1"/>
                      <a:tileRect/>
                    </a:gra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800" b="1" dirty="0"/>
                        <a:t>√</a:t>
                      </a:r>
                    </a:p>
                  </a:txBody>
                  <a:tcPr marT="45725" marB="45725" anchor="ctr">
                    <a:lnT w="38100"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16200000" scaled="1"/>
                      <a:tileRect/>
                    </a:gradFill>
                  </a:tcPr>
                </a:tc>
                <a:extLst>
                  <a:ext uri="{0D108BD9-81ED-4DB2-BD59-A6C34878D82A}">
                    <a16:rowId xmlns:a16="http://schemas.microsoft.com/office/drawing/2014/main" val="10007"/>
                  </a:ext>
                </a:extLst>
              </a:tr>
            </a:tbl>
          </a:graphicData>
        </a:graphic>
      </p:graphicFrame>
      <mc:AlternateContent xmlns:mc="http://schemas.openxmlformats.org/markup-compatibility/2006" xmlns:p14="http://schemas.microsoft.com/office/powerpoint/2010/main">
        <mc:Choice Requires="p14">
          <p:contentPart p14:bwMode="auto" r:id="rId2">
            <p14:nvContentPartPr>
              <p14:cNvPr id="3" name="墨迹 2"/>
              <p14:cNvContentPartPr/>
              <p14:nvPr/>
            </p14:nvContentPartPr>
            <p14:xfrm>
              <a:off x="6780600" y="3584160"/>
              <a:ext cx="360" cy="360"/>
            </p14:xfrm>
          </p:contentPart>
        </mc:Choice>
        <mc:Fallback xmlns="">
          <p:pic>
            <p:nvPicPr>
              <p:cNvPr id="3" name="墨迹 2"/>
              <p:cNvPicPr/>
              <p:nvPr/>
            </p:nvPicPr>
            <p:blipFill>
              <a:blip r:embed="rId3"/>
              <a:stretch>
                <a:fillRect/>
              </a:stretch>
            </p:blipFill>
            <p:spPr>
              <a:xfrm>
                <a:off x="6771240" y="3574800"/>
                <a:ext cx="19080" cy="19080"/>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pPr eaLnBrk="1" hangingPunct="1"/>
            <a:r>
              <a:rPr lang="zh-CN" altLang="en-US"/>
              <a:t>三、</a:t>
            </a:r>
            <a:r>
              <a:rPr lang="en-US" altLang="zh-CN"/>
              <a:t>select</a:t>
            </a:r>
            <a:r>
              <a:rPr lang="zh-CN" altLang="en-US"/>
              <a:t>函数</a:t>
            </a:r>
          </a:p>
        </p:txBody>
      </p:sp>
      <p:sp>
        <p:nvSpPr>
          <p:cNvPr id="5" name="TextBox 2"/>
          <p:cNvSpPr txBox="1">
            <a:spLocks noChangeArrowheads="1"/>
          </p:cNvSpPr>
          <p:nvPr/>
        </p:nvSpPr>
        <p:spPr bwMode="auto">
          <a:xfrm>
            <a:off x="611188" y="1341438"/>
            <a:ext cx="7921625" cy="447675"/>
          </a:xfrm>
          <a:prstGeom prst="rect">
            <a:avLst/>
          </a:prstGeom>
          <a:ln/>
        </p:spPr>
        <p:style>
          <a:lnRef idx="1">
            <a:schemeClr val="accent3"/>
          </a:lnRef>
          <a:fillRef idx="2">
            <a:schemeClr val="accent3"/>
          </a:fillRef>
          <a:effectRef idx="1">
            <a:schemeClr val="accent3"/>
          </a:effectRef>
          <a:fontRef idx="minor">
            <a:schemeClr val="dk1"/>
          </a:fontRef>
        </p:style>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lnSpc>
                <a:spcPct val="130000"/>
              </a:lnSpc>
              <a:defRPr/>
            </a:pPr>
            <a:r>
              <a:rPr lang="en-US" altLang="zh-CN" sz="2000" b="1" dirty="0">
                <a:solidFill>
                  <a:srgbClr val="000000"/>
                </a:solidFill>
              </a:rPr>
              <a:t>select</a:t>
            </a:r>
            <a:r>
              <a:rPr lang="zh-CN" altLang="en-US" sz="2000" b="1" dirty="0">
                <a:solidFill>
                  <a:srgbClr val="000000"/>
                </a:solidFill>
              </a:rPr>
              <a:t>的最大描述字数</a:t>
            </a:r>
          </a:p>
        </p:txBody>
      </p:sp>
      <p:sp>
        <p:nvSpPr>
          <p:cNvPr id="6" name="TextBox 2"/>
          <p:cNvSpPr txBox="1">
            <a:spLocks noChangeArrowheads="1"/>
          </p:cNvSpPr>
          <p:nvPr/>
        </p:nvSpPr>
        <p:spPr bwMode="auto">
          <a:xfrm>
            <a:off x="611188" y="1989138"/>
            <a:ext cx="7921625" cy="3251200"/>
          </a:xfrm>
          <a:prstGeom prst="rect">
            <a:avLst/>
          </a:prstGeom>
          <a:ln/>
        </p:spPr>
        <p:style>
          <a:lnRef idx="1">
            <a:schemeClr val="accent3"/>
          </a:lnRef>
          <a:fillRef idx="2">
            <a:schemeClr val="accent3"/>
          </a:fillRef>
          <a:effectRef idx="1">
            <a:schemeClr val="accent3"/>
          </a:effectRef>
          <a:fontRef idx="minor">
            <a:schemeClr val="dk1"/>
          </a:fontRef>
        </p:style>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lnSpc>
                <a:spcPct val="130000"/>
              </a:lnSpc>
              <a:defRPr/>
            </a:pPr>
            <a:r>
              <a:rPr lang="zh-CN" altLang="en-US" sz="2000" b="1" dirty="0">
                <a:solidFill>
                  <a:srgbClr val="000000"/>
                </a:solidFill>
              </a:rPr>
              <a:t>当</a:t>
            </a:r>
            <a:r>
              <a:rPr lang="en-US" altLang="zh-CN" sz="2000" b="1" dirty="0">
                <a:solidFill>
                  <a:srgbClr val="000000"/>
                </a:solidFill>
              </a:rPr>
              <a:t>select</a:t>
            </a:r>
            <a:r>
              <a:rPr lang="zh-CN" altLang="en-US" sz="2000" b="1" dirty="0">
                <a:solidFill>
                  <a:srgbClr val="000000"/>
                </a:solidFill>
              </a:rPr>
              <a:t>刚开始设计时，操作系统常对每个进程可用的最大描述字数上限作出限制（</a:t>
            </a:r>
            <a:r>
              <a:rPr lang="en-US" altLang="zh-CN" sz="2000" b="1" dirty="0">
                <a:solidFill>
                  <a:srgbClr val="000000"/>
                </a:solidFill>
              </a:rPr>
              <a:t>4.2BSD</a:t>
            </a:r>
            <a:r>
              <a:rPr lang="zh-CN" altLang="en-US" sz="2000" b="1" dirty="0">
                <a:solidFill>
                  <a:srgbClr val="000000"/>
                </a:solidFill>
              </a:rPr>
              <a:t>的限制为</a:t>
            </a:r>
            <a:r>
              <a:rPr lang="en-US" altLang="zh-CN" sz="2000" b="1" dirty="0">
                <a:solidFill>
                  <a:srgbClr val="000000"/>
                </a:solidFill>
              </a:rPr>
              <a:t>31</a:t>
            </a:r>
            <a:r>
              <a:rPr lang="zh-CN" altLang="en-US" sz="2000" b="1" dirty="0">
                <a:solidFill>
                  <a:srgbClr val="000000"/>
                </a:solidFill>
              </a:rPr>
              <a:t>）</a:t>
            </a:r>
            <a:r>
              <a:rPr lang="en-US" altLang="zh-CN" sz="2000" b="1" dirty="0">
                <a:solidFill>
                  <a:srgbClr val="000000"/>
                </a:solidFill>
              </a:rPr>
              <a:t>, select</a:t>
            </a:r>
            <a:r>
              <a:rPr lang="zh-CN" altLang="en-US" sz="2000" b="1" dirty="0">
                <a:solidFill>
                  <a:srgbClr val="000000"/>
                </a:solidFill>
              </a:rPr>
              <a:t>也就用相同的限制值。但是，当今的</a:t>
            </a:r>
            <a:r>
              <a:rPr lang="en-US" altLang="zh-CN" sz="2000" b="1" dirty="0">
                <a:solidFill>
                  <a:srgbClr val="000000"/>
                </a:solidFill>
              </a:rPr>
              <a:t>Unix</a:t>
            </a:r>
            <a:r>
              <a:rPr lang="zh-CN" altLang="en-US" sz="2000" b="1" dirty="0">
                <a:solidFill>
                  <a:srgbClr val="000000"/>
                </a:solidFill>
              </a:rPr>
              <a:t>版本对每个进程的描述字数根本不作限制（仅受限于内存总量和管理性限制）。许多实现有类似于下面的声明，它取自</a:t>
            </a:r>
            <a:r>
              <a:rPr lang="en-US" altLang="zh-CN" sz="2000" b="1" dirty="0">
                <a:solidFill>
                  <a:srgbClr val="000000"/>
                </a:solidFill>
              </a:rPr>
              <a:t>4.4BSD </a:t>
            </a:r>
            <a:r>
              <a:rPr lang="zh-CN" altLang="en-US" sz="2000" b="1" dirty="0">
                <a:solidFill>
                  <a:srgbClr val="000000"/>
                </a:solidFill>
              </a:rPr>
              <a:t>的头文件</a:t>
            </a:r>
            <a:r>
              <a:rPr lang="en-US" altLang="zh-CN" sz="2000" b="1" dirty="0">
                <a:solidFill>
                  <a:srgbClr val="000000"/>
                </a:solidFill>
              </a:rPr>
              <a:t>&lt;sys/</a:t>
            </a:r>
            <a:r>
              <a:rPr lang="en-US" altLang="zh-CN" sz="2000" b="1" dirty="0" err="1">
                <a:solidFill>
                  <a:srgbClr val="000000"/>
                </a:solidFill>
              </a:rPr>
              <a:t>types.h</a:t>
            </a:r>
            <a:r>
              <a:rPr lang="en-US" altLang="zh-CN" sz="2000" b="1" dirty="0">
                <a:solidFill>
                  <a:srgbClr val="000000"/>
                </a:solidFill>
              </a:rPr>
              <a:t>&gt;</a:t>
            </a:r>
            <a:r>
              <a:rPr lang="zh-CN" altLang="en-US" sz="2000" b="1" dirty="0">
                <a:solidFill>
                  <a:srgbClr val="000000"/>
                </a:solidFill>
              </a:rPr>
              <a:t>：</a:t>
            </a:r>
          </a:p>
          <a:p>
            <a:pPr eaLnBrk="1" hangingPunct="1">
              <a:lnSpc>
                <a:spcPct val="130000"/>
              </a:lnSpc>
              <a:defRPr/>
            </a:pPr>
            <a:r>
              <a:rPr lang="en-US" altLang="zh-CN" sz="2000" b="1" dirty="0">
                <a:solidFill>
                  <a:srgbClr val="000000"/>
                </a:solidFill>
              </a:rPr>
              <a:t>#</a:t>
            </a:r>
            <a:r>
              <a:rPr lang="en-US" altLang="zh-CN" sz="2000" b="1" dirty="0" err="1">
                <a:solidFill>
                  <a:srgbClr val="000000"/>
                </a:solidFill>
              </a:rPr>
              <a:t>ifndef</a:t>
            </a:r>
            <a:r>
              <a:rPr lang="en-US" altLang="zh-CN" sz="2000" b="1" dirty="0">
                <a:solidFill>
                  <a:srgbClr val="000000"/>
                </a:solidFill>
              </a:rPr>
              <a:t>  FD_SETSIZE</a:t>
            </a:r>
          </a:p>
          <a:p>
            <a:pPr eaLnBrk="1" hangingPunct="1">
              <a:lnSpc>
                <a:spcPct val="130000"/>
              </a:lnSpc>
              <a:defRPr/>
            </a:pPr>
            <a:r>
              <a:rPr lang="en-US" altLang="zh-CN" sz="2000" b="1" dirty="0">
                <a:solidFill>
                  <a:srgbClr val="000000"/>
                </a:solidFill>
              </a:rPr>
              <a:t>#define  FD_SETSIZE   256</a:t>
            </a:r>
          </a:p>
          <a:p>
            <a:pPr eaLnBrk="1" hangingPunct="1">
              <a:lnSpc>
                <a:spcPct val="130000"/>
              </a:lnSpc>
              <a:defRPr/>
            </a:pPr>
            <a:r>
              <a:rPr lang="en-US" altLang="zh-CN" sz="2000" b="1" dirty="0">
                <a:solidFill>
                  <a:srgbClr val="000000"/>
                </a:solidFill>
              </a:rPr>
              <a:t>#</a:t>
            </a:r>
            <a:r>
              <a:rPr lang="en-US" altLang="zh-CN" sz="2000" b="1" dirty="0" err="1">
                <a:solidFill>
                  <a:srgbClr val="000000"/>
                </a:solidFill>
              </a:rPr>
              <a:t>endif</a:t>
            </a:r>
            <a:endParaRPr lang="en-US" altLang="zh-CN" sz="2000" b="1" dirty="0">
              <a:solidFill>
                <a:srgbClr val="00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pPr eaLnBrk="1" hangingPunct="1"/>
            <a:r>
              <a:rPr lang="zh-CN" altLang="en-US"/>
              <a:t>三、</a:t>
            </a:r>
            <a:r>
              <a:rPr lang="en-US" altLang="zh-CN"/>
              <a:t>select</a:t>
            </a:r>
            <a:r>
              <a:rPr lang="zh-CN" altLang="en-US"/>
              <a:t>函数</a:t>
            </a:r>
          </a:p>
        </p:txBody>
      </p:sp>
      <p:sp>
        <p:nvSpPr>
          <p:cNvPr id="5" name="TextBox 2"/>
          <p:cNvSpPr txBox="1">
            <a:spLocks noChangeArrowheads="1"/>
          </p:cNvSpPr>
          <p:nvPr/>
        </p:nvSpPr>
        <p:spPr bwMode="auto">
          <a:xfrm>
            <a:off x="611188" y="1341438"/>
            <a:ext cx="7921625" cy="492125"/>
          </a:xfrm>
          <a:prstGeom prst="rect">
            <a:avLst/>
          </a:prstGeom>
          <a:ln/>
        </p:spPr>
        <p:style>
          <a:lnRef idx="1">
            <a:schemeClr val="accent3"/>
          </a:lnRef>
          <a:fillRef idx="2">
            <a:schemeClr val="accent3"/>
          </a:fillRef>
          <a:effectRef idx="1">
            <a:schemeClr val="accent3"/>
          </a:effectRef>
          <a:fontRef idx="minor">
            <a:schemeClr val="dk1"/>
          </a:fontRef>
        </p:style>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lnSpc>
                <a:spcPct val="130000"/>
              </a:lnSpc>
              <a:defRPr/>
            </a:pPr>
            <a:r>
              <a:rPr lang="zh-CN" altLang="en-US" sz="2000" b="1" dirty="0">
                <a:solidFill>
                  <a:srgbClr val="000000"/>
                </a:solidFill>
              </a:rPr>
              <a:t>使用</a:t>
            </a:r>
            <a:r>
              <a:rPr lang="en-US" altLang="zh-CN" sz="2000" b="1" dirty="0">
                <a:solidFill>
                  <a:srgbClr val="000000"/>
                </a:solidFill>
              </a:rPr>
              <a:t>select</a:t>
            </a:r>
            <a:r>
              <a:rPr lang="zh-CN" altLang="en-US" sz="2000" b="1" dirty="0">
                <a:solidFill>
                  <a:srgbClr val="000000"/>
                </a:solidFill>
              </a:rPr>
              <a:t>函数修改</a:t>
            </a:r>
            <a:r>
              <a:rPr lang="en-US" altLang="zh-CN" sz="2000" b="1" dirty="0" err="1">
                <a:solidFill>
                  <a:srgbClr val="000000"/>
                </a:solidFill>
              </a:rPr>
              <a:t>str_cli</a:t>
            </a:r>
            <a:r>
              <a:rPr lang="zh-CN" altLang="en-US" sz="2000" b="1" dirty="0">
                <a:solidFill>
                  <a:srgbClr val="000000"/>
                </a:solidFill>
              </a:rPr>
              <a:t>函数</a:t>
            </a:r>
          </a:p>
        </p:txBody>
      </p:sp>
      <p:pic>
        <p:nvPicPr>
          <p:cNvPr id="21508" name="Picture 2" descr="D:\函数str_cli中由select处理的各种条件.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124075" y="1989138"/>
            <a:ext cx="5040313" cy="409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p14="http://schemas.microsoft.com/office/powerpoint/2010/main">
        <mc:Choice Requires="p14">
          <p:contentPart p14:bwMode="auto" r:id="rId3">
            <p14:nvContentPartPr>
              <p14:cNvPr id="2" name="墨迹 1"/>
              <p14:cNvContentPartPr/>
              <p14:nvPr/>
            </p14:nvContentPartPr>
            <p14:xfrm>
              <a:off x="2377440" y="1965960"/>
              <a:ext cx="3383640" cy="2210040"/>
            </p14:xfrm>
          </p:contentPart>
        </mc:Choice>
        <mc:Fallback xmlns="">
          <p:pic>
            <p:nvPicPr>
              <p:cNvPr id="2" name="墨迹 1"/>
              <p:cNvPicPr/>
              <p:nvPr/>
            </p:nvPicPr>
            <p:blipFill>
              <a:blip r:embed="rId4"/>
              <a:stretch>
                <a:fillRect/>
              </a:stretch>
            </p:blipFill>
            <p:spPr>
              <a:xfrm>
                <a:off x="2368080" y="1956600"/>
                <a:ext cx="3402360" cy="222876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3" name="墨迹 2"/>
              <p14:cNvContentPartPr/>
              <p14:nvPr/>
            </p14:nvContentPartPr>
            <p14:xfrm>
              <a:off x="4229280" y="2362320"/>
              <a:ext cx="2629080" cy="937440"/>
            </p14:xfrm>
          </p:contentPart>
        </mc:Choice>
        <mc:Fallback xmlns="">
          <p:pic>
            <p:nvPicPr>
              <p:cNvPr id="3" name="墨迹 2"/>
              <p:cNvPicPr/>
              <p:nvPr/>
            </p:nvPicPr>
            <p:blipFill>
              <a:blip r:embed="rId6"/>
              <a:stretch>
                <a:fillRect/>
              </a:stretch>
            </p:blipFill>
            <p:spPr>
              <a:xfrm>
                <a:off x="4219920" y="2352960"/>
                <a:ext cx="2647800" cy="956160"/>
              </a:xfrm>
              <a:prstGeom prst="rect">
                <a:avLst/>
              </a:prstGeom>
            </p:spPr>
          </p:pic>
        </mc:Fallback>
      </mc:AlternateContent>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pPr eaLnBrk="1" hangingPunct="1"/>
            <a:r>
              <a:rPr lang="zh-CN" altLang="en-US"/>
              <a:t>四、批量输入</a:t>
            </a:r>
          </a:p>
        </p:txBody>
      </p:sp>
      <p:sp>
        <p:nvSpPr>
          <p:cNvPr id="7" name="TextBox 2"/>
          <p:cNvSpPr txBox="1">
            <a:spLocks noChangeArrowheads="1"/>
          </p:cNvSpPr>
          <p:nvPr/>
        </p:nvSpPr>
        <p:spPr bwMode="auto">
          <a:xfrm>
            <a:off x="468313" y="1196975"/>
            <a:ext cx="8280400" cy="450850"/>
          </a:xfrm>
          <a:prstGeom prst="rect">
            <a:avLst/>
          </a:prstGeom>
          <a:ln/>
        </p:spPr>
        <p:style>
          <a:lnRef idx="1">
            <a:schemeClr val="accent3"/>
          </a:lnRef>
          <a:fillRef idx="2">
            <a:schemeClr val="accent3"/>
          </a:fillRef>
          <a:effectRef idx="1">
            <a:schemeClr val="accent3"/>
          </a:effectRef>
          <a:fontRef idx="minor">
            <a:schemeClr val="dk1"/>
          </a:fontRef>
        </p:style>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lnSpc>
                <a:spcPct val="130000"/>
              </a:lnSpc>
              <a:defRPr/>
            </a:pPr>
            <a:r>
              <a:rPr lang="zh-CN" altLang="en-US" sz="2000" b="1" dirty="0">
                <a:solidFill>
                  <a:srgbClr val="000000"/>
                </a:solidFill>
              </a:rPr>
              <a:t>停</a:t>
            </a:r>
            <a:r>
              <a:rPr lang="en-US" altLang="zh-CN" sz="2000" b="1" dirty="0">
                <a:solidFill>
                  <a:srgbClr val="000000"/>
                </a:solidFill>
              </a:rPr>
              <a:t>-</a:t>
            </a:r>
            <a:r>
              <a:rPr lang="zh-CN" altLang="en-US" sz="2000" b="1" dirty="0">
                <a:solidFill>
                  <a:srgbClr val="000000"/>
                </a:solidFill>
              </a:rPr>
              <a:t>等方式：</a:t>
            </a:r>
          </a:p>
        </p:txBody>
      </p:sp>
      <p:pic>
        <p:nvPicPr>
          <p:cNvPr id="20488" name="Picture 8" descr="D:\停-等方式的时间关系：交互式输入.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157413" y="219075"/>
            <a:ext cx="4829175" cy="641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xit" presetSubtype="0" fill="hold" grpId="0" nodeType="clickEffect">
                                  <p:stCondLst>
                                    <p:cond delay="0"/>
                                  </p:stCondLst>
                                  <p:childTnLst>
                                    <p:set>
                                      <p:cBhvr>
                                        <p:cTn id="6" dur="1" fill="hold">
                                          <p:stCondLst>
                                            <p:cond delay="0"/>
                                          </p:stCondLst>
                                        </p:cTn>
                                        <p:tgtEl>
                                          <p:spTgt spid="20482"/>
                                        </p:tgtEl>
                                        <p:attrNameLst>
                                          <p:attrName>style.visibility</p:attrName>
                                        </p:attrNameLst>
                                      </p:cBhvr>
                                      <p:to>
                                        <p:strVal val="hidden"/>
                                      </p:to>
                                    </p:set>
                                  </p:childTnLst>
                                </p:cTn>
                              </p:par>
                              <p:par>
                                <p:cTn id="7" presetID="1" presetClass="exit"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hidden"/>
                                      </p:to>
                                    </p:set>
                                  </p:childTnLst>
                                </p:cTn>
                              </p:par>
                              <p:par>
                                <p:cTn id="9" presetID="10" presetClass="entr" presetSubtype="0" fill="hold" nodeType="withEffect">
                                  <p:stCondLst>
                                    <p:cond delay="0"/>
                                  </p:stCondLst>
                                  <p:childTnLst>
                                    <p:set>
                                      <p:cBhvr>
                                        <p:cTn id="10" dur="1" fill="hold">
                                          <p:stCondLst>
                                            <p:cond delay="0"/>
                                          </p:stCondLst>
                                        </p:cTn>
                                        <p:tgtEl>
                                          <p:spTgt spid="20488"/>
                                        </p:tgtEl>
                                        <p:attrNameLst>
                                          <p:attrName>style.visibility</p:attrName>
                                        </p:attrNameLst>
                                      </p:cBhvr>
                                      <p:to>
                                        <p:strVal val="visible"/>
                                      </p:to>
                                    </p:set>
                                    <p:animEffect transition="in" filter="fade">
                                      <p:cBhvr>
                                        <p:cTn id="11" dur="500"/>
                                        <p:tgtEl>
                                          <p:spTgt spid="204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2" grpId="0"/>
      <p:bldP spid="7"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pPr eaLnBrk="1" hangingPunct="1"/>
            <a:r>
              <a:rPr lang="zh-CN" altLang="en-US"/>
              <a:t>四、批量输入</a:t>
            </a:r>
          </a:p>
        </p:txBody>
      </p:sp>
      <p:sp>
        <p:nvSpPr>
          <p:cNvPr id="7" name="TextBox 2"/>
          <p:cNvSpPr txBox="1">
            <a:spLocks noChangeArrowheads="1"/>
          </p:cNvSpPr>
          <p:nvPr/>
        </p:nvSpPr>
        <p:spPr bwMode="auto">
          <a:xfrm>
            <a:off x="468313" y="1196975"/>
            <a:ext cx="8280400" cy="492125"/>
          </a:xfrm>
          <a:prstGeom prst="rect">
            <a:avLst/>
          </a:prstGeom>
          <a:ln/>
        </p:spPr>
        <p:style>
          <a:lnRef idx="1">
            <a:schemeClr val="accent3"/>
          </a:lnRef>
          <a:fillRef idx="2">
            <a:schemeClr val="accent3"/>
          </a:fillRef>
          <a:effectRef idx="1">
            <a:schemeClr val="accent3"/>
          </a:effectRef>
          <a:fontRef idx="minor">
            <a:schemeClr val="dk1"/>
          </a:fontRef>
        </p:style>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lnSpc>
                <a:spcPct val="130000"/>
              </a:lnSpc>
              <a:defRPr/>
            </a:pPr>
            <a:r>
              <a:rPr lang="zh-CN" altLang="en-US" sz="2000" b="1" dirty="0">
                <a:solidFill>
                  <a:srgbClr val="000000"/>
                </a:solidFill>
              </a:rPr>
              <a:t>批量方式：</a:t>
            </a:r>
          </a:p>
        </p:txBody>
      </p:sp>
      <p:pic>
        <p:nvPicPr>
          <p:cNvPr id="23556" name="Picture 2" descr="D:\在客户与服务器间装填管道：批量方式.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92263" y="2332038"/>
            <a:ext cx="6032500" cy="316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r>
              <a:rPr lang="zh-CN" altLang="en-US"/>
              <a:t>五、</a:t>
            </a:r>
            <a:r>
              <a:rPr lang="en-US" altLang="zh-CN"/>
              <a:t>shutdown</a:t>
            </a:r>
            <a:r>
              <a:rPr lang="zh-CN" altLang="en-US"/>
              <a:t>函数</a:t>
            </a:r>
          </a:p>
        </p:txBody>
      </p:sp>
      <p:sp>
        <p:nvSpPr>
          <p:cNvPr id="7" name="TextBox 2"/>
          <p:cNvSpPr txBox="1">
            <a:spLocks noChangeArrowheads="1"/>
          </p:cNvSpPr>
          <p:nvPr/>
        </p:nvSpPr>
        <p:spPr bwMode="auto">
          <a:xfrm>
            <a:off x="468313" y="1196975"/>
            <a:ext cx="8280400" cy="447675"/>
          </a:xfrm>
          <a:prstGeom prst="rect">
            <a:avLst/>
          </a:prstGeom>
          <a:ln/>
        </p:spPr>
        <p:style>
          <a:lnRef idx="1">
            <a:schemeClr val="accent3"/>
          </a:lnRef>
          <a:fillRef idx="2">
            <a:schemeClr val="accent3"/>
          </a:fillRef>
          <a:effectRef idx="1">
            <a:schemeClr val="accent3"/>
          </a:effectRef>
          <a:fontRef idx="minor">
            <a:schemeClr val="dk1"/>
          </a:fontRef>
        </p:style>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lnSpc>
                <a:spcPct val="130000"/>
              </a:lnSpc>
              <a:defRPr/>
            </a:pPr>
            <a:r>
              <a:rPr lang="en-US" altLang="zh-CN" sz="2000" b="1" dirty="0">
                <a:solidFill>
                  <a:srgbClr val="000000"/>
                </a:solidFill>
              </a:rPr>
              <a:t>close</a:t>
            </a:r>
            <a:r>
              <a:rPr lang="zh-CN" altLang="en-US" sz="2000" b="1" dirty="0">
                <a:solidFill>
                  <a:srgbClr val="000000"/>
                </a:solidFill>
              </a:rPr>
              <a:t>与</a:t>
            </a:r>
            <a:r>
              <a:rPr lang="en-US" altLang="zh-CN" sz="2000" b="1" dirty="0">
                <a:solidFill>
                  <a:srgbClr val="000000"/>
                </a:solidFill>
              </a:rPr>
              <a:t>shutdown</a:t>
            </a:r>
            <a:r>
              <a:rPr lang="zh-CN" altLang="en-US" sz="2000" b="1" dirty="0">
                <a:solidFill>
                  <a:srgbClr val="000000"/>
                </a:solidFill>
              </a:rPr>
              <a:t>：</a:t>
            </a:r>
          </a:p>
        </p:txBody>
      </p:sp>
      <p:sp>
        <p:nvSpPr>
          <p:cNvPr id="8" name="TextBox 2"/>
          <p:cNvSpPr txBox="1">
            <a:spLocks noChangeArrowheads="1"/>
          </p:cNvSpPr>
          <p:nvPr/>
        </p:nvSpPr>
        <p:spPr bwMode="auto">
          <a:xfrm>
            <a:off x="468313" y="1844675"/>
            <a:ext cx="8280400" cy="892175"/>
          </a:xfrm>
          <a:prstGeom prst="rect">
            <a:avLst/>
          </a:prstGeom>
          <a:ln/>
        </p:spPr>
        <p:style>
          <a:lnRef idx="1">
            <a:schemeClr val="accent3"/>
          </a:lnRef>
          <a:fillRef idx="2">
            <a:schemeClr val="accent3"/>
          </a:fillRef>
          <a:effectRef idx="1">
            <a:schemeClr val="accent3"/>
          </a:effectRef>
          <a:fontRef idx="minor">
            <a:schemeClr val="dk1"/>
          </a:fontRef>
        </p:style>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lnSpc>
                <a:spcPct val="130000"/>
              </a:lnSpc>
              <a:defRPr/>
            </a:pPr>
            <a:r>
              <a:rPr lang="en-US" altLang="zh-CN" sz="2000" b="1" dirty="0">
                <a:solidFill>
                  <a:srgbClr val="000000"/>
                </a:solidFill>
              </a:rPr>
              <a:t>1</a:t>
            </a:r>
            <a:r>
              <a:rPr lang="zh-CN" altLang="en-US" sz="2000" b="1" dirty="0">
                <a:solidFill>
                  <a:srgbClr val="000000"/>
                </a:solidFill>
              </a:rPr>
              <a:t>） </a:t>
            </a:r>
            <a:r>
              <a:rPr lang="en-US" altLang="zh-CN" sz="2000" b="1" dirty="0">
                <a:solidFill>
                  <a:srgbClr val="000000"/>
                </a:solidFill>
              </a:rPr>
              <a:t>close</a:t>
            </a:r>
            <a:r>
              <a:rPr lang="zh-CN" altLang="en-US" sz="2000" b="1" dirty="0">
                <a:solidFill>
                  <a:srgbClr val="000000"/>
                </a:solidFill>
              </a:rPr>
              <a:t>将描述字的访问计数减</a:t>
            </a:r>
            <a:r>
              <a:rPr lang="en-US" altLang="zh-CN" sz="2000" b="1" dirty="0">
                <a:solidFill>
                  <a:srgbClr val="000000"/>
                </a:solidFill>
              </a:rPr>
              <a:t>1</a:t>
            </a:r>
            <a:r>
              <a:rPr lang="zh-CN" altLang="en-US" sz="2000" b="1" dirty="0">
                <a:solidFill>
                  <a:srgbClr val="000000"/>
                </a:solidFill>
              </a:rPr>
              <a:t>，仅在此计数为</a:t>
            </a:r>
            <a:r>
              <a:rPr lang="en-US" altLang="zh-CN" sz="2000" b="1" dirty="0">
                <a:solidFill>
                  <a:srgbClr val="000000"/>
                </a:solidFill>
              </a:rPr>
              <a:t>0</a:t>
            </a:r>
            <a:r>
              <a:rPr lang="zh-CN" altLang="en-US" sz="2000" b="1" dirty="0">
                <a:solidFill>
                  <a:srgbClr val="000000"/>
                </a:solidFill>
              </a:rPr>
              <a:t>时才关闭套接口。用</a:t>
            </a:r>
            <a:r>
              <a:rPr lang="en-US" altLang="zh-CN" sz="2000" b="1" dirty="0">
                <a:solidFill>
                  <a:srgbClr val="000000"/>
                </a:solidFill>
              </a:rPr>
              <a:t>shutdown</a:t>
            </a:r>
            <a:r>
              <a:rPr lang="zh-CN" altLang="en-US" sz="2000" b="1" dirty="0">
                <a:solidFill>
                  <a:srgbClr val="000000"/>
                </a:solidFill>
              </a:rPr>
              <a:t>我们可以激发</a:t>
            </a:r>
            <a:r>
              <a:rPr lang="en-US" altLang="zh-CN" sz="2000" b="1" dirty="0">
                <a:solidFill>
                  <a:srgbClr val="000000"/>
                </a:solidFill>
              </a:rPr>
              <a:t>TCP</a:t>
            </a:r>
            <a:r>
              <a:rPr lang="zh-CN" altLang="en-US" sz="2000" b="1" dirty="0">
                <a:solidFill>
                  <a:srgbClr val="000000"/>
                </a:solidFill>
              </a:rPr>
              <a:t>的正常连接终止序列，而不管访问计数。</a:t>
            </a:r>
          </a:p>
        </p:txBody>
      </p:sp>
      <p:sp>
        <p:nvSpPr>
          <p:cNvPr id="9" name="TextBox 2"/>
          <p:cNvSpPr txBox="1">
            <a:spLocks noChangeArrowheads="1"/>
          </p:cNvSpPr>
          <p:nvPr/>
        </p:nvSpPr>
        <p:spPr bwMode="auto">
          <a:xfrm>
            <a:off x="468313" y="2924175"/>
            <a:ext cx="8280400" cy="849313"/>
          </a:xfrm>
          <a:prstGeom prst="rect">
            <a:avLst/>
          </a:prstGeom>
          <a:ln/>
        </p:spPr>
        <p:style>
          <a:lnRef idx="1">
            <a:schemeClr val="accent3"/>
          </a:lnRef>
          <a:fillRef idx="2">
            <a:schemeClr val="accent3"/>
          </a:fillRef>
          <a:effectRef idx="1">
            <a:schemeClr val="accent3"/>
          </a:effectRef>
          <a:fontRef idx="minor">
            <a:schemeClr val="dk1"/>
          </a:fontRef>
        </p:style>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lnSpc>
                <a:spcPct val="130000"/>
              </a:lnSpc>
              <a:defRPr/>
            </a:pPr>
            <a:r>
              <a:rPr lang="en-US" altLang="zh-CN" sz="2000" b="1" dirty="0">
                <a:solidFill>
                  <a:srgbClr val="000000"/>
                </a:solidFill>
              </a:rPr>
              <a:t>2</a:t>
            </a:r>
            <a:r>
              <a:rPr lang="zh-CN" altLang="en-US" sz="2000" b="1" dirty="0">
                <a:solidFill>
                  <a:srgbClr val="000000"/>
                </a:solidFill>
              </a:rPr>
              <a:t>）</a:t>
            </a:r>
            <a:r>
              <a:rPr lang="en-US" altLang="zh-CN" sz="2000" b="1" dirty="0">
                <a:solidFill>
                  <a:srgbClr val="000000"/>
                </a:solidFill>
              </a:rPr>
              <a:t>close</a:t>
            </a:r>
            <a:r>
              <a:rPr lang="zh-CN" altLang="en-US" sz="2000" b="1" dirty="0">
                <a:solidFill>
                  <a:srgbClr val="000000"/>
                </a:solidFill>
              </a:rPr>
              <a:t>终止了数据传送的两个方向：读和写。</a:t>
            </a:r>
            <a:r>
              <a:rPr lang="en-US" altLang="zh-CN" sz="2000" b="1" dirty="0">
                <a:solidFill>
                  <a:srgbClr val="000000"/>
                </a:solidFill>
              </a:rPr>
              <a:t>shutdown</a:t>
            </a:r>
            <a:r>
              <a:rPr lang="zh-CN" altLang="en-US" sz="2000" b="1" dirty="0">
                <a:solidFill>
                  <a:srgbClr val="000000"/>
                </a:solidFill>
              </a:rPr>
              <a:t>可以只关闭读或写，也可以两个都关闭。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fill="hold"/>
                                        <p:tgtEl>
                                          <p:spTgt spid="9"/>
                                        </p:tgtEl>
                                        <p:attrNameLst>
                                          <p:attrName>ppt_x</p:attrName>
                                        </p:attrNameLst>
                                      </p:cBhvr>
                                      <p:tavLst>
                                        <p:tav tm="0">
                                          <p:val>
                                            <p:strVal val="#ppt_x"/>
                                          </p:val>
                                        </p:tav>
                                        <p:tav tm="100000">
                                          <p:val>
                                            <p:strVal val="#ppt_x"/>
                                          </p:val>
                                        </p:tav>
                                      </p:tavLst>
                                    </p:anim>
                                    <p:anim calcmode="lin" valueType="num">
                                      <p:cBhvr additive="base">
                                        <p:cTn id="1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pPr eaLnBrk="1" hangingPunct="1"/>
            <a:r>
              <a:rPr lang="zh-CN" altLang="en-US"/>
              <a:t>五、</a:t>
            </a:r>
            <a:r>
              <a:rPr lang="en-US" altLang="zh-CN"/>
              <a:t>shutdown</a:t>
            </a:r>
            <a:r>
              <a:rPr lang="zh-CN" altLang="en-US"/>
              <a:t>函数</a:t>
            </a:r>
          </a:p>
        </p:txBody>
      </p:sp>
      <p:pic>
        <p:nvPicPr>
          <p:cNvPr id="25603" name="Picture 2" descr="D:\调用shutdown关闭一半TCP连接.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051050" y="1341438"/>
            <a:ext cx="5124450" cy="452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pPr eaLnBrk="1" hangingPunct="1"/>
            <a:r>
              <a:rPr lang="zh-CN" altLang="en-US"/>
              <a:t>五、</a:t>
            </a:r>
            <a:r>
              <a:rPr lang="en-US" altLang="zh-CN"/>
              <a:t>shutdown</a:t>
            </a:r>
            <a:r>
              <a:rPr lang="zh-CN" altLang="en-US"/>
              <a:t>函数</a:t>
            </a:r>
          </a:p>
        </p:txBody>
      </p:sp>
      <p:sp>
        <p:nvSpPr>
          <p:cNvPr id="7" name="TextBox 2"/>
          <p:cNvSpPr txBox="1">
            <a:spLocks noChangeArrowheads="1"/>
          </p:cNvSpPr>
          <p:nvPr/>
        </p:nvSpPr>
        <p:spPr bwMode="auto">
          <a:xfrm>
            <a:off x="468313" y="1196975"/>
            <a:ext cx="8280400" cy="1247775"/>
          </a:xfrm>
          <a:prstGeom prst="rect">
            <a:avLst/>
          </a:prstGeom>
          <a:ln/>
        </p:spPr>
        <p:style>
          <a:lnRef idx="1">
            <a:schemeClr val="accent3"/>
          </a:lnRef>
          <a:fillRef idx="2">
            <a:schemeClr val="accent3"/>
          </a:fillRef>
          <a:effectRef idx="1">
            <a:schemeClr val="accent3"/>
          </a:effectRef>
          <a:fontRef idx="minor">
            <a:schemeClr val="dk1"/>
          </a:fontRef>
        </p:style>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lnSpc>
                <a:spcPct val="130000"/>
              </a:lnSpc>
              <a:defRPr/>
            </a:pPr>
            <a:r>
              <a:rPr lang="en-US" altLang="zh-CN" sz="2000" b="1" dirty="0">
                <a:solidFill>
                  <a:srgbClr val="000000"/>
                </a:solidFill>
              </a:rPr>
              <a:t>#include &lt;sys/</a:t>
            </a:r>
            <a:r>
              <a:rPr lang="en-US" altLang="zh-CN" sz="2000" b="1" dirty="0" err="1">
                <a:solidFill>
                  <a:srgbClr val="000000"/>
                </a:solidFill>
              </a:rPr>
              <a:t>socket.h</a:t>
            </a:r>
            <a:r>
              <a:rPr lang="en-US" altLang="zh-CN" sz="2000" b="1" dirty="0">
                <a:solidFill>
                  <a:srgbClr val="000000"/>
                </a:solidFill>
              </a:rPr>
              <a:t>&gt;</a:t>
            </a:r>
          </a:p>
          <a:p>
            <a:pPr eaLnBrk="1" hangingPunct="1">
              <a:lnSpc>
                <a:spcPct val="130000"/>
              </a:lnSpc>
              <a:defRPr/>
            </a:pPr>
            <a:r>
              <a:rPr lang="en-US" altLang="zh-CN" sz="2000" b="1" dirty="0" err="1">
                <a:solidFill>
                  <a:srgbClr val="000000"/>
                </a:solidFill>
              </a:rPr>
              <a:t>int</a:t>
            </a:r>
            <a:r>
              <a:rPr lang="en-US" altLang="zh-CN" sz="2000" b="1" dirty="0">
                <a:solidFill>
                  <a:srgbClr val="000000"/>
                </a:solidFill>
              </a:rPr>
              <a:t> shutdown(</a:t>
            </a:r>
            <a:r>
              <a:rPr lang="en-US" altLang="zh-CN" sz="2000" b="1" dirty="0" err="1">
                <a:solidFill>
                  <a:srgbClr val="000000"/>
                </a:solidFill>
              </a:rPr>
              <a:t>int</a:t>
            </a:r>
            <a:r>
              <a:rPr lang="en-US" altLang="zh-CN" sz="2000" b="1" dirty="0">
                <a:solidFill>
                  <a:srgbClr val="000000"/>
                </a:solidFill>
              </a:rPr>
              <a:t> </a:t>
            </a:r>
            <a:r>
              <a:rPr lang="en-US" altLang="zh-CN" sz="2000" b="1" dirty="0" err="1">
                <a:solidFill>
                  <a:srgbClr val="000000"/>
                </a:solidFill>
              </a:rPr>
              <a:t>sockfd</a:t>
            </a:r>
            <a:r>
              <a:rPr lang="en-US" altLang="zh-CN" sz="2000" b="1" dirty="0">
                <a:solidFill>
                  <a:srgbClr val="000000"/>
                </a:solidFill>
              </a:rPr>
              <a:t> , </a:t>
            </a:r>
            <a:r>
              <a:rPr lang="en-US" altLang="zh-CN" sz="2000" b="1" dirty="0" err="1">
                <a:solidFill>
                  <a:srgbClr val="000000"/>
                </a:solidFill>
              </a:rPr>
              <a:t>int</a:t>
            </a:r>
            <a:r>
              <a:rPr lang="en-US" altLang="zh-CN" sz="2000" b="1" dirty="0">
                <a:solidFill>
                  <a:srgbClr val="000000"/>
                </a:solidFill>
              </a:rPr>
              <a:t> </a:t>
            </a:r>
            <a:r>
              <a:rPr lang="en-US" altLang="zh-CN" sz="2000" b="1" dirty="0" err="1">
                <a:solidFill>
                  <a:srgbClr val="FF0000"/>
                </a:solidFill>
              </a:rPr>
              <a:t>howto</a:t>
            </a:r>
            <a:r>
              <a:rPr lang="en-US" altLang="zh-CN" sz="2000" b="1" dirty="0">
                <a:solidFill>
                  <a:srgbClr val="000000"/>
                </a:solidFill>
              </a:rPr>
              <a:t>);</a:t>
            </a:r>
          </a:p>
          <a:p>
            <a:pPr algn="r" eaLnBrk="1" hangingPunct="1">
              <a:lnSpc>
                <a:spcPct val="130000"/>
              </a:lnSpc>
              <a:defRPr/>
            </a:pPr>
            <a:r>
              <a:rPr lang="zh-CN" altLang="en-US" sz="2000" b="1" dirty="0">
                <a:solidFill>
                  <a:srgbClr val="000000"/>
                </a:solidFill>
              </a:rPr>
              <a:t>返回： </a:t>
            </a:r>
            <a:r>
              <a:rPr lang="en-US" altLang="zh-CN" sz="2000" b="1" dirty="0">
                <a:solidFill>
                  <a:srgbClr val="000000"/>
                </a:solidFill>
              </a:rPr>
              <a:t>0——</a:t>
            </a:r>
            <a:r>
              <a:rPr lang="zh-CN" altLang="en-US" sz="2000" b="1" dirty="0">
                <a:solidFill>
                  <a:srgbClr val="000000"/>
                </a:solidFill>
              </a:rPr>
              <a:t>成功，</a:t>
            </a:r>
            <a:r>
              <a:rPr lang="en-US" altLang="zh-CN" sz="2000" b="1" dirty="0">
                <a:solidFill>
                  <a:srgbClr val="000000"/>
                </a:solidFill>
              </a:rPr>
              <a:t>-1——</a:t>
            </a:r>
            <a:r>
              <a:rPr lang="zh-CN" altLang="en-US" sz="2000" b="1" dirty="0">
                <a:solidFill>
                  <a:srgbClr val="000000"/>
                </a:solidFill>
              </a:rPr>
              <a:t>出错</a:t>
            </a:r>
          </a:p>
        </p:txBody>
      </p:sp>
      <p:sp>
        <p:nvSpPr>
          <p:cNvPr id="6" name="TextBox 2"/>
          <p:cNvSpPr txBox="1">
            <a:spLocks noChangeArrowheads="1"/>
          </p:cNvSpPr>
          <p:nvPr/>
        </p:nvSpPr>
        <p:spPr bwMode="auto">
          <a:xfrm>
            <a:off x="468313" y="2684463"/>
            <a:ext cx="8280400" cy="892175"/>
          </a:xfrm>
          <a:prstGeom prst="rect">
            <a:avLst/>
          </a:prstGeom>
          <a:ln/>
        </p:spPr>
        <p:style>
          <a:lnRef idx="1">
            <a:schemeClr val="accent3"/>
          </a:lnRef>
          <a:fillRef idx="2">
            <a:schemeClr val="accent3"/>
          </a:fillRef>
          <a:effectRef idx="1">
            <a:schemeClr val="accent3"/>
          </a:effectRef>
          <a:fontRef idx="minor">
            <a:schemeClr val="dk1"/>
          </a:fontRef>
        </p:style>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lnSpc>
                <a:spcPct val="130000"/>
              </a:lnSpc>
              <a:defRPr/>
            </a:pPr>
            <a:r>
              <a:rPr lang="en-US" altLang="zh-CN" sz="2000" b="1" dirty="0">
                <a:solidFill>
                  <a:srgbClr val="000000"/>
                </a:solidFill>
              </a:rPr>
              <a:t>SHUT_RD</a:t>
            </a:r>
            <a:r>
              <a:rPr lang="zh-CN" altLang="en-US" sz="2000" b="1" dirty="0">
                <a:solidFill>
                  <a:srgbClr val="000000"/>
                </a:solidFill>
              </a:rPr>
              <a:t>：关闭连接的读这一半，不再接收套接口中的数据且现留在套接口接收缓冲区中的数据都作废。</a:t>
            </a:r>
          </a:p>
        </p:txBody>
      </p:sp>
      <p:sp>
        <p:nvSpPr>
          <p:cNvPr id="10" name="TextBox 2"/>
          <p:cNvSpPr txBox="1">
            <a:spLocks noChangeArrowheads="1"/>
          </p:cNvSpPr>
          <p:nvPr/>
        </p:nvSpPr>
        <p:spPr bwMode="auto">
          <a:xfrm>
            <a:off x="468313" y="3732213"/>
            <a:ext cx="8280400" cy="492125"/>
          </a:xfrm>
          <a:prstGeom prst="rect">
            <a:avLst/>
          </a:prstGeom>
          <a:ln/>
        </p:spPr>
        <p:style>
          <a:lnRef idx="1">
            <a:schemeClr val="accent3"/>
          </a:lnRef>
          <a:fillRef idx="2">
            <a:schemeClr val="accent3"/>
          </a:fillRef>
          <a:effectRef idx="1">
            <a:schemeClr val="accent3"/>
          </a:effectRef>
          <a:fontRef idx="minor">
            <a:schemeClr val="dk1"/>
          </a:fontRef>
        </p:style>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lnSpc>
                <a:spcPct val="130000"/>
              </a:lnSpc>
              <a:defRPr/>
            </a:pPr>
            <a:r>
              <a:rPr lang="en-US" altLang="zh-CN" sz="2000" b="1" dirty="0">
                <a:solidFill>
                  <a:srgbClr val="000000"/>
                </a:solidFill>
              </a:rPr>
              <a:t>SHUT_WR</a:t>
            </a:r>
            <a:r>
              <a:rPr lang="zh-CN" altLang="en-US" sz="2000" b="1" dirty="0">
                <a:solidFill>
                  <a:srgbClr val="000000"/>
                </a:solidFill>
              </a:rPr>
              <a:t>：关闭连接的写这一半，在</a:t>
            </a:r>
            <a:r>
              <a:rPr lang="en-US" altLang="zh-CN" sz="2000" b="1" dirty="0">
                <a:solidFill>
                  <a:srgbClr val="000000"/>
                </a:solidFill>
              </a:rPr>
              <a:t>TCP</a:t>
            </a:r>
            <a:r>
              <a:rPr lang="zh-CN" altLang="en-US" sz="2000" b="1" dirty="0">
                <a:solidFill>
                  <a:srgbClr val="000000"/>
                </a:solidFill>
              </a:rPr>
              <a:t>场合下，这称为半关闭。</a:t>
            </a:r>
          </a:p>
        </p:txBody>
      </p:sp>
      <p:sp>
        <p:nvSpPr>
          <p:cNvPr id="11" name="TextBox 2"/>
          <p:cNvSpPr txBox="1">
            <a:spLocks noChangeArrowheads="1"/>
          </p:cNvSpPr>
          <p:nvPr/>
        </p:nvSpPr>
        <p:spPr bwMode="auto">
          <a:xfrm>
            <a:off x="468313" y="4365625"/>
            <a:ext cx="8280400" cy="1292225"/>
          </a:xfrm>
          <a:prstGeom prst="rect">
            <a:avLst/>
          </a:prstGeom>
          <a:ln/>
        </p:spPr>
        <p:style>
          <a:lnRef idx="1">
            <a:schemeClr val="accent3"/>
          </a:lnRef>
          <a:fillRef idx="2">
            <a:schemeClr val="accent3"/>
          </a:fillRef>
          <a:effectRef idx="1">
            <a:schemeClr val="accent3"/>
          </a:effectRef>
          <a:fontRef idx="minor">
            <a:schemeClr val="dk1"/>
          </a:fontRef>
        </p:style>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lnSpc>
                <a:spcPct val="130000"/>
              </a:lnSpc>
              <a:defRPr/>
            </a:pPr>
            <a:r>
              <a:rPr lang="en-US" altLang="zh-CN" sz="2000" b="1" dirty="0">
                <a:solidFill>
                  <a:srgbClr val="000000"/>
                </a:solidFill>
              </a:rPr>
              <a:t>SHUT_RDWR</a:t>
            </a:r>
            <a:r>
              <a:rPr lang="zh-CN" altLang="en-US" sz="2000" b="1" dirty="0">
                <a:solidFill>
                  <a:srgbClr val="000000"/>
                </a:solidFill>
              </a:rPr>
              <a:t>：连接的读这一半和写这一半都关闭。这等效于调用函数</a:t>
            </a:r>
            <a:r>
              <a:rPr lang="en-US" altLang="zh-CN" sz="2000" b="1" dirty="0">
                <a:solidFill>
                  <a:srgbClr val="000000"/>
                </a:solidFill>
              </a:rPr>
              <a:t>shutdown</a:t>
            </a:r>
            <a:r>
              <a:rPr lang="zh-CN" altLang="en-US" sz="2000" b="1" dirty="0">
                <a:solidFill>
                  <a:srgbClr val="000000"/>
                </a:solidFill>
              </a:rPr>
              <a:t>两次，第一次调用时用</a:t>
            </a:r>
            <a:r>
              <a:rPr lang="en-US" altLang="zh-CN" sz="2000" b="1" dirty="0">
                <a:solidFill>
                  <a:srgbClr val="000000"/>
                </a:solidFill>
              </a:rPr>
              <a:t>SHUT_RD</a:t>
            </a:r>
            <a:r>
              <a:rPr lang="zh-CN" altLang="en-US" sz="2000" b="1" dirty="0">
                <a:solidFill>
                  <a:srgbClr val="000000"/>
                </a:solidFill>
              </a:rPr>
              <a:t>，第二次调用时用</a:t>
            </a:r>
            <a:r>
              <a:rPr lang="en-US" altLang="zh-CN" sz="2000" b="1" dirty="0">
                <a:solidFill>
                  <a:srgbClr val="000000"/>
                </a:solidFill>
              </a:rPr>
              <a:t>SHUT_WR</a:t>
            </a:r>
            <a:r>
              <a:rPr lang="zh-CN" altLang="en-US" sz="2000" b="1" dirty="0">
                <a:solidFill>
                  <a:srgbClr val="000000"/>
                </a:solidFill>
              </a:rPr>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anim calcmode="lin" valueType="num">
                                      <p:cBhvr additive="base">
                                        <p:cTn id="13" dur="500" fill="hold"/>
                                        <p:tgtEl>
                                          <p:spTgt spid="10"/>
                                        </p:tgtEl>
                                        <p:attrNameLst>
                                          <p:attrName>ppt_x</p:attrName>
                                        </p:attrNameLst>
                                      </p:cBhvr>
                                      <p:tavLst>
                                        <p:tav tm="0">
                                          <p:val>
                                            <p:strVal val="#ppt_x"/>
                                          </p:val>
                                        </p:tav>
                                        <p:tav tm="100000">
                                          <p:val>
                                            <p:strVal val="#ppt_x"/>
                                          </p:val>
                                        </p:tav>
                                      </p:tavLst>
                                    </p:anim>
                                    <p:anim calcmode="lin" valueType="num">
                                      <p:cBhvr additive="base">
                                        <p:cTn id="14"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 calcmode="lin" valueType="num">
                                      <p:cBhvr additive="base">
                                        <p:cTn id="19" dur="500" fill="hold"/>
                                        <p:tgtEl>
                                          <p:spTgt spid="11"/>
                                        </p:tgtEl>
                                        <p:attrNameLst>
                                          <p:attrName>ppt_x</p:attrName>
                                        </p:attrNameLst>
                                      </p:cBhvr>
                                      <p:tavLst>
                                        <p:tav tm="0">
                                          <p:val>
                                            <p:strVal val="#ppt_x"/>
                                          </p:val>
                                        </p:tav>
                                        <p:tav tm="100000">
                                          <p:val>
                                            <p:strVal val="#ppt_x"/>
                                          </p:val>
                                        </p:tav>
                                      </p:tavLst>
                                    </p:anim>
                                    <p:anim calcmode="lin" valueType="num">
                                      <p:cBhvr additive="base">
                                        <p:cTn id="20"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1"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pPr eaLnBrk="1" hangingPunct="1"/>
            <a:r>
              <a:rPr lang="zh-CN" altLang="en-US" dirty="0"/>
              <a:t>六、</a:t>
            </a:r>
            <a:r>
              <a:rPr lang="en-US" altLang="zh-CN" dirty="0"/>
              <a:t>TCP</a:t>
            </a:r>
            <a:r>
              <a:rPr lang="zh-CN" altLang="en-US" dirty="0"/>
              <a:t>回射服务器程序</a:t>
            </a:r>
            <a:br>
              <a:rPr lang="zh-CN" altLang="en-US" sz="2600" dirty="0"/>
            </a:br>
            <a:endParaRPr lang="zh-CN" altLang="en-US" sz="2600" dirty="0"/>
          </a:p>
        </p:txBody>
      </p:sp>
      <p:sp>
        <p:nvSpPr>
          <p:cNvPr id="7" name="TextBox 2"/>
          <p:cNvSpPr txBox="1">
            <a:spLocks noChangeArrowheads="1"/>
          </p:cNvSpPr>
          <p:nvPr/>
        </p:nvSpPr>
        <p:spPr bwMode="auto">
          <a:xfrm>
            <a:off x="468313" y="1196975"/>
            <a:ext cx="8280400" cy="847725"/>
          </a:xfrm>
          <a:prstGeom prst="rect">
            <a:avLst/>
          </a:prstGeom>
          <a:ln/>
        </p:spPr>
        <p:style>
          <a:lnRef idx="1">
            <a:schemeClr val="accent3"/>
          </a:lnRef>
          <a:fillRef idx="2">
            <a:schemeClr val="accent3"/>
          </a:fillRef>
          <a:effectRef idx="1">
            <a:schemeClr val="accent3"/>
          </a:effectRef>
          <a:fontRef idx="minor">
            <a:schemeClr val="dk1"/>
          </a:fontRef>
        </p:style>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lnSpc>
                <a:spcPct val="130000"/>
              </a:lnSpc>
              <a:defRPr/>
            </a:pPr>
            <a:r>
              <a:rPr lang="zh-CN" altLang="en-US" sz="2000" b="1" dirty="0">
                <a:solidFill>
                  <a:srgbClr val="000000"/>
                </a:solidFill>
              </a:rPr>
              <a:t>将上一讲的回射服务器程序重写为使用</a:t>
            </a:r>
            <a:r>
              <a:rPr lang="en-US" altLang="zh-CN" sz="2000" b="1" dirty="0">
                <a:solidFill>
                  <a:srgbClr val="000000"/>
                </a:solidFill>
              </a:rPr>
              <a:t>select</a:t>
            </a:r>
            <a:r>
              <a:rPr lang="zh-CN" altLang="en-US" sz="2000" b="1" dirty="0">
                <a:solidFill>
                  <a:srgbClr val="000000"/>
                </a:solidFill>
              </a:rPr>
              <a:t>来处理一定数目客户的</a:t>
            </a:r>
            <a:r>
              <a:rPr lang="zh-CN" altLang="en-US" sz="2000" b="1" dirty="0">
                <a:solidFill>
                  <a:srgbClr val="FF0000"/>
                </a:solidFill>
              </a:rPr>
              <a:t>单进程程序</a:t>
            </a:r>
            <a:r>
              <a:rPr lang="zh-CN" altLang="en-US" sz="2000" b="1" dirty="0">
                <a:solidFill>
                  <a:srgbClr val="000000"/>
                </a:solidFill>
              </a:rPr>
              <a:t>，而不是为每个客户派生一个子进程。</a:t>
            </a:r>
          </a:p>
        </p:txBody>
      </p:sp>
      <p:pic>
        <p:nvPicPr>
          <p:cNvPr id="27652" name="Picture 11" descr="D:\第一个客户建立连接前的服务器状态.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825750" y="2419350"/>
            <a:ext cx="3906838" cy="3235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p14="http://schemas.microsoft.com/office/powerpoint/2010/main">
        <mc:Choice Requires="p14">
          <p:contentPart p14:bwMode="auto" r:id="rId3">
            <p14:nvContentPartPr>
              <p14:cNvPr id="2" name="墨迹 1"/>
              <p14:cNvContentPartPr/>
              <p14:nvPr/>
            </p14:nvContentPartPr>
            <p14:xfrm>
              <a:off x="6347520" y="2301120"/>
              <a:ext cx="2469240" cy="800640"/>
            </p14:xfrm>
          </p:contentPart>
        </mc:Choice>
        <mc:Fallback xmlns="">
          <p:pic>
            <p:nvPicPr>
              <p:cNvPr id="2" name="墨迹 1"/>
              <p:cNvPicPr/>
              <p:nvPr/>
            </p:nvPicPr>
            <p:blipFill>
              <a:blip r:embed="rId4"/>
              <a:stretch>
                <a:fillRect/>
              </a:stretch>
            </p:blipFill>
            <p:spPr>
              <a:xfrm>
                <a:off x="6338160" y="2291760"/>
                <a:ext cx="2487960" cy="81936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3" name="墨迹 2">
                <a:extLst>
                  <a:ext uri="{FF2B5EF4-FFF2-40B4-BE49-F238E27FC236}">
                    <a16:creationId xmlns:a16="http://schemas.microsoft.com/office/drawing/2014/main" id="{8EB534F4-5362-DA55-63F5-C13AA610CEB3}"/>
                  </a:ext>
                </a:extLst>
              </p14:cNvPr>
              <p14:cNvContentPartPr/>
              <p14:nvPr/>
            </p14:nvContentPartPr>
            <p14:xfrm>
              <a:off x="3678840" y="4300200"/>
              <a:ext cx="452520" cy="525240"/>
            </p14:xfrm>
          </p:contentPart>
        </mc:Choice>
        <mc:Fallback xmlns="">
          <p:pic>
            <p:nvPicPr>
              <p:cNvPr id="3" name="墨迹 2">
                <a:extLst>
                  <a:ext uri="{FF2B5EF4-FFF2-40B4-BE49-F238E27FC236}">
                    <a16:creationId xmlns:a16="http://schemas.microsoft.com/office/drawing/2014/main" id="{8EB534F4-5362-DA55-63F5-C13AA610CEB3}"/>
                  </a:ext>
                </a:extLst>
              </p:cNvPr>
              <p:cNvPicPr/>
              <p:nvPr/>
            </p:nvPicPr>
            <p:blipFill>
              <a:blip r:embed="rId6"/>
              <a:stretch>
                <a:fillRect/>
              </a:stretch>
            </p:blipFill>
            <p:spPr>
              <a:xfrm>
                <a:off x="3669480" y="4290840"/>
                <a:ext cx="471240" cy="543960"/>
              </a:xfrm>
              <a:prstGeom prst="rect">
                <a:avLst/>
              </a:prstGeom>
            </p:spPr>
          </p:pic>
        </mc:Fallback>
      </mc:AlternateContent>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pPr eaLnBrk="1" hangingPunct="1"/>
            <a:r>
              <a:rPr lang="zh-CN" altLang="en-US" dirty="0"/>
              <a:t>六、</a:t>
            </a:r>
            <a:r>
              <a:rPr lang="en-US" altLang="zh-CN" dirty="0"/>
              <a:t>TCP</a:t>
            </a:r>
            <a:r>
              <a:rPr lang="zh-CN" altLang="en-US" dirty="0"/>
              <a:t>回射服务器程序</a:t>
            </a:r>
            <a:br>
              <a:rPr lang="zh-CN" altLang="en-US" sz="2600" dirty="0"/>
            </a:br>
            <a:endParaRPr lang="zh-CN" altLang="en-US" sz="2600" dirty="0"/>
          </a:p>
        </p:txBody>
      </p:sp>
      <p:sp>
        <p:nvSpPr>
          <p:cNvPr id="7" name="TextBox 2"/>
          <p:cNvSpPr txBox="1">
            <a:spLocks noChangeArrowheads="1"/>
          </p:cNvSpPr>
          <p:nvPr/>
        </p:nvSpPr>
        <p:spPr bwMode="auto">
          <a:xfrm>
            <a:off x="468313" y="1196975"/>
            <a:ext cx="8280400" cy="848181"/>
          </a:xfrm>
          <a:prstGeom prst="rect">
            <a:avLst/>
          </a:prstGeom>
          <a:ln/>
        </p:spPr>
        <p:style>
          <a:lnRef idx="1">
            <a:schemeClr val="accent3"/>
          </a:lnRef>
          <a:fillRef idx="2">
            <a:schemeClr val="accent3"/>
          </a:fillRef>
          <a:effectRef idx="1">
            <a:schemeClr val="accent3"/>
          </a:effectRef>
          <a:fontRef idx="minor">
            <a:schemeClr val="dk1"/>
          </a:fontRef>
        </p:style>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lnSpc>
                <a:spcPct val="130000"/>
              </a:lnSpc>
              <a:defRPr/>
            </a:pPr>
            <a:r>
              <a:rPr lang="zh-CN" altLang="en-US" sz="2000" b="1" dirty="0">
                <a:solidFill>
                  <a:srgbClr val="000000"/>
                </a:solidFill>
              </a:rPr>
              <a:t>服务器只维护一个读描述字集。假设服务器是在前台启动，则</a:t>
            </a:r>
            <a:r>
              <a:rPr lang="zh-CN" altLang="en-US" sz="2000" b="1" dirty="0">
                <a:solidFill>
                  <a:srgbClr val="FF0000"/>
                </a:solidFill>
              </a:rPr>
              <a:t>描述字</a:t>
            </a:r>
            <a:r>
              <a:rPr lang="en-US" altLang="zh-CN" sz="2000" b="1" dirty="0">
                <a:solidFill>
                  <a:srgbClr val="FF0000"/>
                </a:solidFill>
              </a:rPr>
              <a:t>0</a:t>
            </a:r>
            <a:r>
              <a:rPr lang="zh-CN" altLang="en-US" sz="2000" b="1" dirty="0">
                <a:solidFill>
                  <a:srgbClr val="FF0000"/>
                </a:solidFill>
              </a:rPr>
              <a:t>、</a:t>
            </a:r>
            <a:r>
              <a:rPr lang="en-US" altLang="zh-CN" sz="2000" b="1" dirty="0">
                <a:solidFill>
                  <a:srgbClr val="FF0000"/>
                </a:solidFill>
              </a:rPr>
              <a:t>1</a:t>
            </a:r>
            <a:r>
              <a:rPr lang="zh-CN" altLang="en-US" sz="2000" b="1" dirty="0">
                <a:solidFill>
                  <a:srgbClr val="FF0000"/>
                </a:solidFill>
              </a:rPr>
              <a:t>和</a:t>
            </a:r>
            <a:r>
              <a:rPr lang="en-US" altLang="zh-CN" sz="2000" b="1" dirty="0">
                <a:solidFill>
                  <a:srgbClr val="FF0000"/>
                </a:solidFill>
              </a:rPr>
              <a:t>2</a:t>
            </a:r>
            <a:r>
              <a:rPr lang="zh-CN" altLang="en-US" sz="2000" b="1" dirty="0">
                <a:solidFill>
                  <a:srgbClr val="FF0000"/>
                </a:solidFill>
              </a:rPr>
              <a:t>分别被设置成标准输入、标准输出和标准错误。</a:t>
            </a:r>
          </a:p>
        </p:txBody>
      </p:sp>
      <p:pic>
        <p:nvPicPr>
          <p:cNvPr id="28676" name="Picture 6" descr="D:\仅有监听套接口的TCP服务器数据结构.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00138" y="2286000"/>
            <a:ext cx="7016750" cy="3744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p14="http://schemas.microsoft.com/office/powerpoint/2010/main">
        <mc:Choice Requires="p14">
          <p:contentPart p14:bwMode="auto" r:id="rId3">
            <p14:nvContentPartPr>
              <p14:cNvPr id="8" name="墨迹 7">
                <a:extLst>
                  <a:ext uri="{FF2B5EF4-FFF2-40B4-BE49-F238E27FC236}">
                    <a16:creationId xmlns:a16="http://schemas.microsoft.com/office/drawing/2014/main" id="{0185C88C-2CF1-ED9A-97B3-3F1E0FB786BC}"/>
                  </a:ext>
                </a:extLst>
              </p14:cNvPr>
              <p14:cNvContentPartPr/>
              <p14:nvPr/>
            </p14:nvContentPartPr>
            <p14:xfrm>
              <a:off x="1082880" y="2144520"/>
              <a:ext cx="6292440" cy="3239640"/>
            </p14:xfrm>
          </p:contentPart>
        </mc:Choice>
        <mc:Fallback xmlns="">
          <p:pic>
            <p:nvPicPr>
              <p:cNvPr id="8" name="墨迹 7">
                <a:extLst>
                  <a:ext uri="{FF2B5EF4-FFF2-40B4-BE49-F238E27FC236}">
                    <a16:creationId xmlns:a16="http://schemas.microsoft.com/office/drawing/2014/main" id="{0185C88C-2CF1-ED9A-97B3-3F1E0FB786BC}"/>
                  </a:ext>
                </a:extLst>
              </p:cNvPr>
              <p:cNvPicPr/>
              <p:nvPr/>
            </p:nvPicPr>
            <p:blipFill>
              <a:blip r:embed="rId4"/>
              <a:stretch>
                <a:fillRect/>
              </a:stretch>
            </p:blipFill>
            <p:spPr>
              <a:xfrm>
                <a:off x="1073520" y="2135160"/>
                <a:ext cx="6311160" cy="3258360"/>
              </a:xfrm>
              <a:prstGeom prst="rect">
                <a:avLst/>
              </a:prstGeom>
            </p:spPr>
          </p:pic>
        </mc:Fallback>
      </mc:AlternateContent>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lstStyle/>
          <a:p>
            <a:pPr eaLnBrk="1" hangingPunct="1"/>
            <a:r>
              <a:rPr lang="zh-CN" altLang="en-US" dirty="0"/>
              <a:t>六、</a:t>
            </a:r>
            <a:r>
              <a:rPr lang="en-US" altLang="zh-CN" dirty="0"/>
              <a:t>TCP</a:t>
            </a:r>
            <a:r>
              <a:rPr lang="zh-CN" altLang="en-US" dirty="0"/>
              <a:t>回射服务器程序</a:t>
            </a:r>
            <a:br>
              <a:rPr lang="zh-CN" altLang="en-US" sz="2600" dirty="0"/>
            </a:br>
            <a:endParaRPr lang="zh-CN" altLang="en-US" sz="2600" dirty="0"/>
          </a:p>
        </p:txBody>
      </p:sp>
      <p:pic>
        <p:nvPicPr>
          <p:cNvPr id="29699" name="Picture 5" descr="D:\第一个客户建立连接后的TCP服务器.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19250" y="1916113"/>
            <a:ext cx="6156325" cy="324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p14="http://schemas.microsoft.com/office/powerpoint/2010/main">
        <mc:Choice Requires="p14">
          <p:contentPart p14:bwMode="auto" r:id="rId3">
            <p14:nvContentPartPr>
              <p14:cNvPr id="2" name="墨迹 1">
                <a:extLst>
                  <a:ext uri="{FF2B5EF4-FFF2-40B4-BE49-F238E27FC236}">
                    <a16:creationId xmlns:a16="http://schemas.microsoft.com/office/drawing/2014/main" id="{A9B28365-ACBA-52E1-3502-595BB963067A}"/>
                  </a:ext>
                </a:extLst>
              </p14:cNvPr>
              <p14:cNvContentPartPr/>
              <p14:nvPr/>
            </p14:nvContentPartPr>
            <p14:xfrm>
              <a:off x="5520960" y="3657960"/>
              <a:ext cx="955080" cy="502920"/>
            </p14:xfrm>
          </p:contentPart>
        </mc:Choice>
        <mc:Fallback xmlns="">
          <p:pic>
            <p:nvPicPr>
              <p:cNvPr id="2" name="墨迹 1">
                <a:extLst>
                  <a:ext uri="{FF2B5EF4-FFF2-40B4-BE49-F238E27FC236}">
                    <a16:creationId xmlns:a16="http://schemas.microsoft.com/office/drawing/2014/main" id="{A9B28365-ACBA-52E1-3502-595BB963067A}"/>
                  </a:ext>
                </a:extLst>
              </p:cNvPr>
              <p:cNvPicPr/>
              <p:nvPr/>
            </p:nvPicPr>
            <p:blipFill>
              <a:blip r:embed="rId4"/>
              <a:stretch>
                <a:fillRect/>
              </a:stretch>
            </p:blipFill>
            <p:spPr>
              <a:xfrm>
                <a:off x="5511600" y="3648600"/>
                <a:ext cx="973800" cy="521640"/>
              </a:xfrm>
              <a:prstGeom prst="rect">
                <a:avLst/>
              </a:prstGeom>
            </p:spPr>
          </p:pic>
        </mc:Fallback>
      </mc:AlternateContent>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pPr eaLnBrk="1" hangingPunct="1"/>
            <a:r>
              <a:rPr lang="zh-CN" altLang="en-US" dirty="0"/>
              <a:t>六、</a:t>
            </a:r>
            <a:r>
              <a:rPr lang="en-US" altLang="zh-CN" dirty="0"/>
              <a:t>TCP</a:t>
            </a:r>
            <a:r>
              <a:rPr lang="zh-CN" altLang="en-US" dirty="0"/>
              <a:t>回射服务器程序</a:t>
            </a:r>
            <a:br>
              <a:rPr lang="zh-CN" altLang="en-US" sz="2600" dirty="0"/>
            </a:br>
            <a:endParaRPr lang="zh-CN" altLang="en-US" sz="2600" dirty="0"/>
          </a:p>
        </p:txBody>
      </p:sp>
      <p:sp>
        <p:nvSpPr>
          <p:cNvPr id="7" name="TextBox 2"/>
          <p:cNvSpPr txBox="1">
            <a:spLocks noChangeArrowheads="1"/>
          </p:cNvSpPr>
          <p:nvPr/>
        </p:nvSpPr>
        <p:spPr bwMode="auto">
          <a:xfrm>
            <a:off x="468313" y="1196975"/>
            <a:ext cx="8280400" cy="847725"/>
          </a:xfrm>
          <a:prstGeom prst="rect">
            <a:avLst/>
          </a:prstGeom>
          <a:ln/>
        </p:spPr>
        <p:style>
          <a:lnRef idx="1">
            <a:schemeClr val="accent3"/>
          </a:lnRef>
          <a:fillRef idx="2">
            <a:schemeClr val="accent3"/>
          </a:fillRef>
          <a:effectRef idx="1">
            <a:schemeClr val="accent3"/>
          </a:effectRef>
          <a:fontRef idx="minor">
            <a:schemeClr val="dk1"/>
          </a:fontRef>
        </p:style>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lnSpc>
                <a:spcPct val="130000"/>
              </a:lnSpc>
              <a:defRPr/>
            </a:pPr>
            <a:r>
              <a:rPr lang="zh-CN" altLang="en-US" sz="2000" b="1" dirty="0">
                <a:solidFill>
                  <a:srgbClr val="000000"/>
                </a:solidFill>
              </a:rPr>
              <a:t>服务器必须在数组</a:t>
            </a:r>
            <a:r>
              <a:rPr lang="en-US" altLang="zh-CN" sz="2000" b="1" dirty="0">
                <a:solidFill>
                  <a:srgbClr val="000000"/>
                </a:solidFill>
              </a:rPr>
              <a:t>client</a:t>
            </a:r>
            <a:r>
              <a:rPr lang="zh-CN" altLang="en-US" sz="2000" b="1" dirty="0">
                <a:solidFill>
                  <a:srgbClr val="000000"/>
                </a:solidFill>
              </a:rPr>
              <a:t>中记住新的</a:t>
            </a:r>
            <a:r>
              <a:rPr lang="zh-CN" altLang="en-US" sz="2000" b="1" dirty="0">
                <a:solidFill>
                  <a:srgbClr val="FF0000"/>
                </a:solidFill>
              </a:rPr>
              <a:t>已连接描述字</a:t>
            </a:r>
            <a:r>
              <a:rPr lang="zh-CN" altLang="en-US" sz="2000" b="1" dirty="0">
                <a:solidFill>
                  <a:srgbClr val="000000"/>
                </a:solidFill>
              </a:rPr>
              <a:t>，同时必须加到描述字集合中去。</a:t>
            </a:r>
          </a:p>
        </p:txBody>
      </p:sp>
      <p:pic>
        <p:nvPicPr>
          <p:cNvPr id="30724" name="Picture 3" descr="D:\第一个客户连接建立后的数据结构.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08050" y="2276475"/>
            <a:ext cx="7400925" cy="3744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p14="http://schemas.microsoft.com/office/powerpoint/2010/main">
        <mc:Choice Requires="p14">
          <p:contentPart p14:bwMode="auto" r:id="rId3">
            <p14:nvContentPartPr>
              <p14:cNvPr id="2" name="墨迹 1">
                <a:extLst>
                  <a:ext uri="{FF2B5EF4-FFF2-40B4-BE49-F238E27FC236}">
                    <a16:creationId xmlns:a16="http://schemas.microsoft.com/office/drawing/2014/main" id="{D29C6EB7-8119-9D1C-31D5-CD970BAB7B77}"/>
                  </a:ext>
                </a:extLst>
              </p14:cNvPr>
              <p14:cNvContentPartPr/>
              <p14:nvPr/>
            </p14:nvContentPartPr>
            <p14:xfrm>
              <a:off x="2908440" y="2597040"/>
              <a:ext cx="3763080" cy="910440"/>
            </p14:xfrm>
          </p:contentPart>
        </mc:Choice>
        <mc:Fallback xmlns="">
          <p:pic>
            <p:nvPicPr>
              <p:cNvPr id="2" name="墨迹 1">
                <a:extLst>
                  <a:ext uri="{FF2B5EF4-FFF2-40B4-BE49-F238E27FC236}">
                    <a16:creationId xmlns:a16="http://schemas.microsoft.com/office/drawing/2014/main" id="{D29C6EB7-8119-9D1C-31D5-CD970BAB7B77}"/>
                  </a:ext>
                </a:extLst>
              </p:cNvPr>
              <p:cNvPicPr/>
              <p:nvPr/>
            </p:nvPicPr>
            <p:blipFill>
              <a:blip r:embed="rId4"/>
              <a:stretch>
                <a:fillRect/>
              </a:stretch>
            </p:blipFill>
            <p:spPr>
              <a:xfrm>
                <a:off x="2899080" y="2587680"/>
                <a:ext cx="3781800" cy="929160"/>
              </a:xfrm>
              <a:prstGeom prst="rect">
                <a:avLst/>
              </a:prstGeom>
            </p:spPr>
          </p:pic>
        </mc:Fallback>
      </mc:AlternateContent>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pPr eaLnBrk="1" hangingPunct="1"/>
            <a:r>
              <a:rPr lang="zh-CN" altLang="en-US" dirty="0"/>
              <a:t>六、</a:t>
            </a:r>
            <a:r>
              <a:rPr lang="en-US" altLang="zh-CN" dirty="0"/>
              <a:t>TCP</a:t>
            </a:r>
            <a:r>
              <a:rPr lang="zh-CN" altLang="en-US" dirty="0"/>
              <a:t>回射服务器程序</a:t>
            </a:r>
            <a:br>
              <a:rPr lang="zh-CN" altLang="en-US" sz="2600" dirty="0"/>
            </a:br>
            <a:endParaRPr lang="zh-CN" altLang="en-US" sz="2600" dirty="0"/>
          </a:p>
        </p:txBody>
      </p:sp>
      <p:sp>
        <p:nvSpPr>
          <p:cNvPr id="7" name="TextBox 2"/>
          <p:cNvSpPr txBox="1">
            <a:spLocks noChangeArrowheads="1"/>
          </p:cNvSpPr>
          <p:nvPr/>
        </p:nvSpPr>
        <p:spPr bwMode="auto">
          <a:xfrm>
            <a:off x="468313" y="1196975"/>
            <a:ext cx="8280400" cy="492125"/>
          </a:xfrm>
          <a:prstGeom prst="rect">
            <a:avLst/>
          </a:prstGeom>
          <a:ln/>
        </p:spPr>
        <p:style>
          <a:lnRef idx="1">
            <a:schemeClr val="accent3"/>
          </a:lnRef>
          <a:fillRef idx="2">
            <a:schemeClr val="accent3"/>
          </a:fillRef>
          <a:effectRef idx="1">
            <a:schemeClr val="accent3"/>
          </a:effectRef>
          <a:fontRef idx="minor">
            <a:schemeClr val="dk1"/>
          </a:fontRef>
        </p:style>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lnSpc>
                <a:spcPct val="130000"/>
              </a:lnSpc>
              <a:defRPr/>
            </a:pPr>
            <a:r>
              <a:rPr lang="zh-CN" altLang="en-US" sz="2000" b="1" dirty="0">
                <a:solidFill>
                  <a:srgbClr val="000000"/>
                </a:solidFill>
              </a:rPr>
              <a:t>第二个客户与服务器建立连接。</a:t>
            </a:r>
          </a:p>
        </p:txBody>
      </p:sp>
      <p:pic>
        <p:nvPicPr>
          <p:cNvPr id="31748" name="Picture 2" descr="D:\第二个客户建立连接后的TCP服务器.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01738" y="2492375"/>
            <a:ext cx="6834187" cy="295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p14="http://schemas.microsoft.com/office/powerpoint/2010/main">
        <mc:Choice Requires="p14">
          <p:contentPart p14:bwMode="auto" r:id="rId3">
            <p14:nvContentPartPr>
              <p14:cNvPr id="3" name="墨迹 2">
                <a:extLst>
                  <a:ext uri="{FF2B5EF4-FFF2-40B4-BE49-F238E27FC236}">
                    <a16:creationId xmlns:a16="http://schemas.microsoft.com/office/drawing/2014/main" id="{F4BCB3A8-CF69-E1F8-6E80-A95DC6023D33}"/>
                  </a:ext>
                </a:extLst>
              </p14:cNvPr>
              <p14:cNvContentPartPr/>
              <p14:nvPr/>
            </p14:nvContentPartPr>
            <p14:xfrm>
              <a:off x="3751560" y="4032720"/>
              <a:ext cx="1284120" cy="474480"/>
            </p14:xfrm>
          </p:contentPart>
        </mc:Choice>
        <mc:Fallback xmlns="">
          <p:pic>
            <p:nvPicPr>
              <p:cNvPr id="3" name="墨迹 2">
                <a:extLst>
                  <a:ext uri="{FF2B5EF4-FFF2-40B4-BE49-F238E27FC236}">
                    <a16:creationId xmlns:a16="http://schemas.microsoft.com/office/drawing/2014/main" id="{F4BCB3A8-CF69-E1F8-6E80-A95DC6023D33}"/>
                  </a:ext>
                </a:extLst>
              </p:cNvPr>
              <p:cNvPicPr/>
              <p:nvPr/>
            </p:nvPicPr>
            <p:blipFill>
              <a:blip r:embed="rId4"/>
              <a:stretch>
                <a:fillRect/>
              </a:stretch>
            </p:blipFill>
            <p:spPr>
              <a:xfrm>
                <a:off x="3742200" y="4023360"/>
                <a:ext cx="1302840" cy="493200"/>
              </a:xfrm>
              <a:prstGeom prst="rect">
                <a:avLst/>
              </a:prstGeom>
            </p:spPr>
          </p:pic>
        </mc:Fallback>
      </mc:AlternateContent>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pPr eaLnBrk="1" hangingPunct="1"/>
            <a:r>
              <a:rPr lang="zh-CN" altLang="en-US" dirty="0"/>
              <a:t>六、</a:t>
            </a:r>
            <a:r>
              <a:rPr lang="en-US" altLang="zh-CN" dirty="0"/>
              <a:t>TCP</a:t>
            </a:r>
            <a:r>
              <a:rPr lang="zh-CN" altLang="en-US" dirty="0"/>
              <a:t>回射服务器程序</a:t>
            </a:r>
            <a:br>
              <a:rPr lang="zh-CN" altLang="en-US" sz="2600" dirty="0"/>
            </a:br>
            <a:endParaRPr lang="zh-CN" altLang="en-US" sz="2600" dirty="0"/>
          </a:p>
        </p:txBody>
      </p:sp>
      <p:sp>
        <p:nvSpPr>
          <p:cNvPr id="7" name="TextBox 2"/>
          <p:cNvSpPr txBox="1">
            <a:spLocks noChangeArrowheads="1"/>
          </p:cNvSpPr>
          <p:nvPr/>
        </p:nvSpPr>
        <p:spPr bwMode="auto">
          <a:xfrm>
            <a:off x="468313" y="1196975"/>
            <a:ext cx="8280400" cy="492125"/>
          </a:xfrm>
          <a:prstGeom prst="rect">
            <a:avLst/>
          </a:prstGeom>
          <a:ln/>
        </p:spPr>
        <p:style>
          <a:lnRef idx="1">
            <a:schemeClr val="accent3"/>
          </a:lnRef>
          <a:fillRef idx="2">
            <a:schemeClr val="accent3"/>
          </a:fillRef>
          <a:effectRef idx="1">
            <a:schemeClr val="accent3"/>
          </a:effectRef>
          <a:fontRef idx="minor">
            <a:schemeClr val="dk1"/>
          </a:fontRef>
        </p:style>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lnSpc>
                <a:spcPct val="130000"/>
              </a:lnSpc>
              <a:defRPr/>
            </a:pPr>
            <a:r>
              <a:rPr lang="zh-CN" altLang="en-US" sz="2000" b="1" dirty="0">
                <a:solidFill>
                  <a:srgbClr val="000000"/>
                </a:solidFill>
              </a:rPr>
              <a:t>第二个客户与服务器建立连接后的数据结构。</a:t>
            </a:r>
          </a:p>
        </p:txBody>
      </p:sp>
      <p:pic>
        <p:nvPicPr>
          <p:cNvPr id="32772" name="Picture 3" descr="D:\第二个客户连接建立后的数据结构.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35000" y="1982788"/>
            <a:ext cx="7947025" cy="3833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p14="http://schemas.microsoft.com/office/powerpoint/2010/main">
        <mc:Choice Requires="p14">
          <p:contentPart p14:bwMode="auto" r:id="rId3">
            <p14:nvContentPartPr>
              <p14:cNvPr id="3" name="墨迹 2">
                <a:extLst>
                  <a:ext uri="{FF2B5EF4-FFF2-40B4-BE49-F238E27FC236}">
                    <a16:creationId xmlns:a16="http://schemas.microsoft.com/office/drawing/2014/main" id="{6C868CD0-48AF-06DD-C432-34E9F270EF48}"/>
                  </a:ext>
                </a:extLst>
              </p14:cNvPr>
              <p14:cNvContentPartPr/>
              <p14:nvPr/>
            </p14:nvContentPartPr>
            <p14:xfrm>
              <a:off x="2696400" y="1954800"/>
              <a:ext cx="4254120" cy="1346040"/>
            </p14:xfrm>
          </p:contentPart>
        </mc:Choice>
        <mc:Fallback xmlns="">
          <p:pic>
            <p:nvPicPr>
              <p:cNvPr id="3" name="墨迹 2">
                <a:extLst>
                  <a:ext uri="{FF2B5EF4-FFF2-40B4-BE49-F238E27FC236}">
                    <a16:creationId xmlns:a16="http://schemas.microsoft.com/office/drawing/2014/main" id="{6C868CD0-48AF-06DD-C432-34E9F270EF48}"/>
                  </a:ext>
                </a:extLst>
              </p:cNvPr>
              <p:cNvPicPr/>
              <p:nvPr/>
            </p:nvPicPr>
            <p:blipFill>
              <a:blip r:embed="rId4"/>
              <a:stretch>
                <a:fillRect/>
              </a:stretch>
            </p:blipFill>
            <p:spPr>
              <a:xfrm>
                <a:off x="2687040" y="1945440"/>
                <a:ext cx="4272840" cy="1364760"/>
              </a:xfrm>
              <a:prstGeom prst="rect">
                <a:avLst/>
              </a:prstGeom>
            </p:spPr>
          </p:pic>
        </mc:Fallback>
      </mc:AlternateContent>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pPr eaLnBrk="1" hangingPunct="1"/>
            <a:r>
              <a:rPr lang="zh-CN" altLang="en-US" dirty="0"/>
              <a:t>六、</a:t>
            </a:r>
            <a:r>
              <a:rPr lang="en-US" altLang="zh-CN" dirty="0"/>
              <a:t>TCP</a:t>
            </a:r>
            <a:r>
              <a:rPr lang="zh-CN" altLang="en-US" dirty="0"/>
              <a:t>回射服务器程序</a:t>
            </a:r>
            <a:br>
              <a:rPr lang="zh-CN" altLang="en-US" sz="2600" dirty="0"/>
            </a:br>
            <a:endParaRPr lang="zh-CN" altLang="en-US" sz="2600" dirty="0"/>
          </a:p>
        </p:txBody>
      </p:sp>
      <p:sp>
        <p:nvSpPr>
          <p:cNvPr id="7" name="TextBox 2"/>
          <p:cNvSpPr txBox="1">
            <a:spLocks noChangeArrowheads="1"/>
          </p:cNvSpPr>
          <p:nvPr/>
        </p:nvSpPr>
        <p:spPr bwMode="auto">
          <a:xfrm>
            <a:off x="468313" y="1196975"/>
            <a:ext cx="8280400" cy="492125"/>
          </a:xfrm>
          <a:prstGeom prst="rect">
            <a:avLst/>
          </a:prstGeom>
          <a:ln/>
        </p:spPr>
        <p:style>
          <a:lnRef idx="1">
            <a:schemeClr val="accent3"/>
          </a:lnRef>
          <a:fillRef idx="2">
            <a:schemeClr val="accent3"/>
          </a:fillRef>
          <a:effectRef idx="1">
            <a:schemeClr val="accent3"/>
          </a:effectRef>
          <a:fontRef idx="minor">
            <a:schemeClr val="dk1"/>
          </a:fontRef>
        </p:style>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lnSpc>
                <a:spcPct val="130000"/>
              </a:lnSpc>
              <a:defRPr/>
            </a:pPr>
            <a:r>
              <a:rPr lang="zh-CN" altLang="en-US" sz="2000" b="1" dirty="0">
                <a:solidFill>
                  <a:srgbClr val="000000"/>
                </a:solidFill>
              </a:rPr>
              <a:t>第一个客户与服务器终止连接后的数据结构。</a:t>
            </a:r>
          </a:p>
        </p:txBody>
      </p:sp>
      <p:pic>
        <p:nvPicPr>
          <p:cNvPr id="33796" name="Picture 3" descr="D:\第一个客户终止连接后的数据结构.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71513" y="2006600"/>
            <a:ext cx="7874000" cy="3798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p14="http://schemas.microsoft.com/office/powerpoint/2010/main">
        <mc:Choice Requires="p14">
          <p:contentPart p14:bwMode="auto" r:id="rId3">
            <p14:nvContentPartPr>
              <p14:cNvPr id="3" name="墨迹 2"/>
              <p14:cNvContentPartPr/>
              <p14:nvPr/>
            </p14:nvContentPartPr>
            <p14:xfrm>
              <a:off x="3200400" y="2026800"/>
              <a:ext cx="4404960" cy="823320"/>
            </p14:xfrm>
          </p:contentPart>
        </mc:Choice>
        <mc:Fallback xmlns="">
          <p:pic>
            <p:nvPicPr>
              <p:cNvPr id="3" name="墨迹 2"/>
              <p:cNvPicPr/>
              <p:nvPr/>
            </p:nvPicPr>
            <p:blipFill>
              <a:blip r:embed="rId6"/>
              <a:stretch>
                <a:fillRect/>
              </a:stretch>
            </p:blipFill>
            <p:spPr>
              <a:xfrm>
                <a:off x="3191040" y="2017440"/>
                <a:ext cx="4423680" cy="84204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2" name="墨迹 1">
                <a:extLst>
                  <a:ext uri="{FF2B5EF4-FFF2-40B4-BE49-F238E27FC236}">
                    <a16:creationId xmlns:a16="http://schemas.microsoft.com/office/drawing/2014/main" id="{E017350A-5EB2-E891-C99D-C94D83752E15}"/>
                  </a:ext>
                </a:extLst>
              </p14:cNvPr>
              <p14:cNvContentPartPr/>
              <p14:nvPr/>
            </p14:nvContentPartPr>
            <p14:xfrm>
              <a:off x="3617280" y="1703160"/>
              <a:ext cx="1167120" cy="418680"/>
            </p14:xfrm>
          </p:contentPart>
        </mc:Choice>
        <mc:Fallback xmlns="">
          <p:pic>
            <p:nvPicPr>
              <p:cNvPr id="2" name="墨迹 1">
                <a:extLst>
                  <a:ext uri="{FF2B5EF4-FFF2-40B4-BE49-F238E27FC236}">
                    <a16:creationId xmlns:a16="http://schemas.microsoft.com/office/drawing/2014/main" id="{E017350A-5EB2-E891-C99D-C94D83752E15}"/>
                  </a:ext>
                </a:extLst>
              </p:cNvPr>
              <p:cNvPicPr/>
              <p:nvPr/>
            </p:nvPicPr>
            <p:blipFill>
              <a:blip r:embed="rId8"/>
              <a:stretch>
                <a:fillRect/>
              </a:stretch>
            </p:blipFill>
            <p:spPr>
              <a:xfrm>
                <a:off x="3607920" y="1693800"/>
                <a:ext cx="1185840" cy="4374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4" name="墨迹 3">
                <a:extLst>
                  <a:ext uri="{FF2B5EF4-FFF2-40B4-BE49-F238E27FC236}">
                    <a16:creationId xmlns:a16="http://schemas.microsoft.com/office/drawing/2014/main" id="{9D6CA0C9-60DB-A58C-048D-B6861393D7AC}"/>
                  </a:ext>
                </a:extLst>
              </p14:cNvPr>
              <p14:cNvContentPartPr/>
              <p14:nvPr/>
            </p14:nvContentPartPr>
            <p14:xfrm>
              <a:off x="2718720" y="2664000"/>
              <a:ext cx="4231800" cy="630720"/>
            </p14:xfrm>
          </p:contentPart>
        </mc:Choice>
        <mc:Fallback xmlns="">
          <p:pic>
            <p:nvPicPr>
              <p:cNvPr id="4" name="墨迹 3">
                <a:extLst>
                  <a:ext uri="{FF2B5EF4-FFF2-40B4-BE49-F238E27FC236}">
                    <a16:creationId xmlns:a16="http://schemas.microsoft.com/office/drawing/2014/main" id="{9D6CA0C9-60DB-A58C-048D-B6861393D7AC}"/>
                  </a:ext>
                </a:extLst>
              </p:cNvPr>
              <p:cNvPicPr/>
              <p:nvPr/>
            </p:nvPicPr>
            <p:blipFill>
              <a:blip r:embed="rId10"/>
              <a:stretch>
                <a:fillRect/>
              </a:stretch>
            </p:blipFill>
            <p:spPr>
              <a:xfrm>
                <a:off x="2709360" y="2654640"/>
                <a:ext cx="4250520" cy="649440"/>
              </a:xfrm>
              <a:prstGeom prst="rect">
                <a:avLst/>
              </a:prstGeom>
            </p:spPr>
          </p:pic>
        </mc:Fallback>
      </mc:AlternateContent>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pPr eaLnBrk="1" hangingPunct="1"/>
            <a:r>
              <a:rPr lang="zh-CN" altLang="en-US" dirty="0"/>
              <a:t>六、</a:t>
            </a:r>
            <a:r>
              <a:rPr lang="en-US" altLang="zh-CN" dirty="0"/>
              <a:t>TCP</a:t>
            </a:r>
            <a:r>
              <a:rPr lang="zh-CN" altLang="en-US" dirty="0"/>
              <a:t>回射服务器程序</a:t>
            </a:r>
            <a:br>
              <a:rPr lang="zh-CN" altLang="en-US" sz="2600" dirty="0"/>
            </a:br>
            <a:endParaRPr lang="zh-CN" altLang="en-US" sz="2600" dirty="0"/>
          </a:p>
        </p:txBody>
      </p:sp>
      <p:sp>
        <p:nvSpPr>
          <p:cNvPr id="7" name="TextBox 2"/>
          <p:cNvSpPr txBox="1">
            <a:spLocks noChangeArrowheads="1"/>
          </p:cNvSpPr>
          <p:nvPr/>
        </p:nvSpPr>
        <p:spPr bwMode="auto">
          <a:xfrm>
            <a:off x="468313" y="1196975"/>
            <a:ext cx="8280400" cy="447675"/>
          </a:xfrm>
          <a:prstGeom prst="rect">
            <a:avLst/>
          </a:prstGeom>
          <a:ln/>
        </p:spPr>
        <p:style>
          <a:lnRef idx="1">
            <a:schemeClr val="accent3"/>
          </a:lnRef>
          <a:fillRef idx="2">
            <a:schemeClr val="accent3"/>
          </a:fillRef>
          <a:effectRef idx="1">
            <a:schemeClr val="accent3"/>
          </a:effectRef>
          <a:fontRef idx="minor">
            <a:schemeClr val="dk1"/>
          </a:fontRef>
        </p:style>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lnSpc>
                <a:spcPct val="130000"/>
              </a:lnSpc>
              <a:defRPr/>
            </a:pPr>
            <a:r>
              <a:rPr lang="zh-CN" altLang="en-US" sz="2000" b="1" dirty="0">
                <a:solidFill>
                  <a:schemeClr val="tx2"/>
                </a:solidFill>
              </a:rPr>
              <a:t>拒绝服务型攻击</a:t>
            </a:r>
          </a:p>
        </p:txBody>
      </p:sp>
      <p:sp>
        <p:nvSpPr>
          <p:cNvPr id="5" name="TextBox 2"/>
          <p:cNvSpPr txBox="1">
            <a:spLocks noChangeArrowheads="1"/>
          </p:cNvSpPr>
          <p:nvPr/>
        </p:nvSpPr>
        <p:spPr bwMode="auto">
          <a:xfrm>
            <a:off x="468313" y="1916113"/>
            <a:ext cx="8280400" cy="1293812"/>
          </a:xfrm>
          <a:prstGeom prst="rect">
            <a:avLst/>
          </a:prstGeom>
          <a:ln/>
        </p:spPr>
        <p:style>
          <a:lnRef idx="1">
            <a:schemeClr val="accent3"/>
          </a:lnRef>
          <a:fillRef idx="2">
            <a:schemeClr val="accent3"/>
          </a:fillRef>
          <a:effectRef idx="1">
            <a:schemeClr val="accent3"/>
          </a:effectRef>
          <a:fontRef idx="minor">
            <a:schemeClr val="dk1"/>
          </a:fontRef>
        </p:style>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lnSpc>
                <a:spcPct val="130000"/>
              </a:lnSpc>
              <a:defRPr/>
            </a:pPr>
            <a:r>
              <a:rPr lang="zh-CN" altLang="en-US" sz="2000" b="1" dirty="0">
                <a:solidFill>
                  <a:srgbClr val="000000"/>
                </a:solidFill>
              </a:rPr>
              <a:t>如果一个恶意客户连接到服务器上，</a:t>
            </a:r>
            <a:r>
              <a:rPr lang="zh-CN" altLang="en-US" sz="2000" b="1" dirty="0">
                <a:solidFill>
                  <a:srgbClr val="FF0000"/>
                </a:solidFill>
              </a:rPr>
              <a:t>发送一个字节的数据（而不是一行数据）后就睡眠</a:t>
            </a:r>
            <a:r>
              <a:rPr lang="zh-CN" altLang="en-US" sz="2000" b="1" dirty="0">
                <a:solidFill>
                  <a:srgbClr val="000000"/>
                </a:solidFill>
              </a:rPr>
              <a:t>。服务器将调用</a:t>
            </a:r>
            <a:r>
              <a:rPr lang="en-US" altLang="zh-CN" sz="2000" b="1" dirty="0" err="1">
                <a:solidFill>
                  <a:srgbClr val="000000"/>
                </a:solidFill>
              </a:rPr>
              <a:t>readline</a:t>
            </a:r>
            <a:r>
              <a:rPr lang="zh-CN" altLang="en-US" sz="2000" b="1" dirty="0">
                <a:solidFill>
                  <a:srgbClr val="000000"/>
                </a:solidFill>
              </a:rPr>
              <a:t>，它从客户上读到单个字节的数据，然后就阻塞于下一个</a:t>
            </a:r>
            <a:r>
              <a:rPr lang="en-US" altLang="zh-CN" sz="2000" b="1" dirty="0">
                <a:solidFill>
                  <a:srgbClr val="000000"/>
                </a:solidFill>
              </a:rPr>
              <a:t>read</a:t>
            </a:r>
            <a:r>
              <a:rPr lang="zh-CN" altLang="en-US" sz="2000" b="1" dirty="0">
                <a:solidFill>
                  <a:srgbClr val="000000"/>
                </a:solidFill>
              </a:rPr>
              <a:t>调用以等待此客户的其他数据。</a:t>
            </a:r>
          </a:p>
        </p:txBody>
      </p:sp>
      <p:sp>
        <p:nvSpPr>
          <p:cNvPr id="6" name="TextBox 2"/>
          <p:cNvSpPr txBox="1">
            <a:spLocks noChangeArrowheads="1"/>
          </p:cNvSpPr>
          <p:nvPr/>
        </p:nvSpPr>
        <p:spPr bwMode="auto">
          <a:xfrm>
            <a:off x="468313" y="3432175"/>
            <a:ext cx="8280400" cy="2093913"/>
          </a:xfrm>
          <a:prstGeom prst="rect">
            <a:avLst/>
          </a:prstGeom>
          <a:ln/>
        </p:spPr>
        <p:style>
          <a:lnRef idx="1">
            <a:schemeClr val="accent3"/>
          </a:lnRef>
          <a:fillRef idx="2">
            <a:schemeClr val="accent3"/>
          </a:fillRef>
          <a:effectRef idx="1">
            <a:schemeClr val="accent3"/>
          </a:effectRef>
          <a:fontRef idx="minor">
            <a:schemeClr val="dk1"/>
          </a:fontRef>
        </p:style>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lnSpc>
                <a:spcPct val="130000"/>
              </a:lnSpc>
              <a:defRPr/>
            </a:pPr>
            <a:r>
              <a:rPr lang="zh-CN" altLang="en-US" sz="2000" b="1" dirty="0">
                <a:solidFill>
                  <a:srgbClr val="000000"/>
                </a:solidFill>
              </a:rPr>
              <a:t>可能的解决办法是：</a:t>
            </a:r>
            <a:endParaRPr lang="en-US" altLang="zh-CN" sz="2000" b="1" dirty="0">
              <a:solidFill>
                <a:srgbClr val="000000"/>
              </a:solidFill>
            </a:endParaRPr>
          </a:p>
          <a:p>
            <a:pPr eaLnBrk="1" hangingPunct="1">
              <a:lnSpc>
                <a:spcPct val="130000"/>
              </a:lnSpc>
              <a:defRPr/>
            </a:pPr>
            <a:r>
              <a:rPr lang="en-US" altLang="zh-CN" sz="2000" b="1" dirty="0">
                <a:solidFill>
                  <a:srgbClr val="000000"/>
                </a:solidFill>
              </a:rPr>
              <a:t>1</a:t>
            </a:r>
            <a:r>
              <a:rPr lang="zh-CN" altLang="en-US" sz="2000" b="1" dirty="0">
                <a:solidFill>
                  <a:srgbClr val="000000"/>
                </a:solidFill>
              </a:rPr>
              <a:t>）使用非阻塞</a:t>
            </a:r>
            <a:r>
              <a:rPr lang="en-US" altLang="zh-CN" sz="2000" b="1" dirty="0">
                <a:solidFill>
                  <a:srgbClr val="000000"/>
                </a:solidFill>
              </a:rPr>
              <a:t>I/O</a:t>
            </a:r>
            <a:r>
              <a:rPr lang="zh-CN" altLang="en-US" sz="2000" b="1" dirty="0">
                <a:solidFill>
                  <a:srgbClr val="000000"/>
                </a:solidFill>
              </a:rPr>
              <a:t>模型（第</a:t>
            </a:r>
            <a:r>
              <a:rPr lang="en-US" altLang="zh-CN" sz="2000" b="1" dirty="0">
                <a:solidFill>
                  <a:srgbClr val="000000"/>
                </a:solidFill>
              </a:rPr>
              <a:t>15</a:t>
            </a:r>
            <a:r>
              <a:rPr lang="zh-CN" altLang="en-US" sz="2000" b="1" dirty="0">
                <a:solidFill>
                  <a:srgbClr val="000000"/>
                </a:solidFill>
              </a:rPr>
              <a:t>章）；</a:t>
            </a:r>
            <a:endParaRPr lang="en-US" altLang="zh-CN" sz="2000" b="1" dirty="0">
              <a:solidFill>
                <a:srgbClr val="000000"/>
              </a:solidFill>
            </a:endParaRPr>
          </a:p>
          <a:p>
            <a:pPr eaLnBrk="1" hangingPunct="1">
              <a:lnSpc>
                <a:spcPct val="130000"/>
              </a:lnSpc>
              <a:defRPr/>
            </a:pPr>
            <a:r>
              <a:rPr lang="en-US" altLang="zh-CN" sz="2000" b="1" dirty="0">
                <a:solidFill>
                  <a:srgbClr val="000000"/>
                </a:solidFill>
              </a:rPr>
              <a:t>2</a:t>
            </a:r>
            <a:r>
              <a:rPr lang="zh-CN" altLang="en-US" sz="2000" b="1" dirty="0">
                <a:solidFill>
                  <a:srgbClr val="000000"/>
                </a:solidFill>
              </a:rPr>
              <a:t>）让每个客户由单独的控制线程提供服务（例如，创建子进程或线程来为每个客户提供服务）；</a:t>
            </a:r>
            <a:endParaRPr lang="en-US" altLang="zh-CN" sz="2000" b="1" dirty="0">
              <a:solidFill>
                <a:srgbClr val="000000"/>
              </a:solidFill>
            </a:endParaRPr>
          </a:p>
          <a:p>
            <a:pPr eaLnBrk="1" hangingPunct="1">
              <a:lnSpc>
                <a:spcPct val="130000"/>
              </a:lnSpc>
              <a:defRPr/>
            </a:pPr>
            <a:r>
              <a:rPr lang="en-US" altLang="zh-CN" sz="2000" b="1" dirty="0">
                <a:solidFill>
                  <a:srgbClr val="000000"/>
                </a:solidFill>
              </a:rPr>
              <a:t>3</a:t>
            </a:r>
            <a:r>
              <a:rPr lang="zh-CN" altLang="en-US" sz="2000" b="1" dirty="0">
                <a:solidFill>
                  <a:srgbClr val="000000"/>
                </a:solidFill>
              </a:rPr>
              <a:t>）对</a:t>
            </a:r>
            <a:r>
              <a:rPr lang="en-US" altLang="zh-CN" sz="2000" b="1" dirty="0">
                <a:solidFill>
                  <a:srgbClr val="000000"/>
                </a:solidFill>
              </a:rPr>
              <a:t>I/O</a:t>
            </a:r>
            <a:r>
              <a:rPr lang="zh-CN" altLang="en-US" sz="2000" b="1" dirty="0">
                <a:solidFill>
                  <a:srgbClr val="000000"/>
                </a:solidFill>
              </a:rPr>
              <a:t>操作设置超时（</a:t>
            </a:r>
            <a:r>
              <a:rPr lang="en-US" altLang="zh-CN" sz="2000" b="1" dirty="0">
                <a:solidFill>
                  <a:srgbClr val="000000"/>
                </a:solidFill>
              </a:rPr>
              <a:t>13.2</a:t>
            </a:r>
            <a:r>
              <a:rPr lang="zh-CN" altLang="en-US" sz="2000" b="1" dirty="0">
                <a:solidFill>
                  <a:srgbClr val="000000"/>
                </a:solidFill>
              </a:rPr>
              <a:t>节）。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pPr eaLnBrk="1" hangingPunct="1"/>
            <a:r>
              <a:rPr lang="zh-CN" altLang="en-US"/>
              <a:t>七、</a:t>
            </a:r>
            <a:r>
              <a:rPr lang="en-US" altLang="zh-CN"/>
              <a:t>pselect</a:t>
            </a:r>
            <a:r>
              <a:rPr lang="zh-CN" altLang="en-US"/>
              <a:t>函数</a:t>
            </a:r>
            <a:endParaRPr lang="zh-CN" altLang="en-US" sz="2600"/>
          </a:p>
        </p:txBody>
      </p:sp>
      <p:sp>
        <p:nvSpPr>
          <p:cNvPr id="7" name="TextBox 2"/>
          <p:cNvSpPr txBox="1">
            <a:spLocks noChangeArrowheads="1"/>
          </p:cNvSpPr>
          <p:nvPr/>
        </p:nvSpPr>
        <p:spPr bwMode="auto">
          <a:xfrm>
            <a:off x="468313" y="1196975"/>
            <a:ext cx="8280400" cy="2492375"/>
          </a:xfrm>
          <a:prstGeom prst="rect">
            <a:avLst/>
          </a:prstGeom>
          <a:ln/>
        </p:spPr>
        <p:style>
          <a:lnRef idx="1">
            <a:schemeClr val="accent3"/>
          </a:lnRef>
          <a:fillRef idx="2">
            <a:schemeClr val="accent3"/>
          </a:fillRef>
          <a:effectRef idx="1">
            <a:schemeClr val="accent3"/>
          </a:effectRef>
          <a:fontRef idx="minor">
            <a:schemeClr val="dk1"/>
          </a:fontRef>
        </p:style>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lnSpc>
                <a:spcPct val="130000"/>
              </a:lnSpc>
              <a:defRPr/>
            </a:pPr>
            <a:r>
              <a:rPr lang="en-US" altLang="zh-CN" sz="2000" b="1" dirty="0"/>
              <a:t>#include &lt;sys/</a:t>
            </a:r>
            <a:r>
              <a:rPr lang="en-US" altLang="zh-CN" sz="2000" b="1" dirty="0" err="1"/>
              <a:t>select.h</a:t>
            </a:r>
            <a:r>
              <a:rPr lang="en-US" altLang="zh-CN" sz="2000" b="1" dirty="0"/>
              <a:t>&gt;</a:t>
            </a:r>
          </a:p>
          <a:p>
            <a:pPr eaLnBrk="1" hangingPunct="1">
              <a:lnSpc>
                <a:spcPct val="130000"/>
              </a:lnSpc>
              <a:defRPr/>
            </a:pPr>
            <a:r>
              <a:rPr lang="en-US" altLang="zh-CN" sz="2000" b="1" dirty="0"/>
              <a:t>#include &lt;</a:t>
            </a:r>
            <a:r>
              <a:rPr lang="en-US" altLang="zh-CN" sz="2000" b="1" dirty="0" err="1"/>
              <a:t>signal.h</a:t>
            </a:r>
            <a:r>
              <a:rPr lang="en-US" altLang="zh-CN" sz="2000" b="1" dirty="0"/>
              <a:t>&gt;</a:t>
            </a:r>
          </a:p>
          <a:p>
            <a:pPr eaLnBrk="1" hangingPunct="1">
              <a:lnSpc>
                <a:spcPct val="130000"/>
              </a:lnSpc>
              <a:defRPr/>
            </a:pPr>
            <a:r>
              <a:rPr lang="en-US" altLang="zh-CN" sz="2000" b="1" dirty="0"/>
              <a:t>#include &lt;</a:t>
            </a:r>
            <a:r>
              <a:rPr lang="en-US" altLang="zh-CN" sz="2000" b="1" dirty="0" err="1"/>
              <a:t>time.h</a:t>
            </a:r>
            <a:r>
              <a:rPr lang="en-US" altLang="zh-CN" sz="2000" b="1" dirty="0"/>
              <a:t>&gt;</a:t>
            </a:r>
          </a:p>
          <a:p>
            <a:pPr eaLnBrk="1" hangingPunct="1">
              <a:lnSpc>
                <a:spcPct val="130000"/>
              </a:lnSpc>
              <a:defRPr/>
            </a:pPr>
            <a:r>
              <a:rPr lang="en-US" altLang="zh-CN" sz="2000" b="1" dirty="0" err="1"/>
              <a:t>int</a:t>
            </a:r>
            <a:r>
              <a:rPr lang="en-US" altLang="zh-CN" sz="2000" b="1" dirty="0"/>
              <a:t> </a:t>
            </a:r>
            <a:r>
              <a:rPr lang="en-US" altLang="zh-CN" sz="2000" b="1" dirty="0" err="1"/>
              <a:t>pselect</a:t>
            </a:r>
            <a:r>
              <a:rPr lang="en-US" altLang="zh-CN" sz="2000" b="1" dirty="0"/>
              <a:t>(</a:t>
            </a:r>
            <a:r>
              <a:rPr lang="en-US" altLang="zh-CN" sz="2000" b="1" dirty="0" err="1"/>
              <a:t>int</a:t>
            </a:r>
            <a:r>
              <a:rPr lang="en-US" altLang="zh-CN" sz="2000" b="1" dirty="0"/>
              <a:t> maxfdp1, </a:t>
            </a:r>
            <a:r>
              <a:rPr lang="en-US" altLang="zh-CN" sz="2000" b="1" dirty="0" err="1"/>
              <a:t>fd_set</a:t>
            </a:r>
            <a:r>
              <a:rPr lang="en-US" altLang="zh-CN" sz="2000" b="1" dirty="0"/>
              <a:t> * </a:t>
            </a:r>
            <a:r>
              <a:rPr lang="en-US" altLang="zh-CN" sz="2000" b="1" dirty="0" err="1"/>
              <a:t>readset</a:t>
            </a:r>
            <a:r>
              <a:rPr lang="en-US" altLang="zh-CN" sz="2000" b="1" dirty="0"/>
              <a:t>, </a:t>
            </a:r>
            <a:r>
              <a:rPr lang="en-US" altLang="zh-CN" sz="2000" b="1" dirty="0" err="1"/>
              <a:t>fd_set</a:t>
            </a:r>
            <a:r>
              <a:rPr lang="en-US" altLang="zh-CN" sz="2000" b="1" dirty="0"/>
              <a:t> * </a:t>
            </a:r>
            <a:r>
              <a:rPr lang="en-US" altLang="zh-CN" sz="2000" b="1" dirty="0" err="1"/>
              <a:t>writeset</a:t>
            </a:r>
            <a:r>
              <a:rPr lang="en-US" altLang="zh-CN" sz="2000" b="1" dirty="0"/>
              <a:t>, </a:t>
            </a:r>
            <a:r>
              <a:rPr lang="en-US" altLang="zh-CN" sz="2000" b="1" dirty="0" err="1"/>
              <a:t>fd_set</a:t>
            </a:r>
            <a:r>
              <a:rPr lang="en-US" altLang="zh-CN" sz="2000" b="1" dirty="0"/>
              <a:t> * </a:t>
            </a:r>
            <a:r>
              <a:rPr lang="en-US" altLang="zh-CN" sz="2000" b="1" dirty="0" err="1"/>
              <a:t>exceptset</a:t>
            </a:r>
            <a:r>
              <a:rPr lang="en-US" altLang="zh-CN" sz="2000" b="1" dirty="0"/>
              <a:t>, </a:t>
            </a:r>
            <a:r>
              <a:rPr lang="en-US" altLang="zh-CN" sz="2000" b="1" dirty="0" err="1"/>
              <a:t>const</a:t>
            </a:r>
            <a:r>
              <a:rPr lang="en-US" altLang="zh-CN" sz="2000" b="1" dirty="0"/>
              <a:t> </a:t>
            </a:r>
            <a:r>
              <a:rPr lang="en-US" altLang="zh-CN" sz="2000" b="1" dirty="0" err="1"/>
              <a:t>struct</a:t>
            </a:r>
            <a:r>
              <a:rPr lang="en-US" altLang="zh-CN" sz="2000" b="1" dirty="0"/>
              <a:t> </a:t>
            </a:r>
            <a:r>
              <a:rPr lang="en-US" altLang="zh-CN" sz="2000" b="1" dirty="0" err="1"/>
              <a:t>timespec</a:t>
            </a:r>
            <a:r>
              <a:rPr lang="en-US" altLang="zh-CN" sz="2000" b="1" dirty="0"/>
              <a:t> * timeout, </a:t>
            </a:r>
            <a:r>
              <a:rPr lang="en-US" altLang="zh-CN" sz="2000" b="1" dirty="0" err="1"/>
              <a:t>const</a:t>
            </a:r>
            <a:r>
              <a:rPr lang="en-US" altLang="zh-CN" sz="2000" b="1" dirty="0"/>
              <a:t> </a:t>
            </a:r>
            <a:r>
              <a:rPr lang="en-US" altLang="zh-CN" sz="2000" b="1" dirty="0" err="1"/>
              <a:t>sygset_t</a:t>
            </a:r>
            <a:r>
              <a:rPr lang="en-US" altLang="zh-CN" sz="2000" b="1" dirty="0"/>
              <a:t> * </a:t>
            </a:r>
            <a:r>
              <a:rPr lang="en-US" altLang="zh-CN" sz="2000" b="1" dirty="0" err="1"/>
              <a:t>sigmask</a:t>
            </a:r>
            <a:r>
              <a:rPr lang="en-US" altLang="zh-CN" sz="2000" b="1" dirty="0"/>
              <a:t>);</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lstStyle/>
          <a:p>
            <a:pPr eaLnBrk="1" hangingPunct="1"/>
            <a:r>
              <a:rPr lang="zh-CN" altLang="en-US"/>
              <a:t>七、</a:t>
            </a:r>
            <a:r>
              <a:rPr lang="en-US" altLang="zh-CN"/>
              <a:t>pselect</a:t>
            </a:r>
            <a:r>
              <a:rPr lang="zh-CN" altLang="en-US"/>
              <a:t>函数</a:t>
            </a:r>
            <a:endParaRPr lang="zh-CN" altLang="en-US" sz="2600"/>
          </a:p>
        </p:txBody>
      </p:sp>
      <p:sp>
        <p:nvSpPr>
          <p:cNvPr id="5" name="TextBox 2"/>
          <p:cNvSpPr txBox="1">
            <a:spLocks noChangeArrowheads="1"/>
          </p:cNvSpPr>
          <p:nvPr/>
        </p:nvSpPr>
        <p:spPr bwMode="auto">
          <a:xfrm>
            <a:off x="468313" y="1341438"/>
            <a:ext cx="8280400" cy="2892425"/>
          </a:xfrm>
          <a:prstGeom prst="rect">
            <a:avLst/>
          </a:prstGeom>
          <a:ln/>
        </p:spPr>
        <p:style>
          <a:lnRef idx="1">
            <a:schemeClr val="accent3"/>
          </a:lnRef>
          <a:fillRef idx="2">
            <a:schemeClr val="accent3"/>
          </a:fillRef>
          <a:effectRef idx="1">
            <a:schemeClr val="accent3"/>
          </a:effectRef>
          <a:fontRef idx="minor">
            <a:schemeClr val="dk1"/>
          </a:fontRef>
        </p:style>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lnSpc>
                <a:spcPct val="130000"/>
              </a:lnSpc>
              <a:defRPr/>
            </a:pPr>
            <a:r>
              <a:rPr lang="en-US" altLang="zh-CN" sz="2000" b="1" dirty="0">
                <a:solidFill>
                  <a:srgbClr val="000000"/>
                </a:solidFill>
              </a:rPr>
              <a:t>1</a:t>
            </a:r>
            <a:r>
              <a:rPr lang="zh-CN" altLang="en-US" sz="2000" b="1" dirty="0">
                <a:solidFill>
                  <a:srgbClr val="000000"/>
                </a:solidFill>
              </a:rPr>
              <a:t>）</a:t>
            </a:r>
            <a:r>
              <a:rPr lang="en-US" altLang="zh-CN" sz="2000" b="1" dirty="0" err="1">
                <a:solidFill>
                  <a:srgbClr val="000000"/>
                </a:solidFill>
              </a:rPr>
              <a:t>pselect</a:t>
            </a:r>
            <a:r>
              <a:rPr lang="zh-CN" altLang="en-US" sz="2000" b="1" dirty="0">
                <a:solidFill>
                  <a:srgbClr val="000000"/>
                </a:solidFill>
              </a:rPr>
              <a:t>使用结构</a:t>
            </a:r>
            <a:r>
              <a:rPr lang="en-US" altLang="zh-CN" sz="2000" b="1" dirty="0" err="1">
                <a:solidFill>
                  <a:srgbClr val="000000"/>
                </a:solidFill>
              </a:rPr>
              <a:t>timespec</a:t>
            </a:r>
            <a:r>
              <a:rPr lang="zh-CN" altLang="en-US" sz="2000" b="1" dirty="0">
                <a:solidFill>
                  <a:srgbClr val="000000"/>
                </a:solidFill>
              </a:rPr>
              <a:t>，这是</a:t>
            </a:r>
            <a:r>
              <a:rPr lang="en-US" altLang="zh-CN" sz="2000" b="1" dirty="0">
                <a:solidFill>
                  <a:srgbClr val="000000"/>
                </a:solidFill>
              </a:rPr>
              <a:t>Posix.lb</a:t>
            </a:r>
            <a:r>
              <a:rPr lang="zh-CN" altLang="en-US" sz="2000" b="1" dirty="0">
                <a:solidFill>
                  <a:srgbClr val="000000"/>
                </a:solidFill>
              </a:rPr>
              <a:t>实时标准的一个发明，而不使用结构</a:t>
            </a:r>
            <a:r>
              <a:rPr lang="en-US" altLang="zh-CN" sz="2000" b="1" dirty="0" err="1">
                <a:solidFill>
                  <a:srgbClr val="000000"/>
                </a:solidFill>
              </a:rPr>
              <a:t>timeval</a:t>
            </a:r>
            <a:r>
              <a:rPr lang="zh-CN" altLang="en-US" sz="2000" b="1" dirty="0">
                <a:solidFill>
                  <a:srgbClr val="000000"/>
                </a:solidFill>
              </a:rPr>
              <a:t>。</a:t>
            </a:r>
          </a:p>
          <a:p>
            <a:pPr eaLnBrk="1" hangingPunct="1">
              <a:lnSpc>
                <a:spcPct val="130000"/>
              </a:lnSpc>
              <a:defRPr/>
            </a:pPr>
            <a:r>
              <a:rPr lang="en-US" altLang="zh-CN" sz="2000" b="1" dirty="0" err="1">
                <a:solidFill>
                  <a:srgbClr val="000000"/>
                </a:solidFill>
              </a:rPr>
              <a:t>struct</a:t>
            </a:r>
            <a:r>
              <a:rPr lang="en-US" altLang="zh-CN" sz="2000" b="1" dirty="0">
                <a:solidFill>
                  <a:srgbClr val="000000"/>
                </a:solidFill>
              </a:rPr>
              <a:t>  </a:t>
            </a:r>
            <a:r>
              <a:rPr lang="en-US" altLang="zh-CN" sz="2000" b="1" dirty="0" err="1">
                <a:solidFill>
                  <a:srgbClr val="000000"/>
                </a:solidFill>
              </a:rPr>
              <a:t>timespec</a:t>
            </a:r>
            <a:endParaRPr lang="en-US" altLang="zh-CN" sz="2000" b="1" dirty="0">
              <a:solidFill>
                <a:srgbClr val="000000"/>
              </a:solidFill>
            </a:endParaRPr>
          </a:p>
          <a:p>
            <a:pPr eaLnBrk="1" hangingPunct="1">
              <a:lnSpc>
                <a:spcPct val="130000"/>
              </a:lnSpc>
              <a:defRPr/>
            </a:pPr>
            <a:r>
              <a:rPr lang="en-US" altLang="zh-CN" sz="2000" b="1" dirty="0">
                <a:solidFill>
                  <a:srgbClr val="000000"/>
                </a:solidFill>
              </a:rPr>
              <a:t>{</a:t>
            </a:r>
          </a:p>
          <a:p>
            <a:pPr eaLnBrk="1" hangingPunct="1">
              <a:lnSpc>
                <a:spcPct val="130000"/>
              </a:lnSpc>
              <a:defRPr/>
            </a:pPr>
            <a:r>
              <a:rPr lang="en-US" altLang="zh-CN" sz="2000" b="1" dirty="0">
                <a:solidFill>
                  <a:srgbClr val="000000"/>
                </a:solidFill>
              </a:rPr>
              <a:t>	</a:t>
            </a:r>
            <a:r>
              <a:rPr lang="en-US" altLang="zh-CN" sz="2000" b="1" dirty="0" err="1">
                <a:solidFill>
                  <a:srgbClr val="000000"/>
                </a:solidFill>
              </a:rPr>
              <a:t>time_t</a:t>
            </a:r>
            <a:r>
              <a:rPr lang="en-US" altLang="zh-CN" sz="2000" b="1" dirty="0">
                <a:solidFill>
                  <a:srgbClr val="000000"/>
                </a:solidFill>
              </a:rPr>
              <a:t> </a:t>
            </a:r>
            <a:r>
              <a:rPr lang="en-US" altLang="zh-CN" sz="2000" b="1" dirty="0" err="1">
                <a:solidFill>
                  <a:srgbClr val="000000"/>
                </a:solidFill>
              </a:rPr>
              <a:t>tv_sec</a:t>
            </a:r>
            <a:r>
              <a:rPr lang="en-US" altLang="zh-CN" sz="2000" b="1" dirty="0">
                <a:solidFill>
                  <a:srgbClr val="000000"/>
                </a:solidFill>
              </a:rPr>
              <a:t>;</a:t>
            </a:r>
          </a:p>
          <a:p>
            <a:pPr eaLnBrk="1" hangingPunct="1">
              <a:lnSpc>
                <a:spcPct val="130000"/>
              </a:lnSpc>
              <a:defRPr/>
            </a:pPr>
            <a:r>
              <a:rPr lang="en-US" altLang="zh-CN" sz="2000" b="1" dirty="0">
                <a:solidFill>
                  <a:srgbClr val="000000"/>
                </a:solidFill>
              </a:rPr>
              <a:t>	long </a:t>
            </a:r>
            <a:r>
              <a:rPr lang="en-US" altLang="zh-CN" sz="2000" b="1" dirty="0" err="1">
                <a:solidFill>
                  <a:srgbClr val="000000"/>
                </a:solidFill>
              </a:rPr>
              <a:t>tv_nsec</a:t>
            </a:r>
            <a:r>
              <a:rPr lang="en-US" altLang="zh-CN" sz="2000" b="1" dirty="0">
                <a:solidFill>
                  <a:srgbClr val="000000"/>
                </a:solidFill>
              </a:rPr>
              <a:t>;  // 1</a:t>
            </a:r>
            <a:r>
              <a:rPr lang="zh-CN" altLang="en-US" sz="2000" b="1" dirty="0">
                <a:solidFill>
                  <a:srgbClr val="000000"/>
                </a:solidFill>
              </a:rPr>
              <a:t>纳秒</a:t>
            </a:r>
            <a:r>
              <a:rPr lang="en-US" altLang="zh-CN" sz="2000" b="1" dirty="0">
                <a:solidFill>
                  <a:srgbClr val="000000"/>
                </a:solidFill>
              </a:rPr>
              <a:t>=10</a:t>
            </a:r>
            <a:r>
              <a:rPr lang="en-US" altLang="zh-CN" sz="2000" b="1" baseline="30000" dirty="0">
                <a:solidFill>
                  <a:srgbClr val="000000"/>
                </a:solidFill>
              </a:rPr>
              <a:t>-9</a:t>
            </a:r>
            <a:r>
              <a:rPr lang="zh-CN" altLang="en-US" sz="2000" b="1" dirty="0">
                <a:solidFill>
                  <a:srgbClr val="000000"/>
                </a:solidFill>
              </a:rPr>
              <a:t>秒</a:t>
            </a:r>
            <a:endParaRPr lang="en-US" altLang="zh-CN" sz="2000" b="1" dirty="0">
              <a:solidFill>
                <a:srgbClr val="000000"/>
              </a:solidFill>
            </a:endParaRPr>
          </a:p>
          <a:p>
            <a:pPr eaLnBrk="1" hangingPunct="1">
              <a:lnSpc>
                <a:spcPct val="130000"/>
              </a:lnSpc>
              <a:defRPr/>
            </a:pPr>
            <a:r>
              <a:rPr lang="en-US" altLang="zh-CN" sz="2000" b="1" dirty="0">
                <a:solidFill>
                  <a:srgbClr val="000000"/>
                </a:solidFill>
              </a:rPr>
              <a:t>};</a:t>
            </a:r>
          </a:p>
        </p:txBody>
      </p:sp>
      <p:sp>
        <p:nvSpPr>
          <p:cNvPr id="6" name="TextBox 2"/>
          <p:cNvSpPr txBox="1">
            <a:spLocks noChangeArrowheads="1"/>
          </p:cNvSpPr>
          <p:nvPr/>
        </p:nvSpPr>
        <p:spPr bwMode="auto">
          <a:xfrm>
            <a:off x="468313" y="4424363"/>
            <a:ext cx="8280400" cy="1292225"/>
          </a:xfrm>
          <a:prstGeom prst="rect">
            <a:avLst/>
          </a:prstGeom>
          <a:ln/>
        </p:spPr>
        <p:style>
          <a:lnRef idx="1">
            <a:schemeClr val="accent3"/>
          </a:lnRef>
          <a:fillRef idx="2">
            <a:schemeClr val="accent3"/>
          </a:fillRef>
          <a:effectRef idx="1">
            <a:schemeClr val="accent3"/>
          </a:effectRef>
          <a:fontRef idx="minor">
            <a:schemeClr val="dk1"/>
          </a:fontRef>
        </p:style>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lnSpc>
                <a:spcPct val="130000"/>
              </a:lnSpc>
              <a:defRPr/>
            </a:pPr>
            <a:r>
              <a:rPr lang="en-US" altLang="zh-CN" sz="2000" b="1" dirty="0">
                <a:solidFill>
                  <a:srgbClr val="000000"/>
                </a:solidFill>
              </a:rPr>
              <a:t>2</a:t>
            </a:r>
            <a:r>
              <a:rPr lang="zh-CN" altLang="en-US" sz="2000" b="1" dirty="0">
                <a:solidFill>
                  <a:srgbClr val="000000"/>
                </a:solidFill>
              </a:rPr>
              <a:t>）函数</a:t>
            </a:r>
            <a:r>
              <a:rPr lang="en-US" altLang="zh-CN" sz="2000" b="1" dirty="0" err="1">
                <a:solidFill>
                  <a:srgbClr val="000000"/>
                </a:solidFill>
              </a:rPr>
              <a:t>pselect</a:t>
            </a:r>
            <a:r>
              <a:rPr lang="zh-CN" altLang="en-US" sz="2000" b="1" dirty="0">
                <a:solidFill>
                  <a:srgbClr val="000000"/>
                </a:solidFill>
              </a:rPr>
              <a:t>增加了第六个参数：指向信号掩码的指针。</a:t>
            </a:r>
            <a:r>
              <a:rPr lang="zh-CN" altLang="en-US" sz="2000" b="1" dirty="0">
                <a:solidFill>
                  <a:srgbClr val="FF0000"/>
                </a:solidFill>
              </a:rPr>
              <a:t>这允许程序禁止递交某些信号</a:t>
            </a:r>
            <a:r>
              <a:rPr lang="zh-CN" altLang="en-US" sz="2000" b="1" dirty="0">
                <a:solidFill>
                  <a:srgbClr val="000000"/>
                </a:solidFill>
              </a:rPr>
              <a:t>，测试由这些当前禁止的信号的信号处理程序所设置的全局变量，然后调用</a:t>
            </a:r>
            <a:r>
              <a:rPr lang="en-US" altLang="zh-CN" sz="2000" b="1" dirty="0" err="1">
                <a:solidFill>
                  <a:srgbClr val="000000"/>
                </a:solidFill>
              </a:rPr>
              <a:t>pselect</a:t>
            </a:r>
            <a:r>
              <a:rPr lang="zh-CN" altLang="en-US" sz="2000" b="1" dirty="0">
                <a:solidFill>
                  <a:srgbClr val="000000"/>
                </a:solidFill>
              </a:rPr>
              <a:t>，告诉它临时重置信号掩码。 </a:t>
            </a:r>
            <a:endParaRPr lang="en-US" altLang="zh-CN" sz="2000" b="1" dirty="0">
              <a:solidFill>
                <a:srgbClr val="00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p:txBody>
          <a:bodyPr/>
          <a:lstStyle/>
          <a:p>
            <a:pPr eaLnBrk="1" hangingPunct="1"/>
            <a:r>
              <a:rPr lang="zh-CN" altLang="en-US"/>
              <a:t>八、</a:t>
            </a:r>
            <a:r>
              <a:rPr lang="en-US" altLang="zh-CN"/>
              <a:t> poll</a:t>
            </a:r>
            <a:r>
              <a:rPr lang="zh-CN" altLang="en-US"/>
              <a:t>函数 </a:t>
            </a:r>
            <a:endParaRPr lang="zh-CN" altLang="en-US" sz="2600"/>
          </a:p>
        </p:txBody>
      </p:sp>
      <p:sp>
        <p:nvSpPr>
          <p:cNvPr id="5" name="TextBox 2"/>
          <p:cNvSpPr txBox="1">
            <a:spLocks noChangeArrowheads="1"/>
          </p:cNvSpPr>
          <p:nvPr/>
        </p:nvSpPr>
        <p:spPr bwMode="auto">
          <a:xfrm>
            <a:off x="468313" y="1341438"/>
            <a:ext cx="8280400" cy="1292225"/>
          </a:xfrm>
          <a:prstGeom prst="rect">
            <a:avLst/>
          </a:prstGeom>
          <a:ln/>
        </p:spPr>
        <p:style>
          <a:lnRef idx="1">
            <a:schemeClr val="accent3"/>
          </a:lnRef>
          <a:fillRef idx="2">
            <a:schemeClr val="accent3"/>
          </a:fillRef>
          <a:effectRef idx="1">
            <a:schemeClr val="accent3"/>
          </a:effectRef>
          <a:fontRef idx="minor">
            <a:schemeClr val="dk1"/>
          </a:fontRef>
        </p:style>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lnSpc>
                <a:spcPct val="130000"/>
              </a:lnSpc>
              <a:defRPr/>
            </a:pPr>
            <a:r>
              <a:rPr lang="en-US" altLang="zh-CN" sz="2000" b="1" dirty="0">
                <a:solidFill>
                  <a:srgbClr val="000000"/>
                </a:solidFill>
              </a:rPr>
              <a:t>#include &lt;</a:t>
            </a:r>
            <a:r>
              <a:rPr lang="en-US" altLang="zh-CN" sz="2000" b="1" dirty="0" err="1">
                <a:solidFill>
                  <a:srgbClr val="000000"/>
                </a:solidFill>
              </a:rPr>
              <a:t>poll.h</a:t>
            </a:r>
            <a:r>
              <a:rPr lang="en-US" altLang="zh-CN" sz="2000" b="1" dirty="0">
                <a:solidFill>
                  <a:srgbClr val="000000"/>
                </a:solidFill>
              </a:rPr>
              <a:t>&gt;</a:t>
            </a:r>
          </a:p>
          <a:p>
            <a:pPr eaLnBrk="1" hangingPunct="1">
              <a:lnSpc>
                <a:spcPct val="130000"/>
              </a:lnSpc>
              <a:defRPr/>
            </a:pPr>
            <a:r>
              <a:rPr lang="en-US" altLang="zh-CN" sz="2000" b="1" dirty="0" err="1">
                <a:solidFill>
                  <a:srgbClr val="000000"/>
                </a:solidFill>
              </a:rPr>
              <a:t>int</a:t>
            </a:r>
            <a:r>
              <a:rPr lang="en-US" altLang="zh-CN" sz="2000" b="1" dirty="0">
                <a:solidFill>
                  <a:srgbClr val="000000"/>
                </a:solidFill>
              </a:rPr>
              <a:t> poll(</a:t>
            </a:r>
            <a:r>
              <a:rPr lang="en-US" altLang="zh-CN" sz="2000" b="1" dirty="0" err="1">
                <a:solidFill>
                  <a:srgbClr val="000000"/>
                </a:solidFill>
              </a:rPr>
              <a:t>struct</a:t>
            </a:r>
            <a:r>
              <a:rPr lang="en-US" altLang="zh-CN" sz="2000" b="1" dirty="0">
                <a:solidFill>
                  <a:srgbClr val="000000"/>
                </a:solidFill>
              </a:rPr>
              <a:t> </a:t>
            </a:r>
            <a:r>
              <a:rPr lang="en-US" altLang="zh-CN" sz="2000" b="1" dirty="0" err="1">
                <a:solidFill>
                  <a:srgbClr val="000000"/>
                </a:solidFill>
              </a:rPr>
              <a:t>pollfd</a:t>
            </a:r>
            <a:r>
              <a:rPr lang="en-US" altLang="zh-CN" sz="2000" b="1" dirty="0">
                <a:solidFill>
                  <a:srgbClr val="000000"/>
                </a:solidFill>
              </a:rPr>
              <a:t> * </a:t>
            </a:r>
            <a:r>
              <a:rPr lang="en-US" altLang="zh-CN" sz="2000" b="1" dirty="0" err="1">
                <a:solidFill>
                  <a:srgbClr val="000000"/>
                </a:solidFill>
              </a:rPr>
              <a:t>fdarray</a:t>
            </a:r>
            <a:r>
              <a:rPr lang="en-US" altLang="zh-CN" sz="2000" b="1" dirty="0">
                <a:solidFill>
                  <a:srgbClr val="000000"/>
                </a:solidFill>
              </a:rPr>
              <a:t>, unsigned long </a:t>
            </a:r>
            <a:r>
              <a:rPr lang="en-US" altLang="zh-CN" sz="2000" b="1" dirty="0" err="1">
                <a:solidFill>
                  <a:srgbClr val="000000"/>
                </a:solidFill>
              </a:rPr>
              <a:t>nfds</a:t>
            </a:r>
            <a:r>
              <a:rPr lang="en-US" altLang="zh-CN" sz="2000" b="1" dirty="0">
                <a:solidFill>
                  <a:srgbClr val="000000"/>
                </a:solidFill>
              </a:rPr>
              <a:t>, </a:t>
            </a:r>
            <a:r>
              <a:rPr lang="en-US" altLang="zh-CN" sz="2000" b="1" dirty="0" err="1">
                <a:solidFill>
                  <a:srgbClr val="000000"/>
                </a:solidFill>
              </a:rPr>
              <a:t>int</a:t>
            </a:r>
            <a:r>
              <a:rPr lang="en-US" altLang="zh-CN" sz="2000" b="1" dirty="0">
                <a:solidFill>
                  <a:srgbClr val="000000"/>
                </a:solidFill>
              </a:rPr>
              <a:t> timeout);</a:t>
            </a:r>
          </a:p>
          <a:p>
            <a:pPr algn="r" eaLnBrk="1" hangingPunct="1">
              <a:lnSpc>
                <a:spcPct val="130000"/>
              </a:lnSpc>
              <a:defRPr/>
            </a:pPr>
            <a:r>
              <a:rPr lang="zh-CN" altLang="en-US" sz="2000" b="1" dirty="0">
                <a:solidFill>
                  <a:srgbClr val="000000"/>
                </a:solidFill>
              </a:rPr>
              <a:t>返回：准备好描述字的个数，</a:t>
            </a:r>
            <a:r>
              <a:rPr lang="en-US" altLang="zh-CN" sz="2000" b="1" dirty="0">
                <a:solidFill>
                  <a:srgbClr val="000000"/>
                </a:solidFill>
              </a:rPr>
              <a:t>0——</a:t>
            </a:r>
            <a:r>
              <a:rPr lang="zh-CN" altLang="en-US" sz="2000" b="1" dirty="0">
                <a:solidFill>
                  <a:srgbClr val="000000"/>
                </a:solidFill>
              </a:rPr>
              <a:t>超时，</a:t>
            </a:r>
            <a:r>
              <a:rPr lang="en-US" altLang="zh-CN" sz="2000" b="1" dirty="0">
                <a:solidFill>
                  <a:srgbClr val="000000"/>
                </a:solidFill>
              </a:rPr>
              <a:t>-1——</a:t>
            </a:r>
            <a:r>
              <a:rPr lang="zh-CN" altLang="en-US" sz="2000" b="1" dirty="0">
                <a:solidFill>
                  <a:srgbClr val="000000"/>
                </a:solidFill>
              </a:rPr>
              <a:t>出错 </a:t>
            </a:r>
          </a:p>
        </p:txBody>
      </p:sp>
      <p:sp>
        <p:nvSpPr>
          <p:cNvPr id="6" name="TextBox 2"/>
          <p:cNvSpPr txBox="1">
            <a:spLocks noChangeArrowheads="1"/>
          </p:cNvSpPr>
          <p:nvPr/>
        </p:nvSpPr>
        <p:spPr bwMode="auto">
          <a:xfrm>
            <a:off x="468313" y="2852738"/>
            <a:ext cx="8280400" cy="2493962"/>
          </a:xfrm>
          <a:prstGeom prst="rect">
            <a:avLst/>
          </a:prstGeom>
          <a:ln/>
        </p:spPr>
        <p:style>
          <a:lnRef idx="1">
            <a:schemeClr val="accent3"/>
          </a:lnRef>
          <a:fillRef idx="2">
            <a:schemeClr val="accent3"/>
          </a:fillRef>
          <a:effectRef idx="1">
            <a:schemeClr val="accent3"/>
          </a:effectRef>
          <a:fontRef idx="minor">
            <a:schemeClr val="dk1"/>
          </a:fontRef>
        </p:style>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lnSpc>
                <a:spcPct val="130000"/>
              </a:lnSpc>
              <a:defRPr/>
            </a:pPr>
            <a:r>
              <a:rPr lang="en-US" altLang="zh-CN" sz="2000" b="1" dirty="0" err="1">
                <a:solidFill>
                  <a:srgbClr val="000000"/>
                </a:solidFill>
              </a:rPr>
              <a:t>struct</a:t>
            </a:r>
            <a:r>
              <a:rPr lang="en-US" altLang="zh-CN" sz="2000" b="1" dirty="0">
                <a:solidFill>
                  <a:srgbClr val="000000"/>
                </a:solidFill>
              </a:rPr>
              <a:t> </a:t>
            </a:r>
            <a:r>
              <a:rPr lang="en-US" altLang="zh-CN" sz="2000" b="1" dirty="0" err="1">
                <a:solidFill>
                  <a:srgbClr val="000000"/>
                </a:solidFill>
              </a:rPr>
              <a:t>pollfd</a:t>
            </a:r>
            <a:endParaRPr lang="en-US" altLang="zh-CN" sz="2000" b="1" dirty="0">
              <a:solidFill>
                <a:srgbClr val="000000"/>
              </a:solidFill>
            </a:endParaRPr>
          </a:p>
          <a:p>
            <a:pPr eaLnBrk="1" hangingPunct="1">
              <a:lnSpc>
                <a:spcPct val="130000"/>
              </a:lnSpc>
              <a:defRPr/>
            </a:pPr>
            <a:r>
              <a:rPr lang="en-US" altLang="zh-CN" sz="2000" b="1" dirty="0">
                <a:solidFill>
                  <a:srgbClr val="000000"/>
                </a:solidFill>
              </a:rPr>
              <a:t>{</a:t>
            </a:r>
          </a:p>
          <a:p>
            <a:pPr eaLnBrk="1" hangingPunct="1">
              <a:lnSpc>
                <a:spcPct val="130000"/>
              </a:lnSpc>
              <a:defRPr/>
            </a:pPr>
            <a:r>
              <a:rPr lang="en-US" altLang="zh-CN" sz="2000" b="1" dirty="0">
                <a:solidFill>
                  <a:srgbClr val="000000"/>
                </a:solidFill>
              </a:rPr>
              <a:t>	int </a:t>
            </a:r>
            <a:r>
              <a:rPr lang="en-US" altLang="zh-CN" sz="2000" b="1" dirty="0" err="1">
                <a:solidFill>
                  <a:srgbClr val="000000"/>
                </a:solidFill>
              </a:rPr>
              <a:t>fd</a:t>
            </a:r>
            <a:r>
              <a:rPr lang="en-US" altLang="zh-CN" sz="2000" b="1" dirty="0">
                <a:solidFill>
                  <a:srgbClr val="000000"/>
                </a:solidFill>
              </a:rPr>
              <a:t>; //</a:t>
            </a:r>
            <a:r>
              <a:rPr lang="zh-CN" altLang="en-US" sz="2000" b="1" dirty="0">
                <a:solidFill>
                  <a:srgbClr val="000000"/>
                </a:solidFill>
              </a:rPr>
              <a:t>描述字</a:t>
            </a:r>
            <a:endParaRPr lang="en-US" altLang="zh-CN" sz="2000" b="1" dirty="0">
              <a:solidFill>
                <a:srgbClr val="000000"/>
              </a:solidFill>
            </a:endParaRPr>
          </a:p>
          <a:p>
            <a:pPr eaLnBrk="1" hangingPunct="1">
              <a:lnSpc>
                <a:spcPct val="130000"/>
              </a:lnSpc>
              <a:defRPr/>
            </a:pPr>
            <a:r>
              <a:rPr lang="en-US" altLang="zh-CN" sz="2000" b="1" dirty="0">
                <a:solidFill>
                  <a:srgbClr val="000000"/>
                </a:solidFill>
              </a:rPr>
              <a:t>	short  events; //</a:t>
            </a:r>
            <a:r>
              <a:rPr lang="zh-CN" altLang="en-US" sz="2000" b="1" dirty="0">
                <a:solidFill>
                  <a:srgbClr val="000000"/>
                </a:solidFill>
              </a:rPr>
              <a:t>注册的事件</a:t>
            </a:r>
            <a:endParaRPr lang="en-US" altLang="zh-CN" sz="2000" b="1" dirty="0">
              <a:solidFill>
                <a:srgbClr val="000000"/>
              </a:solidFill>
            </a:endParaRPr>
          </a:p>
          <a:p>
            <a:pPr eaLnBrk="1" hangingPunct="1">
              <a:lnSpc>
                <a:spcPct val="130000"/>
              </a:lnSpc>
              <a:defRPr/>
            </a:pPr>
            <a:r>
              <a:rPr lang="en-US" altLang="zh-CN" sz="2000" b="1" dirty="0">
                <a:solidFill>
                  <a:srgbClr val="000000"/>
                </a:solidFill>
              </a:rPr>
              <a:t>	short  </a:t>
            </a:r>
            <a:r>
              <a:rPr lang="en-US" altLang="zh-CN" sz="2000" b="1" dirty="0" err="1">
                <a:solidFill>
                  <a:srgbClr val="FF0000"/>
                </a:solidFill>
              </a:rPr>
              <a:t>r</a:t>
            </a:r>
            <a:r>
              <a:rPr lang="en-US" altLang="zh-CN" sz="2000" b="1" dirty="0" err="1">
                <a:solidFill>
                  <a:srgbClr val="000000"/>
                </a:solidFill>
              </a:rPr>
              <a:t>events</a:t>
            </a:r>
            <a:r>
              <a:rPr lang="en-US" altLang="zh-CN" sz="2000" b="1" dirty="0">
                <a:solidFill>
                  <a:srgbClr val="000000"/>
                </a:solidFill>
              </a:rPr>
              <a:t>; //</a:t>
            </a:r>
            <a:r>
              <a:rPr lang="zh-CN" altLang="en-US" sz="2000" b="1" dirty="0">
                <a:solidFill>
                  <a:srgbClr val="000000"/>
                </a:solidFill>
              </a:rPr>
              <a:t>实际发生的事件，由内核填充</a:t>
            </a:r>
            <a:endParaRPr lang="en-US" altLang="zh-CN" sz="2000" b="1" dirty="0">
              <a:solidFill>
                <a:srgbClr val="000000"/>
              </a:solidFill>
            </a:endParaRPr>
          </a:p>
          <a:p>
            <a:pPr eaLnBrk="1" hangingPunct="1">
              <a:lnSpc>
                <a:spcPct val="130000"/>
              </a:lnSpc>
              <a:defRPr/>
            </a:pPr>
            <a:r>
              <a:rPr lang="en-US" altLang="zh-CN" sz="2000" b="1" dirty="0">
                <a:solidFill>
                  <a:srgbClr val="000000"/>
                </a:solidFill>
              </a:rPr>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lstStyle/>
          <a:p>
            <a:pPr eaLnBrk="1" hangingPunct="1"/>
            <a:r>
              <a:rPr lang="zh-CN" altLang="en-US"/>
              <a:t>八、</a:t>
            </a:r>
            <a:r>
              <a:rPr lang="en-US" altLang="zh-CN"/>
              <a:t> poll</a:t>
            </a:r>
            <a:r>
              <a:rPr lang="zh-CN" altLang="en-US"/>
              <a:t>函数 </a:t>
            </a:r>
            <a:endParaRPr lang="zh-CN" altLang="en-US" sz="2600"/>
          </a:p>
        </p:txBody>
      </p:sp>
      <p:sp>
        <p:nvSpPr>
          <p:cNvPr id="5" name="TextBox 2"/>
          <p:cNvSpPr txBox="1">
            <a:spLocks noChangeArrowheads="1"/>
          </p:cNvSpPr>
          <p:nvPr/>
        </p:nvSpPr>
        <p:spPr bwMode="auto">
          <a:xfrm>
            <a:off x="468313" y="1341438"/>
            <a:ext cx="8280400" cy="1692275"/>
          </a:xfrm>
          <a:prstGeom prst="rect">
            <a:avLst/>
          </a:prstGeom>
          <a:ln/>
        </p:spPr>
        <p:style>
          <a:lnRef idx="1">
            <a:schemeClr val="accent3"/>
          </a:lnRef>
          <a:fillRef idx="2">
            <a:schemeClr val="accent3"/>
          </a:fillRef>
          <a:effectRef idx="1">
            <a:schemeClr val="accent3"/>
          </a:effectRef>
          <a:fontRef idx="minor">
            <a:schemeClr val="dk1"/>
          </a:fontRef>
        </p:style>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lnSpc>
                <a:spcPct val="130000"/>
              </a:lnSpc>
              <a:defRPr/>
            </a:pPr>
            <a:r>
              <a:rPr lang="en-US" altLang="zh-CN" sz="2000" b="1" dirty="0">
                <a:solidFill>
                  <a:srgbClr val="000000"/>
                </a:solidFill>
              </a:rPr>
              <a:t>events</a:t>
            </a:r>
            <a:r>
              <a:rPr lang="zh-CN" altLang="en-US" sz="2000" b="1" dirty="0">
                <a:solidFill>
                  <a:srgbClr val="000000"/>
                </a:solidFill>
                <a:sym typeface="Wingdings" panose="05000000000000000000" pitchFamily="2" charset="2"/>
              </a:rPr>
              <a:t>：（按位或）</a:t>
            </a:r>
            <a:endParaRPr lang="en-US" altLang="zh-CN" sz="2000" b="1" dirty="0">
              <a:solidFill>
                <a:srgbClr val="000000"/>
              </a:solidFill>
            </a:endParaRPr>
          </a:p>
          <a:p>
            <a:pPr eaLnBrk="1" hangingPunct="1">
              <a:lnSpc>
                <a:spcPct val="130000"/>
              </a:lnSpc>
              <a:defRPr/>
            </a:pPr>
            <a:r>
              <a:rPr lang="en-US" altLang="zh-CN" sz="2000" b="1" dirty="0">
                <a:solidFill>
                  <a:srgbClr val="000000"/>
                </a:solidFill>
              </a:rPr>
              <a:t>POLLRDNORM</a:t>
            </a:r>
            <a:r>
              <a:rPr lang="zh-CN" altLang="en-US" sz="2000" b="1" dirty="0">
                <a:solidFill>
                  <a:srgbClr val="000000"/>
                </a:solidFill>
              </a:rPr>
              <a:t>（普通数据可读）</a:t>
            </a:r>
            <a:endParaRPr lang="en-US" altLang="zh-CN" sz="2000" b="1" dirty="0">
              <a:solidFill>
                <a:srgbClr val="000000"/>
              </a:solidFill>
            </a:endParaRPr>
          </a:p>
          <a:p>
            <a:pPr eaLnBrk="1" hangingPunct="1">
              <a:lnSpc>
                <a:spcPct val="130000"/>
              </a:lnSpc>
              <a:defRPr/>
            </a:pPr>
            <a:r>
              <a:rPr lang="en-US" altLang="zh-CN" sz="2000" b="1" dirty="0">
                <a:solidFill>
                  <a:srgbClr val="000000"/>
                </a:solidFill>
              </a:rPr>
              <a:t>POLLWRNORM</a:t>
            </a:r>
            <a:r>
              <a:rPr lang="zh-CN" altLang="en-US" sz="2000" b="1" dirty="0">
                <a:solidFill>
                  <a:srgbClr val="000000"/>
                </a:solidFill>
              </a:rPr>
              <a:t>（普通数据可写）</a:t>
            </a:r>
            <a:endParaRPr lang="en-US" altLang="zh-CN" sz="2000" b="1" dirty="0">
              <a:solidFill>
                <a:srgbClr val="000000"/>
              </a:solidFill>
            </a:endParaRPr>
          </a:p>
          <a:p>
            <a:pPr eaLnBrk="1" hangingPunct="1">
              <a:lnSpc>
                <a:spcPct val="130000"/>
              </a:lnSpc>
              <a:defRPr/>
            </a:pPr>
            <a:r>
              <a:rPr lang="en-US" altLang="zh-CN" sz="2000" b="1" dirty="0">
                <a:solidFill>
                  <a:srgbClr val="000000"/>
                </a:solidFill>
              </a:rPr>
              <a:t>…</a:t>
            </a:r>
            <a:endParaRPr lang="zh-CN" altLang="en-US" sz="2000" b="1" dirty="0">
              <a:solidFill>
                <a:srgbClr val="000000"/>
              </a:solidFill>
            </a:endParaRPr>
          </a:p>
        </p:txBody>
      </p:sp>
      <p:sp>
        <p:nvSpPr>
          <p:cNvPr id="6" name="TextBox 2"/>
          <p:cNvSpPr txBox="1">
            <a:spLocks noChangeArrowheads="1"/>
          </p:cNvSpPr>
          <p:nvPr/>
        </p:nvSpPr>
        <p:spPr bwMode="auto">
          <a:xfrm>
            <a:off x="468313" y="3281363"/>
            <a:ext cx="8280400" cy="1693862"/>
          </a:xfrm>
          <a:prstGeom prst="rect">
            <a:avLst/>
          </a:prstGeom>
          <a:ln/>
        </p:spPr>
        <p:style>
          <a:lnRef idx="1">
            <a:schemeClr val="accent3"/>
          </a:lnRef>
          <a:fillRef idx="2">
            <a:schemeClr val="accent3"/>
          </a:fillRef>
          <a:effectRef idx="1">
            <a:schemeClr val="accent3"/>
          </a:effectRef>
          <a:fontRef idx="minor">
            <a:schemeClr val="dk1"/>
          </a:fontRef>
        </p:style>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lnSpc>
                <a:spcPct val="130000"/>
              </a:lnSpc>
              <a:defRPr/>
            </a:pPr>
            <a:r>
              <a:rPr lang="en-US" altLang="zh-CN" sz="2000" b="1" dirty="0" err="1">
                <a:solidFill>
                  <a:srgbClr val="000000"/>
                </a:solidFill>
              </a:rPr>
              <a:t>revents</a:t>
            </a:r>
            <a:r>
              <a:rPr lang="en-US" altLang="zh-CN" sz="2000" b="1" dirty="0">
                <a:solidFill>
                  <a:srgbClr val="000000"/>
                </a:solidFill>
              </a:rPr>
              <a:t>:</a:t>
            </a:r>
          </a:p>
          <a:p>
            <a:pPr eaLnBrk="1" hangingPunct="1">
              <a:lnSpc>
                <a:spcPct val="130000"/>
              </a:lnSpc>
              <a:defRPr/>
            </a:pPr>
            <a:r>
              <a:rPr lang="en-US" altLang="zh-CN" sz="2000" b="1" dirty="0">
                <a:solidFill>
                  <a:srgbClr val="000000"/>
                </a:solidFill>
              </a:rPr>
              <a:t>POLLERR</a:t>
            </a:r>
            <a:r>
              <a:rPr lang="zh-CN" altLang="en-US" sz="2000" b="1" dirty="0">
                <a:solidFill>
                  <a:srgbClr val="000000"/>
                </a:solidFill>
              </a:rPr>
              <a:t>（发生错误）</a:t>
            </a:r>
            <a:endParaRPr lang="en-US" altLang="zh-CN" sz="2000" b="1" dirty="0">
              <a:solidFill>
                <a:srgbClr val="000000"/>
              </a:solidFill>
            </a:endParaRPr>
          </a:p>
          <a:p>
            <a:pPr eaLnBrk="1" hangingPunct="1">
              <a:lnSpc>
                <a:spcPct val="130000"/>
              </a:lnSpc>
              <a:defRPr/>
            </a:pPr>
            <a:r>
              <a:rPr lang="en-US" altLang="zh-CN" sz="2000" b="1" dirty="0">
                <a:solidFill>
                  <a:srgbClr val="000000"/>
                </a:solidFill>
              </a:rPr>
              <a:t>POLLHUP</a:t>
            </a:r>
            <a:r>
              <a:rPr lang="zh-CN" altLang="en-US" sz="2000" b="1" dirty="0">
                <a:solidFill>
                  <a:srgbClr val="000000"/>
                </a:solidFill>
              </a:rPr>
              <a:t>（发生挂起）</a:t>
            </a:r>
            <a:endParaRPr lang="en-US" altLang="zh-CN" sz="2000" b="1" dirty="0">
              <a:solidFill>
                <a:srgbClr val="000000"/>
              </a:solidFill>
            </a:endParaRPr>
          </a:p>
          <a:p>
            <a:pPr eaLnBrk="1" hangingPunct="1">
              <a:lnSpc>
                <a:spcPct val="130000"/>
              </a:lnSpc>
              <a:defRPr/>
            </a:pPr>
            <a:r>
              <a:rPr lang="en-US" altLang="zh-CN" sz="2000" b="1" dirty="0">
                <a:solidFill>
                  <a:srgbClr val="000000"/>
                </a:solidFill>
              </a:rPr>
              <a:t>POLLNVAL</a:t>
            </a:r>
            <a:r>
              <a:rPr lang="zh-CN" altLang="en-US" sz="2000" b="1" dirty="0">
                <a:solidFill>
                  <a:srgbClr val="000000"/>
                </a:solidFill>
              </a:rPr>
              <a:t>（描述字不是一个打开的文件）</a:t>
            </a:r>
            <a:endParaRPr lang="en-US" altLang="zh-CN" sz="2000" b="1" dirty="0">
              <a:solidFill>
                <a:srgbClr val="000000"/>
              </a:solidFill>
            </a:endParaRPr>
          </a:p>
        </p:txBody>
      </p:sp>
      <p:sp>
        <p:nvSpPr>
          <p:cNvPr id="7" name="TextBox 2"/>
          <p:cNvSpPr txBox="1">
            <a:spLocks noChangeArrowheads="1"/>
          </p:cNvSpPr>
          <p:nvPr/>
        </p:nvSpPr>
        <p:spPr bwMode="auto">
          <a:xfrm>
            <a:off x="468313" y="5192713"/>
            <a:ext cx="8280400" cy="450850"/>
          </a:xfrm>
          <a:prstGeom prst="rect">
            <a:avLst/>
          </a:prstGeom>
          <a:ln/>
        </p:spPr>
        <p:style>
          <a:lnRef idx="1">
            <a:schemeClr val="accent3"/>
          </a:lnRef>
          <a:fillRef idx="2">
            <a:schemeClr val="accent3"/>
          </a:fillRef>
          <a:effectRef idx="1">
            <a:schemeClr val="accent3"/>
          </a:effectRef>
          <a:fontRef idx="minor">
            <a:schemeClr val="dk1"/>
          </a:fontRef>
        </p:style>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lnSpc>
                <a:spcPct val="130000"/>
              </a:lnSpc>
              <a:defRPr/>
            </a:pPr>
            <a:r>
              <a:rPr lang="en-US" altLang="zh-CN" sz="2000" b="1" dirty="0" err="1">
                <a:solidFill>
                  <a:srgbClr val="000000"/>
                </a:solidFill>
              </a:rPr>
              <a:t>nfds</a:t>
            </a:r>
            <a:r>
              <a:rPr lang="zh-CN" altLang="en-US" sz="2000" b="1" dirty="0">
                <a:solidFill>
                  <a:srgbClr val="000000"/>
                </a:solidFill>
              </a:rPr>
              <a:t>：结构数组中元素的个数</a:t>
            </a:r>
            <a:r>
              <a:rPr lang="zh-CN" altLang="en-US" sz="2000" b="1" dirty="0">
                <a:solidFill>
                  <a:srgbClr val="FF0000"/>
                </a:solidFill>
              </a:rPr>
              <a:t>（注册的描述字的个数）</a:t>
            </a:r>
            <a:endParaRPr lang="en-US" altLang="zh-CN" sz="2000" b="1" dirty="0">
              <a:solidFill>
                <a:srgbClr val="FF0000"/>
              </a:solidFill>
            </a:endParaRPr>
          </a:p>
        </p:txBody>
      </p:sp>
      <mc:AlternateContent xmlns:mc="http://schemas.openxmlformats.org/markup-compatibility/2006" xmlns:p14="http://schemas.microsoft.com/office/powerpoint/2010/main">
        <mc:Choice Requires="p14">
          <p:contentPart p14:bwMode="auto" r:id="rId2">
            <p14:nvContentPartPr>
              <p14:cNvPr id="2" name="墨迹 1"/>
              <p14:cNvContentPartPr/>
              <p14:nvPr/>
            </p14:nvContentPartPr>
            <p14:xfrm>
              <a:off x="3871080" y="1958400"/>
              <a:ext cx="3254040" cy="2667240"/>
            </p14:xfrm>
          </p:contentPart>
        </mc:Choice>
        <mc:Fallback xmlns="">
          <p:pic>
            <p:nvPicPr>
              <p:cNvPr id="2" name="墨迹 1"/>
              <p:cNvPicPr/>
              <p:nvPr/>
            </p:nvPicPr>
            <p:blipFill>
              <a:blip r:embed="rId3"/>
              <a:stretch>
                <a:fillRect/>
              </a:stretch>
            </p:blipFill>
            <p:spPr>
              <a:xfrm>
                <a:off x="3861720" y="1949040"/>
                <a:ext cx="3272760" cy="2685960"/>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p:txBody>
          <a:bodyPr/>
          <a:lstStyle/>
          <a:p>
            <a:pPr eaLnBrk="1" hangingPunct="1"/>
            <a:r>
              <a:rPr lang="zh-CN" altLang="en-US"/>
              <a:t>八、</a:t>
            </a:r>
            <a:r>
              <a:rPr lang="en-US" altLang="zh-CN"/>
              <a:t> poll</a:t>
            </a:r>
            <a:r>
              <a:rPr lang="zh-CN" altLang="en-US"/>
              <a:t>函数 </a:t>
            </a:r>
            <a:endParaRPr lang="zh-CN" altLang="en-US" sz="2600"/>
          </a:p>
        </p:txBody>
      </p:sp>
      <p:sp>
        <p:nvSpPr>
          <p:cNvPr id="5" name="TextBox 2"/>
          <p:cNvSpPr txBox="1">
            <a:spLocks noChangeArrowheads="1"/>
          </p:cNvSpPr>
          <p:nvPr/>
        </p:nvSpPr>
        <p:spPr bwMode="auto">
          <a:xfrm>
            <a:off x="468313" y="1341438"/>
            <a:ext cx="8280400" cy="1692275"/>
          </a:xfrm>
          <a:prstGeom prst="rect">
            <a:avLst/>
          </a:prstGeom>
          <a:ln/>
        </p:spPr>
        <p:style>
          <a:lnRef idx="1">
            <a:schemeClr val="accent3"/>
          </a:lnRef>
          <a:fillRef idx="2">
            <a:schemeClr val="accent3"/>
          </a:fillRef>
          <a:effectRef idx="1">
            <a:schemeClr val="accent3"/>
          </a:effectRef>
          <a:fontRef idx="minor">
            <a:schemeClr val="dk1"/>
          </a:fontRef>
        </p:style>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lnSpc>
                <a:spcPct val="130000"/>
              </a:lnSpc>
              <a:defRPr/>
            </a:pPr>
            <a:r>
              <a:rPr lang="en-US" altLang="zh-CN" sz="2000" b="1" dirty="0">
                <a:solidFill>
                  <a:srgbClr val="000000"/>
                </a:solidFill>
              </a:rPr>
              <a:t>timeout</a:t>
            </a:r>
            <a:r>
              <a:rPr lang="zh-CN" altLang="en-US" sz="2000" b="1" dirty="0">
                <a:solidFill>
                  <a:srgbClr val="000000"/>
                </a:solidFill>
              </a:rPr>
              <a:t>：</a:t>
            </a:r>
            <a:endParaRPr lang="en-US" altLang="zh-CN" sz="2000" b="1" dirty="0">
              <a:solidFill>
                <a:srgbClr val="000000"/>
              </a:solidFill>
            </a:endParaRPr>
          </a:p>
          <a:p>
            <a:pPr eaLnBrk="1" hangingPunct="1">
              <a:lnSpc>
                <a:spcPct val="130000"/>
              </a:lnSpc>
              <a:defRPr/>
            </a:pPr>
            <a:r>
              <a:rPr lang="en-US" altLang="zh-CN" sz="2000" b="1" dirty="0">
                <a:solidFill>
                  <a:srgbClr val="000000"/>
                </a:solidFill>
              </a:rPr>
              <a:t>INFTIM</a:t>
            </a:r>
            <a:r>
              <a:rPr lang="zh-CN" altLang="en-US" sz="2000" b="1" dirty="0">
                <a:solidFill>
                  <a:srgbClr val="000000"/>
                </a:solidFill>
              </a:rPr>
              <a:t>（永远等待）</a:t>
            </a:r>
            <a:endParaRPr lang="en-US" altLang="zh-CN" sz="2000" b="1" dirty="0">
              <a:solidFill>
                <a:srgbClr val="000000"/>
              </a:solidFill>
            </a:endParaRPr>
          </a:p>
          <a:p>
            <a:pPr eaLnBrk="1" hangingPunct="1">
              <a:lnSpc>
                <a:spcPct val="130000"/>
              </a:lnSpc>
              <a:defRPr/>
            </a:pPr>
            <a:r>
              <a:rPr lang="en-US" altLang="zh-CN" sz="2000" b="1" dirty="0">
                <a:solidFill>
                  <a:srgbClr val="000000"/>
                </a:solidFill>
              </a:rPr>
              <a:t>0</a:t>
            </a:r>
            <a:r>
              <a:rPr lang="zh-CN" altLang="en-US" sz="2000" b="1" dirty="0">
                <a:solidFill>
                  <a:srgbClr val="000000"/>
                </a:solidFill>
              </a:rPr>
              <a:t>（立即返回，不阻塞）</a:t>
            </a:r>
            <a:endParaRPr lang="en-US" altLang="zh-CN" sz="2000" b="1" dirty="0">
              <a:solidFill>
                <a:srgbClr val="000000"/>
              </a:solidFill>
            </a:endParaRPr>
          </a:p>
          <a:p>
            <a:pPr eaLnBrk="1" hangingPunct="1">
              <a:lnSpc>
                <a:spcPct val="130000"/>
              </a:lnSpc>
              <a:defRPr/>
            </a:pPr>
            <a:r>
              <a:rPr lang="en-US" altLang="zh-CN" sz="2000" b="1" dirty="0">
                <a:solidFill>
                  <a:srgbClr val="000000"/>
                </a:solidFill>
              </a:rPr>
              <a:t>&gt;0</a:t>
            </a:r>
            <a:r>
              <a:rPr lang="zh-CN" altLang="en-US" sz="2000" b="1" dirty="0">
                <a:solidFill>
                  <a:srgbClr val="000000"/>
                </a:solidFill>
              </a:rPr>
              <a:t>（等待指定数目的毫秒数）</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p:txBody>
          <a:bodyPr/>
          <a:lstStyle/>
          <a:p>
            <a:pPr eaLnBrk="1" hangingPunct="1"/>
            <a:r>
              <a:rPr lang="en-US" altLang="zh-CN" dirty="0"/>
              <a:t>poll</a:t>
            </a:r>
            <a:r>
              <a:rPr lang="zh-CN" altLang="en-US" dirty="0"/>
              <a:t>与</a:t>
            </a:r>
            <a:r>
              <a:rPr lang="en-US" altLang="zh-CN" dirty="0"/>
              <a:t>select</a:t>
            </a:r>
            <a:r>
              <a:rPr lang="zh-CN" altLang="en-US" dirty="0"/>
              <a:t>函数的比较 </a:t>
            </a:r>
            <a:endParaRPr lang="zh-CN" altLang="en-US" sz="2600" dirty="0"/>
          </a:p>
        </p:txBody>
      </p:sp>
      <p:sp>
        <p:nvSpPr>
          <p:cNvPr id="4" name="TextBox 2"/>
          <p:cNvSpPr txBox="1">
            <a:spLocks noChangeArrowheads="1"/>
          </p:cNvSpPr>
          <p:nvPr/>
        </p:nvSpPr>
        <p:spPr bwMode="auto">
          <a:xfrm>
            <a:off x="468313" y="1416695"/>
            <a:ext cx="8280400" cy="1292225"/>
          </a:xfrm>
          <a:prstGeom prst="rect">
            <a:avLst/>
          </a:prstGeom>
          <a:ln/>
        </p:spPr>
        <p:style>
          <a:lnRef idx="1">
            <a:schemeClr val="accent3"/>
          </a:lnRef>
          <a:fillRef idx="2">
            <a:schemeClr val="accent3"/>
          </a:fillRef>
          <a:effectRef idx="1">
            <a:schemeClr val="accent3"/>
          </a:effectRef>
          <a:fontRef idx="minor">
            <a:schemeClr val="dk1"/>
          </a:fontRef>
        </p:style>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lnSpc>
                <a:spcPct val="130000"/>
              </a:lnSpc>
              <a:defRPr/>
            </a:pPr>
            <a:r>
              <a:rPr lang="en-US" altLang="zh-CN" sz="2000" b="1" dirty="0">
                <a:solidFill>
                  <a:srgbClr val="000000"/>
                </a:solidFill>
              </a:rPr>
              <a:t>#include &lt;</a:t>
            </a:r>
            <a:r>
              <a:rPr lang="en-US" altLang="zh-CN" sz="2000" b="1" dirty="0" err="1">
                <a:solidFill>
                  <a:srgbClr val="000000"/>
                </a:solidFill>
              </a:rPr>
              <a:t>poll.h</a:t>
            </a:r>
            <a:r>
              <a:rPr lang="en-US" altLang="zh-CN" sz="2000" b="1" dirty="0">
                <a:solidFill>
                  <a:srgbClr val="000000"/>
                </a:solidFill>
              </a:rPr>
              <a:t>&gt;</a:t>
            </a:r>
          </a:p>
          <a:p>
            <a:pPr eaLnBrk="1" hangingPunct="1">
              <a:lnSpc>
                <a:spcPct val="130000"/>
              </a:lnSpc>
              <a:defRPr/>
            </a:pPr>
            <a:r>
              <a:rPr lang="en-US" altLang="zh-CN" sz="2000" b="1" dirty="0" err="1">
                <a:solidFill>
                  <a:srgbClr val="000000"/>
                </a:solidFill>
              </a:rPr>
              <a:t>int</a:t>
            </a:r>
            <a:r>
              <a:rPr lang="en-US" altLang="zh-CN" sz="2000" b="1" dirty="0">
                <a:solidFill>
                  <a:srgbClr val="000000"/>
                </a:solidFill>
              </a:rPr>
              <a:t> poll(</a:t>
            </a:r>
            <a:r>
              <a:rPr lang="en-US" altLang="zh-CN" sz="2000" b="1" dirty="0" err="1">
                <a:solidFill>
                  <a:srgbClr val="000000"/>
                </a:solidFill>
              </a:rPr>
              <a:t>struct</a:t>
            </a:r>
            <a:r>
              <a:rPr lang="en-US" altLang="zh-CN" sz="2000" b="1" dirty="0">
                <a:solidFill>
                  <a:srgbClr val="000000"/>
                </a:solidFill>
              </a:rPr>
              <a:t> </a:t>
            </a:r>
            <a:r>
              <a:rPr lang="en-US" altLang="zh-CN" sz="2000" b="1" dirty="0" err="1">
                <a:solidFill>
                  <a:srgbClr val="000000"/>
                </a:solidFill>
              </a:rPr>
              <a:t>pollfd</a:t>
            </a:r>
            <a:r>
              <a:rPr lang="en-US" altLang="zh-CN" sz="2000" b="1" dirty="0">
                <a:solidFill>
                  <a:srgbClr val="000000"/>
                </a:solidFill>
              </a:rPr>
              <a:t> * </a:t>
            </a:r>
            <a:r>
              <a:rPr lang="en-US" altLang="zh-CN" sz="2000" b="1" dirty="0" err="1">
                <a:solidFill>
                  <a:srgbClr val="000000"/>
                </a:solidFill>
              </a:rPr>
              <a:t>fdarray</a:t>
            </a:r>
            <a:r>
              <a:rPr lang="en-US" altLang="zh-CN" sz="2000" b="1" dirty="0">
                <a:solidFill>
                  <a:srgbClr val="000000"/>
                </a:solidFill>
              </a:rPr>
              <a:t>, unsigned long </a:t>
            </a:r>
            <a:r>
              <a:rPr lang="en-US" altLang="zh-CN" sz="2000" b="1" dirty="0" err="1">
                <a:solidFill>
                  <a:srgbClr val="000000"/>
                </a:solidFill>
              </a:rPr>
              <a:t>nfds</a:t>
            </a:r>
            <a:r>
              <a:rPr lang="en-US" altLang="zh-CN" sz="2000" b="1" dirty="0">
                <a:solidFill>
                  <a:srgbClr val="000000"/>
                </a:solidFill>
              </a:rPr>
              <a:t>, </a:t>
            </a:r>
            <a:r>
              <a:rPr lang="en-US" altLang="zh-CN" sz="2000" b="1" dirty="0" err="1">
                <a:solidFill>
                  <a:srgbClr val="000000"/>
                </a:solidFill>
              </a:rPr>
              <a:t>int</a:t>
            </a:r>
            <a:r>
              <a:rPr lang="en-US" altLang="zh-CN" sz="2000" b="1" dirty="0">
                <a:solidFill>
                  <a:srgbClr val="000000"/>
                </a:solidFill>
              </a:rPr>
              <a:t> timeout);</a:t>
            </a:r>
          </a:p>
          <a:p>
            <a:pPr algn="r" eaLnBrk="1" hangingPunct="1">
              <a:lnSpc>
                <a:spcPct val="130000"/>
              </a:lnSpc>
              <a:defRPr/>
            </a:pPr>
            <a:r>
              <a:rPr lang="zh-CN" altLang="en-US" sz="2000" b="1" dirty="0">
                <a:solidFill>
                  <a:srgbClr val="000000"/>
                </a:solidFill>
              </a:rPr>
              <a:t>返回：准备好描述字的个数，</a:t>
            </a:r>
            <a:r>
              <a:rPr lang="en-US" altLang="zh-CN" sz="2000" b="1" dirty="0">
                <a:solidFill>
                  <a:srgbClr val="000000"/>
                </a:solidFill>
              </a:rPr>
              <a:t>0——</a:t>
            </a:r>
            <a:r>
              <a:rPr lang="zh-CN" altLang="en-US" sz="2000" b="1" dirty="0">
                <a:solidFill>
                  <a:srgbClr val="000000"/>
                </a:solidFill>
              </a:rPr>
              <a:t>超时，</a:t>
            </a:r>
            <a:r>
              <a:rPr lang="en-US" altLang="zh-CN" sz="2000" b="1" dirty="0">
                <a:solidFill>
                  <a:srgbClr val="000000"/>
                </a:solidFill>
              </a:rPr>
              <a:t>-1——</a:t>
            </a:r>
            <a:r>
              <a:rPr lang="zh-CN" altLang="en-US" sz="2000" b="1" dirty="0">
                <a:solidFill>
                  <a:srgbClr val="000000"/>
                </a:solidFill>
              </a:rPr>
              <a:t>出错 </a:t>
            </a:r>
          </a:p>
        </p:txBody>
      </p:sp>
      <p:sp>
        <p:nvSpPr>
          <p:cNvPr id="6" name="TextBox 2"/>
          <p:cNvSpPr txBox="1">
            <a:spLocks noChangeArrowheads="1"/>
          </p:cNvSpPr>
          <p:nvPr/>
        </p:nvSpPr>
        <p:spPr bwMode="auto">
          <a:xfrm>
            <a:off x="457200" y="2992859"/>
            <a:ext cx="8291513" cy="2092325"/>
          </a:xfrm>
          <a:prstGeom prst="rect">
            <a:avLst/>
          </a:prstGeom>
          <a:ln/>
        </p:spPr>
        <p:style>
          <a:lnRef idx="1">
            <a:schemeClr val="accent3"/>
          </a:lnRef>
          <a:fillRef idx="2">
            <a:schemeClr val="accent3"/>
          </a:fillRef>
          <a:effectRef idx="1">
            <a:schemeClr val="accent3"/>
          </a:effectRef>
          <a:fontRef idx="minor">
            <a:schemeClr val="dk1"/>
          </a:fontRef>
        </p:style>
        <p:txBody>
          <a:bodyPr wrap="squar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lnSpc>
                <a:spcPct val="130000"/>
              </a:lnSpc>
              <a:defRPr/>
            </a:pPr>
            <a:r>
              <a:rPr lang="en-US" altLang="zh-CN" sz="2000" b="1" dirty="0">
                <a:solidFill>
                  <a:srgbClr val="000000"/>
                </a:solidFill>
              </a:rPr>
              <a:t>#include &lt;sys/</a:t>
            </a:r>
            <a:r>
              <a:rPr lang="en-US" altLang="zh-CN" sz="2000" b="1" dirty="0" err="1">
                <a:solidFill>
                  <a:srgbClr val="000000"/>
                </a:solidFill>
              </a:rPr>
              <a:t>select.h</a:t>
            </a:r>
            <a:r>
              <a:rPr lang="en-US" altLang="zh-CN" sz="2000" b="1" dirty="0">
                <a:solidFill>
                  <a:srgbClr val="000000"/>
                </a:solidFill>
              </a:rPr>
              <a:t>&gt;</a:t>
            </a:r>
          </a:p>
          <a:p>
            <a:pPr eaLnBrk="1" hangingPunct="1">
              <a:lnSpc>
                <a:spcPct val="130000"/>
              </a:lnSpc>
              <a:defRPr/>
            </a:pPr>
            <a:r>
              <a:rPr lang="en-US" altLang="zh-CN" sz="2000" b="1" dirty="0">
                <a:solidFill>
                  <a:srgbClr val="000000"/>
                </a:solidFill>
              </a:rPr>
              <a:t>#include &lt;sys/</a:t>
            </a:r>
            <a:r>
              <a:rPr lang="en-US" altLang="zh-CN" sz="2000" b="1" dirty="0" err="1">
                <a:solidFill>
                  <a:srgbClr val="000000"/>
                </a:solidFill>
              </a:rPr>
              <a:t>time.h</a:t>
            </a:r>
            <a:r>
              <a:rPr lang="en-US" altLang="zh-CN" sz="2000" b="1" dirty="0">
                <a:solidFill>
                  <a:srgbClr val="000000"/>
                </a:solidFill>
              </a:rPr>
              <a:t>&gt;</a:t>
            </a:r>
          </a:p>
          <a:p>
            <a:pPr eaLnBrk="1" hangingPunct="1">
              <a:lnSpc>
                <a:spcPct val="130000"/>
              </a:lnSpc>
              <a:defRPr/>
            </a:pPr>
            <a:r>
              <a:rPr lang="en-US" altLang="zh-CN" sz="2000" b="1" dirty="0" err="1">
                <a:solidFill>
                  <a:srgbClr val="000000"/>
                </a:solidFill>
              </a:rPr>
              <a:t>int</a:t>
            </a:r>
            <a:r>
              <a:rPr lang="en-US" altLang="zh-CN" sz="2000" b="1" dirty="0">
                <a:solidFill>
                  <a:srgbClr val="000000"/>
                </a:solidFill>
              </a:rPr>
              <a:t> select(</a:t>
            </a:r>
            <a:r>
              <a:rPr lang="en-US" altLang="zh-CN" sz="2000" b="1" dirty="0" err="1">
                <a:solidFill>
                  <a:srgbClr val="000000"/>
                </a:solidFill>
              </a:rPr>
              <a:t>int</a:t>
            </a:r>
            <a:r>
              <a:rPr lang="en-US" altLang="zh-CN" sz="2000" b="1" dirty="0">
                <a:solidFill>
                  <a:srgbClr val="000000"/>
                </a:solidFill>
              </a:rPr>
              <a:t> maxfdp1,fd_set * </a:t>
            </a:r>
            <a:r>
              <a:rPr lang="en-US" altLang="zh-CN" sz="2000" b="1" dirty="0" err="1">
                <a:solidFill>
                  <a:srgbClr val="000000"/>
                </a:solidFill>
              </a:rPr>
              <a:t>readset,fd_set</a:t>
            </a:r>
            <a:r>
              <a:rPr lang="en-US" altLang="zh-CN" sz="2000" b="1" dirty="0">
                <a:solidFill>
                  <a:srgbClr val="000000"/>
                </a:solidFill>
              </a:rPr>
              <a:t> * </a:t>
            </a:r>
            <a:r>
              <a:rPr lang="en-US" altLang="zh-CN" sz="2000" b="1" dirty="0" err="1">
                <a:solidFill>
                  <a:srgbClr val="000000"/>
                </a:solidFill>
              </a:rPr>
              <a:t>writeset,fd_set</a:t>
            </a:r>
            <a:r>
              <a:rPr lang="en-US" altLang="zh-CN" sz="2000" b="1" dirty="0">
                <a:solidFill>
                  <a:srgbClr val="000000"/>
                </a:solidFill>
              </a:rPr>
              <a:t> * </a:t>
            </a:r>
            <a:r>
              <a:rPr lang="en-US" altLang="zh-CN" sz="2000" b="1" dirty="0" err="1">
                <a:solidFill>
                  <a:srgbClr val="000000"/>
                </a:solidFill>
              </a:rPr>
              <a:t>exceptset,const</a:t>
            </a:r>
            <a:r>
              <a:rPr lang="en-US" altLang="zh-CN" sz="2000" b="1" dirty="0">
                <a:solidFill>
                  <a:srgbClr val="000000"/>
                </a:solidFill>
              </a:rPr>
              <a:t> </a:t>
            </a:r>
            <a:r>
              <a:rPr lang="en-US" altLang="zh-CN" sz="2000" b="1" dirty="0" err="1">
                <a:solidFill>
                  <a:srgbClr val="000000"/>
                </a:solidFill>
              </a:rPr>
              <a:t>struct</a:t>
            </a:r>
            <a:r>
              <a:rPr lang="en-US" altLang="zh-CN" sz="2000" b="1" dirty="0">
                <a:solidFill>
                  <a:srgbClr val="000000"/>
                </a:solidFill>
              </a:rPr>
              <a:t> </a:t>
            </a:r>
            <a:r>
              <a:rPr lang="en-US" altLang="zh-CN" sz="2000" b="1" dirty="0" err="1">
                <a:solidFill>
                  <a:srgbClr val="000000"/>
                </a:solidFill>
              </a:rPr>
              <a:t>timeval</a:t>
            </a:r>
            <a:r>
              <a:rPr lang="en-US" altLang="zh-CN" sz="2000" b="1" dirty="0">
                <a:solidFill>
                  <a:srgbClr val="000000"/>
                </a:solidFill>
              </a:rPr>
              <a:t> * timeout);</a:t>
            </a:r>
          </a:p>
          <a:p>
            <a:pPr algn="r" eaLnBrk="1" hangingPunct="1">
              <a:lnSpc>
                <a:spcPct val="130000"/>
              </a:lnSpc>
              <a:defRPr/>
            </a:pPr>
            <a:r>
              <a:rPr lang="zh-CN" altLang="en-US" sz="2000" b="1" dirty="0">
                <a:solidFill>
                  <a:srgbClr val="000000"/>
                </a:solidFill>
              </a:rPr>
              <a:t>返回：准备好描述字的</a:t>
            </a:r>
            <a:r>
              <a:rPr lang="zh-CN" altLang="en-US" sz="2000" b="1">
                <a:solidFill>
                  <a:srgbClr val="000000"/>
                </a:solidFill>
              </a:rPr>
              <a:t>总数目，</a:t>
            </a:r>
            <a:r>
              <a:rPr lang="en-US" altLang="zh-CN" sz="2000" b="1">
                <a:solidFill>
                  <a:srgbClr val="000000"/>
                </a:solidFill>
              </a:rPr>
              <a:t>0</a:t>
            </a:r>
            <a:r>
              <a:rPr lang="en-US" altLang="zh-CN" sz="2000" b="1" dirty="0">
                <a:solidFill>
                  <a:srgbClr val="000000"/>
                </a:solidFill>
              </a:rPr>
              <a:t>——</a:t>
            </a:r>
            <a:r>
              <a:rPr lang="zh-CN" altLang="en-US" sz="2000" b="1" dirty="0">
                <a:solidFill>
                  <a:srgbClr val="000000"/>
                </a:solidFill>
              </a:rPr>
              <a:t>超时，</a:t>
            </a:r>
            <a:r>
              <a:rPr lang="en-US" altLang="zh-CN" sz="2000" b="1" dirty="0">
                <a:solidFill>
                  <a:srgbClr val="000000"/>
                </a:solidFill>
              </a:rPr>
              <a:t>-1——</a:t>
            </a:r>
            <a:r>
              <a:rPr lang="zh-CN" altLang="en-US" sz="2000" b="1" dirty="0">
                <a:solidFill>
                  <a:srgbClr val="000000"/>
                </a:solidFill>
              </a:rPr>
              <a:t>出错</a:t>
            </a:r>
            <a:endParaRPr lang="en-US" altLang="zh-CN" sz="2000" b="1" dirty="0">
              <a:solidFill>
                <a:srgbClr val="000000"/>
              </a:solidFill>
            </a:endParaRPr>
          </a:p>
        </p:txBody>
      </p:sp>
    </p:spTree>
    <p:extLst>
      <p:ext uri="{BB962C8B-B14F-4D97-AF65-F5344CB8AC3E}">
        <p14:creationId xmlns:p14="http://schemas.microsoft.com/office/powerpoint/2010/main" val="289763338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pPr eaLnBrk="1" hangingPunct="1"/>
            <a:r>
              <a:rPr lang="zh-CN" altLang="en-US" dirty="0"/>
              <a:t>九、</a:t>
            </a:r>
            <a:r>
              <a:rPr lang="en-US" altLang="zh-CN" dirty="0" err="1"/>
              <a:t>epoll</a:t>
            </a:r>
            <a:r>
              <a:rPr lang="zh-CN" altLang="en-US" dirty="0"/>
              <a:t>函数</a:t>
            </a:r>
          </a:p>
        </p:txBody>
      </p:sp>
      <p:sp>
        <p:nvSpPr>
          <p:cNvPr id="5" name="TextBox 2"/>
          <p:cNvSpPr txBox="1">
            <a:spLocks noChangeArrowheads="1"/>
          </p:cNvSpPr>
          <p:nvPr/>
        </p:nvSpPr>
        <p:spPr bwMode="auto">
          <a:xfrm>
            <a:off x="611188" y="1341438"/>
            <a:ext cx="7921625" cy="2851486"/>
          </a:xfrm>
          <a:prstGeom prst="rect">
            <a:avLst/>
          </a:prstGeom>
          <a:ln/>
        </p:spPr>
        <p:style>
          <a:lnRef idx="1">
            <a:schemeClr val="accent3"/>
          </a:lnRef>
          <a:fillRef idx="2">
            <a:schemeClr val="accent3"/>
          </a:fillRef>
          <a:effectRef idx="1">
            <a:schemeClr val="accent3"/>
          </a:effectRef>
          <a:fontRef idx="minor">
            <a:schemeClr val="dk1"/>
          </a:fontRef>
        </p:style>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lnSpc>
                <a:spcPct val="130000"/>
              </a:lnSpc>
              <a:defRPr/>
            </a:pPr>
            <a:r>
              <a:rPr lang="en-US" altLang="zh-CN" sz="2000" b="1" dirty="0" err="1">
                <a:solidFill>
                  <a:srgbClr val="000000"/>
                </a:solidFill>
              </a:rPr>
              <a:t>epoll</a:t>
            </a:r>
            <a:r>
              <a:rPr lang="zh-CN" altLang="en-US" sz="2000" b="1" dirty="0">
                <a:solidFill>
                  <a:srgbClr val="000000"/>
                </a:solidFill>
              </a:rPr>
              <a:t>是</a:t>
            </a:r>
            <a:r>
              <a:rPr lang="en-US" altLang="zh-CN" sz="2000" b="1" dirty="0">
                <a:solidFill>
                  <a:srgbClr val="000000"/>
                </a:solidFill>
              </a:rPr>
              <a:t>Linux</a:t>
            </a:r>
            <a:r>
              <a:rPr lang="zh-CN" altLang="en-US" sz="2000" b="1" dirty="0">
                <a:solidFill>
                  <a:srgbClr val="000000"/>
                </a:solidFill>
              </a:rPr>
              <a:t>特有的</a:t>
            </a:r>
            <a:r>
              <a:rPr lang="en-US" altLang="zh-CN" sz="2000" b="1" dirty="0">
                <a:solidFill>
                  <a:srgbClr val="000000"/>
                </a:solidFill>
              </a:rPr>
              <a:t>I/O</a:t>
            </a:r>
            <a:r>
              <a:rPr lang="zh-CN" altLang="en-US" sz="2000" b="1" dirty="0">
                <a:solidFill>
                  <a:srgbClr val="000000"/>
                </a:solidFill>
              </a:rPr>
              <a:t>多路复用机制，它在实现和使用上与</a:t>
            </a:r>
            <a:r>
              <a:rPr lang="en-US" altLang="zh-CN" sz="2000" b="1" dirty="0">
                <a:solidFill>
                  <a:srgbClr val="000000"/>
                </a:solidFill>
              </a:rPr>
              <a:t>select</a:t>
            </a:r>
            <a:r>
              <a:rPr lang="zh-CN" altLang="en-US" sz="2000" b="1" dirty="0">
                <a:solidFill>
                  <a:srgbClr val="000000"/>
                </a:solidFill>
              </a:rPr>
              <a:t>、</a:t>
            </a:r>
            <a:r>
              <a:rPr lang="en-US" altLang="zh-CN" sz="2000" b="1" dirty="0">
                <a:solidFill>
                  <a:srgbClr val="000000"/>
                </a:solidFill>
              </a:rPr>
              <a:t>poll</a:t>
            </a:r>
            <a:r>
              <a:rPr lang="zh-CN" altLang="en-US" sz="2000" b="1" dirty="0">
                <a:solidFill>
                  <a:srgbClr val="000000"/>
                </a:solidFill>
              </a:rPr>
              <a:t>有很大差异：</a:t>
            </a:r>
          </a:p>
          <a:p>
            <a:pPr eaLnBrk="1" hangingPunct="1">
              <a:lnSpc>
                <a:spcPct val="130000"/>
              </a:lnSpc>
              <a:defRPr/>
            </a:pPr>
            <a:r>
              <a:rPr lang="en-US" altLang="zh-CN" sz="2000" b="1" dirty="0">
                <a:solidFill>
                  <a:srgbClr val="000000"/>
                </a:solidFill>
              </a:rPr>
              <a:t>1.</a:t>
            </a:r>
            <a:r>
              <a:rPr lang="zh-CN" altLang="en-US" sz="2000" b="1" dirty="0">
                <a:solidFill>
                  <a:srgbClr val="000000"/>
                </a:solidFill>
              </a:rPr>
              <a:t> </a:t>
            </a:r>
            <a:r>
              <a:rPr lang="en-US" altLang="zh-CN" sz="2000" b="1" dirty="0" err="1">
                <a:solidFill>
                  <a:srgbClr val="000000"/>
                </a:solidFill>
              </a:rPr>
              <a:t>epoll</a:t>
            </a:r>
            <a:r>
              <a:rPr lang="zh-CN" altLang="en-US" sz="2000" b="1" dirty="0">
                <a:solidFill>
                  <a:srgbClr val="000000"/>
                </a:solidFill>
              </a:rPr>
              <a:t>使用一组函数完成任务，而不是单个函数；</a:t>
            </a:r>
          </a:p>
          <a:p>
            <a:pPr eaLnBrk="1" hangingPunct="1">
              <a:lnSpc>
                <a:spcPct val="130000"/>
              </a:lnSpc>
              <a:defRPr/>
            </a:pPr>
            <a:r>
              <a:rPr lang="en-US" altLang="zh-CN" sz="2000" b="1" dirty="0">
                <a:solidFill>
                  <a:srgbClr val="000000"/>
                </a:solidFill>
              </a:rPr>
              <a:t>2.</a:t>
            </a:r>
            <a:r>
              <a:rPr lang="zh-CN" altLang="en-US" sz="2000" b="1" dirty="0">
                <a:solidFill>
                  <a:srgbClr val="000000"/>
                </a:solidFill>
              </a:rPr>
              <a:t> </a:t>
            </a:r>
            <a:r>
              <a:rPr lang="en-US" altLang="zh-CN" sz="2000" b="1" dirty="0" err="1">
                <a:solidFill>
                  <a:srgbClr val="000000"/>
                </a:solidFill>
              </a:rPr>
              <a:t>epoll</a:t>
            </a:r>
            <a:r>
              <a:rPr lang="zh-CN" altLang="en-US" sz="2000" b="1" dirty="0">
                <a:solidFill>
                  <a:srgbClr val="000000"/>
                </a:solidFill>
              </a:rPr>
              <a:t>把用户关心的文件描述符及事件放在内核里的一个事件表中，从而无须像</a:t>
            </a:r>
            <a:r>
              <a:rPr lang="en-US" altLang="zh-CN" sz="2000" b="1" dirty="0">
                <a:solidFill>
                  <a:srgbClr val="000000"/>
                </a:solidFill>
              </a:rPr>
              <a:t>select</a:t>
            </a:r>
            <a:r>
              <a:rPr lang="zh-CN" altLang="en-US" sz="2000" b="1" dirty="0">
                <a:solidFill>
                  <a:srgbClr val="000000"/>
                </a:solidFill>
              </a:rPr>
              <a:t>和</a:t>
            </a:r>
            <a:r>
              <a:rPr lang="en-US" altLang="zh-CN" sz="2000" b="1" dirty="0">
                <a:solidFill>
                  <a:srgbClr val="000000"/>
                </a:solidFill>
              </a:rPr>
              <a:t>poll</a:t>
            </a:r>
            <a:r>
              <a:rPr lang="zh-CN" altLang="en-US" sz="2000" b="1" dirty="0">
                <a:solidFill>
                  <a:srgbClr val="000000"/>
                </a:solidFill>
              </a:rPr>
              <a:t>那样每次调用都要重复传入文件描述符集或事件集；</a:t>
            </a:r>
            <a:endParaRPr lang="en-US" altLang="zh-CN" sz="2000" b="1" dirty="0">
              <a:solidFill>
                <a:srgbClr val="000000"/>
              </a:solidFill>
            </a:endParaRPr>
          </a:p>
          <a:p>
            <a:pPr eaLnBrk="1" hangingPunct="1">
              <a:lnSpc>
                <a:spcPct val="130000"/>
              </a:lnSpc>
              <a:defRPr/>
            </a:pPr>
            <a:r>
              <a:rPr lang="en-US" altLang="zh-CN" sz="2000" b="1" dirty="0">
                <a:solidFill>
                  <a:srgbClr val="000000"/>
                </a:solidFill>
              </a:rPr>
              <a:t>3. </a:t>
            </a:r>
            <a:r>
              <a:rPr lang="en-US" altLang="zh-CN" sz="2000" b="1" dirty="0" err="1">
                <a:solidFill>
                  <a:srgbClr val="000000"/>
                </a:solidFill>
              </a:rPr>
              <a:t>epoll</a:t>
            </a:r>
            <a:r>
              <a:rPr lang="zh-CN" altLang="en-US" sz="2000" b="1" dirty="0">
                <a:solidFill>
                  <a:srgbClr val="000000"/>
                </a:solidFill>
              </a:rPr>
              <a:t>采用事件驱动机制，只返回已就绪的文件描述符。</a:t>
            </a:r>
          </a:p>
        </p:txBody>
      </p:sp>
    </p:spTree>
    <p:extLst>
      <p:ext uri="{BB962C8B-B14F-4D97-AF65-F5344CB8AC3E}">
        <p14:creationId xmlns:p14="http://schemas.microsoft.com/office/powerpoint/2010/main" val="400618404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pPr eaLnBrk="1" hangingPunct="1"/>
            <a:r>
              <a:rPr lang="zh-CN" altLang="en-US" dirty="0"/>
              <a:t>九、</a:t>
            </a:r>
            <a:r>
              <a:rPr lang="en-US" altLang="zh-CN" dirty="0" err="1"/>
              <a:t>epoll</a:t>
            </a:r>
            <a:r>
              <a:rPr lang="zh-CN" altLang="en-US" dirty="0"/>
              <a:t>函数</a:t>
            </a:r>
          </a:p>
        </p:txBody>
      </p:sp>
      <p:sp>
        <p:nvSpPr>
          <p:cNvPr id="6" name="TextBox 2"/>
          <p:cNvSpPr txBox="1">
            <a:spLocks noChangeArrowheads="1"/>
          </p:cNvSpPr>
          <p:nvPr/>
        </p:nvSpPr>
        <p:spPr bwMode="auto">
          <a:xfrm>
            <a:off x="611188" y="1340768"/>
            <a:ext cx="7921625" cy="5249386"/>
          </a:xfrm>
          <a:prstGeom prst="rect">
            <a:avLst/>
          </a:prstGeom>
          <a:ln/>
        </p:spPr>
        <p:style>
          <a:lnRef idx="1">
            <a:schemeClr val="accent3"/>
          </a:lnRef>
          <a:fillRef idx="2">
            <a:schemeClr val="accent3"/>
          </a:fillRef>
          <a:effectRef idx="1">
            <a:schemeClr val="accent3"/>
          </a:effectRef>
          <a:fontRef idx="minor">
            <a:schemeClr val="dk1"/>
          </a:fontRef>
        </p:style>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lnSpc>
                <a:spcPct val="130000"/>
              </a:lnSpc>
              <a:defRPr/>
            </a:pPr>
            <a:r>
              <a:rPr lang="en-US" altLang="zh-CN" sz="2000" b="1" dirty="0">
                <a:solidFill>
                  <a:srgbClr val="000000"/>
                </a:solidFill>
              </a:rPr>
              <a:t>#include &lt;sys/</a:t>
            </a:r>
            <a:r>
              <a:rPr lang="en-US" altLang="zh-CN" sz="2000" b="1" dirty="0" err="1">
                <a:solidFill>
                  <a:srgbClr val="000000"/>
                </a:solidFill>
              </a:rPr>
              <a:t>epoll.h</a:t>
            </a:r>
            <a:r>
              <a:rPr lang="en-US" altLang="zh-CN" sz="2000" b="1" dirty="0">
                <a:solidFill>
                  <a:srgbClr val="000000"/>
                </a:solidFill>
              </a:rPr>
              <a:t>&gt;</a:t>
            </a:r>
          </a:p>
          <a:p>
            <a:pPr eaLnBrk="1" hangingPunct="1">
              <a:lnSpc>
                <a:spcPct val="130000"/>
              </a:lnSpc>
              <a:defRPr/>
            </a:pPr>
            <a:r>
              <a:rPr lang="en-US" altLang="zh-CN" sz="2000" b="1" dirty="0">
                <a:solidFill>
                  <a:srgbClr val="000000"/>
                </a:solidFill>
              </a:rPr>
              <a:t>int </a:t>
            </a:r>
            <a:r>
              <a:rPr lang="en-US" altLang="zh-CN" sz="2000" b="1" dirty="0" err="1">
                <a:solidFill>
                  <a:srgbClr val="000000"/>
                </a:solidFill>
              </a:rPr>
              <a:t>epoll_create</a:t>
            </a:r>
            <a:r>
              <a:rPr lang="en-US" altLang="zh-CN" sz="2000" b="1" dirty="0">
                <a:solidFill>
                  <a:srgbClr val="000000"/>
                </a:solidFill>
              </a:rPr>
              <a:t>(int size);</a:t>
            </a:r>
          </a:p>
          <a:p>
            <a:pPr eaLnBrk="1" hangingPunct="1">
              <a:lnSpc>
                <a:spcPct val="130000"/>
              </a:lnSpc>
              <a:defRPr/>
            </a:pPr>
            <a:r>
              <a:rPr lang="zh-CN" altLang="en-US" sz="2000" b="1" dirty="0">
                <a:solidFill>
                  <a:srgbClr val="000000"/>
                </a:solidFill>
              </a:rPr>
              <a:t>创建</a:t>
            </a:r>
            <a:r>
              <a:rPr lang="en-US" altLang="zh-CN" sz="2000" b="1" dirty="0" err="1">
                <a:solidFill>
                  <a:srgbClr val="000000"/>
                </a:solidFill>
              </a:rPr>
              <a:t>epoll</a:t>
            </a:r>
            <a:r>
              <a:rPr lang="zh-CN" altLang="en-US" sz="2000" b="1" dirty="0">
                <a:solidFill>
                  <a:srgbClr val="000000"/>
                </a:solidFill>
              </a:rPr>
              <a:t>实例。内核创建一个</a:t>
            </a:r>
            <a:r>
              <a:rPr lang="en-US" altLang="zh-CN" sz="2000" b="1" dirty="0" err="1">
                <a:solidFill>
                  <a:srgbClr val="000000"/>
                </a:solidFill>
              </a:rPr>
              <a:t>eventpoll</a:t>
            </a:r>
            <a:r>
              <a:rPr lang="zh-CN" altLang="en-US" sz="2000" b="1" dirty="0">
                <a:solidFill>
                  <a:srgbClr val="000000"/>
                </a:solidFill>
              </a:rPr>
              <a:t>结构体，该结构体包含两个关键的数据结构：</a:t>
            </a:r>
          </a:p>
          <a:p>
            <a:pPr eaLnBrk="1" hangingPunct="1">
              <a:lnSpc>
                <a:spcPct val="130000"/>
              </a:lnSpc>
              <a:defRPr/>
            </a:pPr>
            <a:r>
              <a:rPr lang="zh-CN" altLang="en-US" sz="2000" b="1" dirty="0">
                <a:solidFill>
                  <a:srgbClr val="FF0000"/>
                </a:solidFill>
              </a:rPr>
              <a:t>内核事件表</a:t>
            </a:r>
            <a:r>
              <a:rPr lang="zh-CN" altLang="en-US" sz="2000" b="1" dirty="0">
                <a:solidFill>
                  <a:srgbClr val="000000"/>
                </a:solidFill>
              </a:rPr>
              <a:t>，基于红黑树实现，用于存储所有通过</a:t>
            </a:r>
            <a:r>
              <a:rPr lang="en-US" altLang="zh-CN" sz="2000" b="1" dirty="0" err="1">
                <a:solidFill>
                  <a:srgbClr val="000000"/>
                </a:solidFill>
              </a:rPr>
              <a:t>epoll_ctl</a:t>
            </a:r>
            <a:r>
              <a:rPr lang="zh-CN" altLang="en-US" sz="2000" b="1" dirty="0">
                <a:solidFill>
                  <a:srgbClr val="000000"/>
                </a:solidFill>
              </a:rPr>
              <a:t>注册的文件描述符及其关注事件。</a:t>
            </a:r>
          </a:p>
          <a:p>
            <a:pPr eaLnBrk="1" hangingPunct="1">
              <a:lnSpc>
                <a:spcPct val="130000"/>
              </a:lnSpc>
              <a:defRPr/>
            </a:pPr>
            <a:r>
              <a:rPr lang="zh-CN" altLang="en-US" sz="2000" b="1" dirty="0">
                <a:solidFill>
                  <a:srgbClr val="FF0000"/>
                </a:solidFill>
              </a:rPr>
              <a:t>就绪事件链表</a:t>
            </a:r>
            <a:r>
              <a:rPr lang="zh-CN" altLang="en-US" sz="2000" b="1" dirty="0">
                <a:solidFill>
                  <a:srgbClr val="000000"/>
                </a:solidFill>
              </a:rPr>
              <a:t>，基于双向链表实现，用于存储已就绪的文件描述符及其注册信息（</a:t>
            </a:r>
            <a:r>
              <a:rPr lang="en-US" altLang="zh-CN" sz="2000" b="1" dirty="0" err="1">
                <a:solidFill>
                  <a:srgbClr val="000000"/>
                </a:solidFill>
              </a:rPr>
              <a:t>epitem</a:t>
            </a:r>
            <a:r>
              <a:rPr lang="zh-CN" altLang="en-US" sz="2000" b="1" dirty="0">
                <a:solidFill>
                  <a:srgbClr val="000000"/>
                </a:solidFill>
              </a:rPr>
              <a:t>结构体）。当文件描述符发生</a:t>
            </a:r>
            <a:r>
              <a:rPr lang="en-US" altLang="zh-CN" sz="2000" b="1" dirty="0">
                <a:solidFill>
                  <a:srgbClr val="000000"/>
                </a:solidFill>
              </a:rPr>
              <a:t>I/O</a:t>
            </a:r>
            <a:r>
              <a:rPr lang="zh-CN" altLang="en-US" sz="2000" b="1" dirty="0">
                <a:solidFill>
                  <a:srgbClr val="000000"/>
                </a:solidFill>
              </a:rPr>
              <a:t>事件时，内核通过回调机制将其加入就绪链表。</a:t>
            </a:r>
          </a:p>
          <a:p>
            <a:pPr eaLnBrk="1" hangingPunct="1">
              <a:lnSpc>
                <a:spcPct val="130000"/>
              </a:lnSpc>
              <a:defRPr/>
            </a:pPr>
            <a:endParaRPr lang="en-US" altLang="zh-CN" sz="2000" b="1" dirty="0">
              <a:solidFill>
                <a:srgbClr val="000000"/>
              </a:solidFill>
            </a:endParaRPr>
          </a:p>
          <a:p>
            <a:pPr eaLnBrk="1" hangingPunct="1">
              <a:lnSpc>
                <a:spcPct val="130000"/>
              </a:lnSpc>
              <a:defRPr/>
            </a:pPr>
            <a:r>
              <a:rPr lang="en-US" altLang="zh-CN" sz="2000" b="1" dirty="0">
                <a:solidFill>
                  <a:srgbClr val="000000"/>
                </a:solidFill>
              </a:rPr>
              <a:t>size </a:t>
            </a:r>
            <a:r>
              <a:rPr lang="zh-CN" altLang="en-US" sz="2000" b="1" dirty="0">
                <a:solidFill>
                  <a:srgbClr val="000000"/>
                </a:solidFill>
              </a:rPr>
              <a:t>参数在现代</a:t>
            </a:r>
            <a:r>
              <a:rPr lang="en-US" altLang="zh-CN" sz="2000" b="1" dirty="0">
                <a:solidFill>
                  <a:srgbClr val="000000"/>
                </a:solidFill>
              </a:rPr>
              <a:t>Linux</a:t>
            </a:r>
            <a:r>
              <a:rPr lang="zh-CN" altLang="en-US" sz="2000" b="1" dirty="0">
                <a:solidFill>
                  <a:srgbClr val="000000"/>
                </a:solidFill>
              </a:rPr>
              <a:t>中已被忽略，仅需大于</a:t>
            </a:r>
            <a:r>
              <a:rPr lang="en-US" altLang="zh-CN" sz="2000" b="1" dirty="0">
                <a:solidFill>
                  <a:srgbClr val="000000"/>
                </a:solidFill>
              </a:rPr>
              <a:t>0</a:t>
            </a:r>
            <a:r>
              <a:rPr lang="zh-CN" altLang="en-US" sz="2000" b="1" dirty="0">
                <a:solidFill>
                  <a:srgbClr val="000000"/>
                </a:solidFill>
              </a:rPr>
              <a:t>。</a:t>
            </a:r>
            <a:endParaRPr lang="en-US" altLang="zh-CN" sz="2000" b="1" dirty="0">
              <a:solidFill>
                <a:srgbClr val="000000"/>
              </a:solidFill>
            </a:endParaRPr>
          </a:p>
          <a:p>
            <a:pPr eaLnBrk="1" hangingPunct="1">
              <a:lnSpc>
                <a:spcPct val="130000"/>
              </a:lnSpc>
              <a:defRPr/>
            </a:pPr>
            <a:endParaRPr lang="zh-CN" altLang="en-US" sz="2000" b="1" dirty="0">
              <a:solidFill>
                <a:srgbClr val="000000"/>
              </a:solidFill>
            </a:endParaRPr>
          </a:p>
          <a:p>
            <a:pPr eaLnBrk="1" hangingPunct="1">
              <a:lnSpc>
                <a:spcPct val="130000"/>
              </a:lnSpc>
              <a:defRPr/>
            </a:pPr>
            <a:r>
              <a:rPr lang="zh-CN" altLang="en-US" sz="2000" b="1" dirty="0">
                <a:solidFill>
                  <a:srgbClr val="000000"/>
                </a:solidFill>
              </a:rPr>
              <a:t>返回一个非负整数，即</a:t>
            </a:r>
            <a:r>
              <a:rPr lang="en-US" altLang="zh-CN" sz="2000" b="1" dirty="0" err="1">
                <a:solidFill>
                  <a:srgbClr val="000000"/>
                </a:solidFill>
              </a:rPr>
              <a:t>epoll</a:t>
            </a:r>
            <a:r>
              <a:rPr lang="zh-CN" altLang="en-US" sz="2000" b="1" dirty="0">
                <a:solidFill>
                  <a:srgbClr val="000000"/>
                </a:solidFill>
              </a:rPr>
              <a:t>实例的文件描述符。</a:t>
            </a:r>
            <a:endParaRPr lang="en-US" altLang="zh-CN" sz="2000" b="1" dirty="0">
              <a:solidFill>
                <a:srgbClr val="000000"/>
              </a:solidFill>
            </a:endParaRPr>
          </a:p>
        </p:txBody>
      </p:sp>
    </p:spTree>
    <p:extLst>
      <p:ext uri="{BB962C8B-B14F-4D97-AF65-F5344CB8AC3E}">
        <p14:creationId xmlns:p14="http://schemas.microsoft.com/office/powerpoint/2010/main" val="44509040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pPr eaLnBrk="1" hangingPunct="1"/>
            <a:r>
              <a:rPr lang="zh-CN" altLang="en-US" dirty="0"/>
              <a:t>九、</a:t>
            </a:r>
            <a:r>
              <a:rPr lang="en-US" altLang="zh-CN" dirty="0" err="1"/>
              <a:t>epoll</a:t>
            </a:r>
            <a:r>
              <a:rPr lang="zh-CN" altLang="en-US" dirty="0"/>
              <a:t>函数</a:t>
            </a:r>
          </a:p>
        </p:txBody>
      </p:sp>
      <p:sp>
        <p:nvSpPr>
          <p:cNvPr id="6" name="TextBox 2"/>
          <p:cNvSpPr txBox="1">
            <a:spLocks noChangeArrowheads="1"/>
          </p:cNvSpPr>
          <p:nvPr/>
        </p:nvSpPr>
        <p:spPr bwMode="auto">
          <a:xfrm>
            <a:off x="611188" y="1340768"/>
            <a:ext cx="7921625" cy="5249386"/>
          </a:xfrm>
          <a:prstGeom prst="rect">
            <a:avLst/>
          </a:prstGeom>
          <a:ln/>
        </p:spPr>
        <p:style>
          <a:lnRef idx="1">
            <a:schemeClr val="accent3"/>
          </a:lnRef>
          <a:fillRef idx="2">
            <a:schemeClr val="accent3"/>
          </a:fillRef>
          <a:effectRef idx="1">
            <a:schemeClr val="accent3"/>
          </a:effectRef>
          <a:fontRef idx="minor">
            <a:schemeClr val="dk1"/>
          </a:fontRef>
        </p:style>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lnSpc>
                <a:spcPct val="130000"/>
              </a:lnSpc>
              <a:spcAft>
                <a:spcPts val="0"/>
              </a:spcAft>
              <a:defRPr/>
            </a:pPr>
            <a:r>
              <a:rPr lang="en-US" altLang="zh-CN" sz="2000" b="1" dirty="0">
                <a:solidFill>
                  <a:srgbClr val="000000"/>
                </a:solidFill>
              </a:rPr>
              <a:t>#include &lt;sys/</a:t>
            </a:r>
            <a:r>
              <a:rPr lang="en-US" altLang="zh-CN" sz="2000" b="1" dirty="0" err="1">
                <a:solidFill>
                  <a:srgbClr val="000000"/>
                </a:solidFill>
              </a:rPr>
              <a:t>epoll.h</a:t>
            </a:r>
            <a:r>
              <a:rPr lang="en-US" altLang="zh-CN" sz="2000" b="1" dirty="0">
                <a:solidFill>
                  <a:srgbClr val="000000"/>
                </a:solidFill>
              </a:rPr>
              <a:t>&gt;</a:t>
            </a:r>
          </a:p>
          <a:p>
            <a:pPr eaLnBrk="1" hangingPunct="1">
              <a:lnSpc>
                <a:spcPct val="130000"/>
              </a:lnSpc>
              <a:spcAft>
                <a:spcPts val="0"/>
              </a:spcAft>
              <a:defRPr/>
            </a:pPr>
            <a:r>
              <a:rPr lang="en-US" altLang="zh-CN" sz="2000" b="1" dirty="0">
                <a:solidFill>
                  <a:srgbClr val="000000"/>
                </a:solidFill>
              </a:rPr>
              <a:t>int </a:t>
            </a:r>
            <a:r>
              <a:rPr lang="en-US" altLang="zh-CN" sz="2000" b="1" dirty="0" err="1">
                <a:solidFill>
                  <a:srgbClr val="000000"/>
                </a:solidFill>
              </a:rPr>
              <a:t>epoll_ctl</a:t>
            </a:r>
            <a:r>
              <a:rPr lang="en-US" altLang="zh-CN" sz="2000" b="1" dirty="0">
                <a:solidFill>
                  <a:srgbClr val="000000"/>
                </a:solidFill>
              </a:rPr>
              <a:t>(int </a:t>
            </a:r>
            <a:r>
              <a:rPr lang="en-US" altLang="zh-CN" sz="2000" b="1" dirty="0" err="1">
                <a:solidFill>
                  <a:srgbClr val="000000"/>
                </a:solidFill>
              </a:rPr>
              <a:t>epfd</a:t>
            </a:r>
            <a:r>
              <a:rPr lang="en-US" altLang="zh-CN" sz="2000" b="1" dirty="0">
                <a:solidFill>
                  <a:srgbClr val="000000"/>
                </a:solidFill>
              </a:rPr>
              <a:t>, int op, int </a:t>
            </a:r>
            <a:r>
              <a:rPr lang="en-US" altLang="zh-CN" sz="2000" b="1" dirty="0" err="1">
                <a:solidFill>
                  <a:srgbClr val="000000"/>
                </a:solidFill>
              </a:rPr>
              <a:t>fd</a:t>
            </a:r>
            <a:r>
              <a:rPr lang="en-US" altLang="zh-CN" sz="2000" b="1" dirty="0">
                <a:solidFill>
                  <a:srgbClr val="000000"/>
                </a:solidFill>
              </a:rPr>
              <a:t>, struct </a:t>
            </a:r>
            <a:r>
              <a:rPr lang="en-US" altLang="zh-CN" sz="2000" b="1" dirty="0" err="1">
                <a:solidFill>
                  <a:srgbClr val="000000"/>
                </a:solidFill>
              </a:rPr>
              <a:t>epoll_event</a:t>
            </a:r>
            <a:r>
              <a:rPr lang="en-US" altLang="zh-CN" sz="2000" b="1" dirty="0">
                <a:solidFill>
                  <a:srgbClr val="000000"/>
                </a:solidFill>
              </a:rPr>
              <a:t> *event);</a:t>
            </a:r>
          </a:p>
          <a:p>
            <a:pPr eaLnBrk="1" hangingPunct="1">
              <a:lnSpc>
                <a:spcPct val="130000"/>
              </a:lnSpc>
              <a:spcAft>
                <a:spcPts val="0"/>
              </a:spcAft>
              <a:defRPr/>
            </a:pPr>
            <a:r>
              <a:rPr lang="zh-CN" altLang="en-US" sz="2000" b="1" dirty="0">
                <a:solidFill>
                  <a:srgbClr val="000000"/>
                </a:solidFill>
              </a:rPr>
              <a:t>该函数是</a:t>
            </a:r>
            <a:r>
              <a:rPr lang="en-US" altLang="zh-CN" sz="2000" b="1" dirty="0" err="1">
                <a:solidFill>
                  <a:srgbClr val="000000"/>
                </a:solidFill>
              </a:rPr>
              <a:t>epoll</a:t>
            </a:r>
            <a:r>
              <a:rPr lang="zh-CN" altLang="en-US" sz="2000" b="1" dirty="0">
                <a:solidFill>
                  <a:srgbClr val="000000"/>
                </a:solidFill>
              </a:rPr>
              <a:t>实例的控制接口，用于动态维护内核事件表。</a:t>
            </a:r>
            <a:endParaRPr lang="en-US" altLang="zh-CN" sz="2000" b="1" dirty="0">
              <a:solidFill>
                <a:srgbClr val="000000"/>
              </a:solidFill>
            </a:endParaRPr>
          </a:p>
          <a:p>
            <a:pPr eaLnBrk="1" hangingPunct="1">
              <a:lnSpc>
                <a:spcPct val="130000"/>
              </a:lnSpc>
              <a:spcAft>
                <a:spcPts val="0"/>
              </a:spcAft>
              <a:defRPr/>
            </a:pPr>
            <a:endParaRPr lang="en-US" altLang="zh-CN" sz="2000" b="1" dirty="0">
              <a:solidFill>
                <a:srgbClr val="000000"/>
              </a:solidFill>
            </a:endParaRPr>
          </a:p>
          <a:p>
            <a:pPr eaLnBrk="1" hangingPunct="1">
              <a:lnSpc>
                <a:spcPct val="130000"/>
              </a:lnSpc>
              <a:spcAft>
                <a:spcPts val="0"/>
              </a:spcAft>
              <a:defRPr/>
            </a:pPr>
            <a:r>
              <a:rPr lang="en-US" altLang="zh-CN" sz="2000" b="1" dirty="0" err="1">
                <a:solidFill>
                  <a:srgbClr val="000000"/>
                </a:solidFill>
              </a:rPr>
              <a:t>epfd</a:t>
            </a:r>
            <a:r>
              <a:rPr lang="zh-CN" altLang="en-US" sz="2000" b="1" dirty="0">
                <a:solidFill>
                  <a:srgbClr val="000000"/>
                </a:solidFill>
              </a:rPr>
              <a:t>参数是</a:t>
            </a:r>
            <a:r>
              <a:rPr lang="en-US" altLang="zh-CN" sz="2000" b="1" dirty="0" err="1">
                <a:solidFill>
                  <a:srgbClr val="000000"/>
                </a:solidFill>
              </a:rPr>
              <a:t>epoll</a:t>
            </a:r>
            <a:r>
              <a:rPr lang="zh-CN" altLang="en-US" sz="2000" b="1" dirty="0">
                <a:solidFill>
                  <a:srgbClr val="000000"/>
                </a:solidFill>
              </a:rPr>
              <a:t>实例的文件描述符，</a:t>
            </a:r>
            <a:r>
              <a:rPr lang="en-US" altLang="zh-CN" sz="2000" b="1" dirty="0" err="1">
                <a:solidFill>
                  <a:srgbClr val="000000"/>
                </a:solidFill>
              </a:rPr>
              <a:t>fd</a:t>
            </a:r>
            <a:r>
              <a:rPr lang="zh-CN" altLang="en-US" sz="2000" b="1" dirty="0">
                <a:solidFill>
                  <a:srgbClr val="000000"/>
                </a:solidFill>
              </a:rPr>
              <a:t>参数是要操作的文件描述符，</a:t>
            </a:r>
            <a:r>
              <a:rPr lang="en-US" altLang="zh-CN" sz="2000" b="1" dirty="0">
                <a:solidFill>
                  <a:srgbClr val="000000"/>
                </a:solidFill>
              </a:rPr>
              <a:t>op</a:t>
            </a:r>
            <a:r>
              <a:rPr lang="zh-CN" altLang="en-US" sz="2000" b="1" dirty="0">
                <a:solidFill>
                  <a:srgbClr val="000000"/>
                </a:solidFill>
              </a:rPr>
              <a:t>参数指定操作类型。</a:t>
            </a:r>
            <a:endParaRPr lang="en-US" altLang="zh-CN" sz="2000" b="1" dirty="0">
              <a:solidFill>
                <a:srgbClr val="000000"/>
              </a:solidFill>
            </a:endParaRPr>
          </a:p>
          <a:p>
            <a:pPr eaLnBrk="1" hangingPunct="1">
              <a:lnSpc>
                <a:spcPct val="130000"/>
              </a:lnSpc>
              <a:spcAft>
                <a:spcPts val="0"/>
              </a:spcAft>
              <a:defRPr/>
            </a:pPr>
            <a:r>
              <a:rPr lang="zh-CN" altLang="en-US" sz="2000" b="1" dirty="0">
                <a:solidFill>
                  <a:srgbClr val="000000"/>
                </a:solidFill>
              </a:rPr>
              <a:t>操作类型有如下三种：</a:t>
            </a:r>
            <a:endParaRPr lang="en-US" altLang="zh-CN" sz="2000" b="1" dirty="0">
              <a:solidFill>
                <a:srgbClr val="000000"/>
              </a:solidFill>
            </a:endParaRPr>
          </a:p>
          <a:p>
            <a:pPr eaLnBrk="1" hangingPunct="1">
              <a:lnSpc>
                <a:spcPct val="130000"/>
              </a:lnSpc>
              <a:spcAft>
                <a:spcPts val="0"/>
              </a:spcAft>
              <a:defRPr/>
            </a:pPr>
            <a:r>
              <a:rPr lang="en-US" altLang="zh-CN" sz="2000" b="1" dirty="0">
                <a:solidFill>
                  <a:srgbClr val="000000"/>
                </a:solidFill>
              </a:rPr>
              <a:t>EPOLL_CTL_ADD</a:t>
            </a:r>
            <a:r>
              <a:rPr lang="zh-CN" altLang="en-US" sz="2000" b="1" dirty="0">
                <a:solidFill>
                  <a:srgbClr val="000000"/>
                </a:solidFill>
              </a:rPr>
              <a:t>：将</a:t>
            </a:r>
            <a:r>
              <a:rPr lang="en-US" altLang="zh-CN" sz="2000" b="1" dirty="0" err="1">
                <a:solidFill>
                  <a:srgbClr val="000000"/>
                </a:solidFill>
              </a:rPr>
              <a:t>fd</a:t>
            </a:r>
            <a:r>
              <a:rPr lang="zh-CN" altLang="en-US" sz="2000" b="1" dirty="0">
                <a:solidFill>
                  <a:srgbClr val="000000"/>
                </a:solidFill>
              </a:rPr>
              <a:t>添加到</a:t>
            </a:r>
            <a:r>
              <a:rPr lang="en-US" altLang="zh-CN" sz="2000" b="1" dirty="0" err="1">
                <a:solidFill>
                  <a:srgbClr val="000000"/>
                </a:solidFill>
              </a:rPr>
              <a:t>epoll</a:t>
            </a:r>
            <a:r>
              <a:rPr lang="zh-CN" altLang="en-US" sz="2000" b="1" dirty="0">
                <a:solidFill>
                  <a:srgbClr val="000000"/>
                </a:solidFill>
              </a:rPr>
              <a:t>实例中</a:t>
            </a:r>
          </a:p>
          <a:p>
            <a:pPr eaLnBrk="1" hangingPunct="1">
              <a:lnSpc>
                <a:spcPct val="130000"/>
              </a:lnSpc>
              <a:spcAft>
                <a:spcPts val="0"/>
              </a:spcAft>
              <a:defRPr/>
            </a:pPr>
            <a:r>
              <a:rPr lang="en-US" altLang="zh-CN" sz="2000" b="1" dirty="0">
                <a:solidFill>
                  <a:srgbClr val="000000"/>
                </a:solidFill>
              </a:rPr>
              <a:t>EPOLL_CTL_MOD</a:t>
            </a:r>
            <a:r>
              <a:rPr lang="zh-CN" altLang="en-US" sz="2000" b="1" dirty="0">
                <a:solidFill>
                  <a:srgbClr val="000000"/>
                </a:solidFill>
              </a:rPr>
              <a:t>：修改已注册</a:t>
            </a:r>
            <a:r>
              <a:rPr lang="en-US" altLang="zh-CN" sz="2000" b="1" dirty="0" err="1">
                <a:solidFill>
                  <a:srgbClr val="000000"/>
                </a:solidFill>
              </a:rPr>
              <a:t>fd</a:t>
            </a:r>
            <a:r>
              <a:rPr lang="zh-CN" altLang="en-US" sz="2000" b="1" dirty="0">
                <a:solidFill>
                  <a:srgbClr val="000000"/>
                </a:solidFill>
              </a:rPr>
              <a:t>的事件类型</a:t>
            </a:r>
          </a:p>
          <a:p>
            <a:pPr eaLnBrk="1" hangingPunct="1">
              <a:lnSpc>
                <a:spcPct val="130000"/>
              </a:lnSpc>
              <a:spcAft>
                <a:spcPts val="0"/>
              </a:spcAft>
              <a:defRPr/>
            </a:pPr>
            <a:r>
              <a:rPr lang="en-US" altLang="zh-CN" sz="2000" b="1" dirty="0">
                <a:solidFill>
                  <a:srgbClr val="000000"/>
                </a:solidFill>
              </a:rPr>
              <a:t>EPOLL_CTL_DEL</a:t>
            </a:r>
            <a:r>
              <a:rPr lang="zh-CN" altLang="en-US" sz="2000" b="1" dirty="0">
                <a:solidFill>
                  <a:srgbClr val="000000"/>
                </a:solidFill>
              </a:rPr>
              <a:t>：从</a:t>
            </a:r>
            <a:r>
              <a:rPr lang="en-US" altLang="zh-CN" sz="2000" b="1" dirty="0" err="1">
                <a:solidFill>
                  <a:srgbClr val="000000"/>
                </a:solidFill>
              </a:rPr>
              <a:t>epoll</a:t>
            </a:r>
            <a:r>
              <a:rPr lang="zh-CN" altLang="en-US" sz="2000" b="1" dirty="0">
                <a:solidFill>
                  <a:srgbClr val="000000"/>
                </a:solidFill>
              </a:rPr>
              <a:t>实例中删除</a:t>
            </a:r>
            <a:r>
              <a:rPr lang="en-US" altLang="zh-CN" sz="2000" b="1" dirty="0" err="1">
                <a:solidFill>
                  <a:srgbClr val="000000"/>
                </a:solidFill>
              </a:rPr>
              <a:t>fd</a:t>
            </a:r>
            <a:endParaRPr lang="en-US" altLang="zh-CN" sz="2000" b="1" dirty="0">
              <a:solidFill>
                <a:srgbClr val="000000"/>
              </a:solidFill>
            </a:endParaRPr>
          </a:p>
          <a:p>
            <a:pPr eaLnBrk="1" hangingPunct="1">
              <a:lnSpc>
                <a:spcPct val="130000"/>
              </a:lnSpc>
              <a:spcAft>
                <a:spcPts val="0"/>
              </a:spcAft>
              <a:defRPr/>
            </a:pPr>
            <a:r>
              <a:rPr lang="en-US" altLang="zh-CN" sz="2000" b="1" dirty="0">
                <a:solidFill>
                  <a:srgbClr val="000000"/>
                </a:solidFill>
              </a:rPr>
              <a:t>event</a:t>
            </a:r>
            <a:r>
              <a:rPr lang="zh-CN" altLang="en-US" sz="2000" b="1" dirty="0">
                <a:solidFill>
                  <a:srgbClr val="000000"/>
                </a:solidFill>
              </a:rPr>
              <a:t>参数描述感兴趣的事件类型及用户数据（</a:t>
            </a:r>
            <a:r>
              <a:rPr lang="en-US" altLang="zh-CN" sz="2000" b="1" dirty="0" err="1">
                <a:solidFill>
                  <a:srgbClr val="000000"/>
                </a:solidFill>
              </a:rPr>
              <a:t>epoll_event</a:t>
            </a:r>
            <a:r>
              <a:rPr lang="en-US" altLang="zh-CN" sz="2000" b="1" dirty="0">
                <a:solidFill>
                  <a:srgbClr val="000000"/>
                </a:solidFill>
              </a:rPr>
              <a:t> </a:t>
            </a:r>
            <a:r>
              <a:rPr lang="zh-CN" altLang="en-US" sz="2000" b="1" dirty="0">
                <a:solidFill>
                  <a:srgbClr val="000000"/>
                </a:solidFill>
              </a:rPr>
              <a:t>结构体）。</a:t>
            </a:r>
            <a:endParaRPr lang="en-US" altLang="zh-CN" sz="2000" b="1" dirty="0">
              <a:solidFill>
                <a:srgbClr val="000000"/>
              </a:solidFill>
            </a:endParaRPr>
          </a:p>
          <a:p>
            <a:pPr algn="r" eaLnBrk="1" hangingPunct="1">
              <a:lnSpc>
                <a:spcPct val="130000"/>
              </a:lnSpc>
              <a:spcAft>
                <a:spcPts val="0"/>
              </a:spcAft>
              <a:defRPr/>
            </a:pPr>
            <a:r>
              <a:rPr lang="zh-CN" altLang="en-US" sz="2000" b="1" dirty="0">
                <a:solidFill>
                  <a:srgbClr val="000000"/>
                </a:solidFill>
              </a:rPr>
              <a:t>成功：返回</a:t>
            </a:r>
            <a:r>
              <a:rPr lang="en-US" altLang="zh-CN" sz="2000" b="1" dirty="0">
                <a:solidFill>
                  <a:srgbClr val="000000"/>
                </a:solidFill>
              </a:rPr>
              <a:t>0</a:t>
            </a:r>
            <a:r>
              <a:rPr lang="zh-CN" altLang="en-US" sz="2000" b="1" dirty="0">
                <a:solidFill>
                  <a:srgbClr val="000000"/>
                </a:solidFill>
              </a:rPr>
              <a:t>，</a:t>
            </a:r>
            <a:r>
              <a:rPr lang="en-US" altLang="zh-CN" sz="2000" b="1" dirty="0">
                <a:solidFill>
                  <a:srgbClr val="000000"/>
                </a:solidFill>
              </a:rPr>
              <a:t>-1</a:t>
            </a:r>
            <a:r>
              <a:rPr lang="zh-CN" altLang="en-US" sz="2000" b="1" dirty="0">
                <a:solidFill>
                  <a:srgbClr val="000000"/>
                </a:solidFill>
              </a:rPr>
              <a:t>出错并设置</a:t>
            </a:r>
            <a:r>
              <a:rPr lang="en-US" altLang="zh-CN" sz="2000" b="1" dirty="0" err="1">
                <a:solidFill>
                  <a:srgbClr val="000000"/>
                </a:solidFill>
              </a:rPr>
              <a:t>errno</a:t>
            </a:r>
            <a:endParaRPr lang="en-US" altLang="zh-CN" sz="2000" b="1" dirty="0">
              <a:solidFill>
                <a:srgbClr val="000000"/>
              </a:solidFill>
            </a:endParaRPr>
          </a:p>
        </p:txBody>
      </p:sp>
    </p:spTree>
    <p:extLst>
      <p:ext uri="{BB962C8B-B14F-4D97-AF65-F5344CB8AC3E}">
        <p14:creationId xmlns:p14="http://schemas.microsoft.com/office/powerpoint/2010/main" val="300256364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pPr eaLnBrk="1" hangingPunct="1"/>
            <a:r>
              <a:rPr lang="zh-CN" altLang="en-US" dirty="0"/>
              <a:t>九、</a:t>
            </a:r>
            <a:r>
              <a:rPr lang="en-US" altLang="zh-CN" dirty="0" err="1"/>
              <a:t>epoll</a:t>
            </a:r>
            <a:r>
              <a:rPr lang="zh-CN" altLang="en-US" dirty="0"/>
              <a:t>函数</a:t>
            </a:r>
          </a:p>
        </p:txBody>
      </p:sp>
      <p:sp>
        <p:nvSpPr>
          <p:cNvPr id="6" name="TextBox 2"/>
          <p:cNvSpPr txBox="1">
            <a:spLocks noChangeArrowheads="1"/>
          </p:cNvSpPr>
          <p:nvPr/>
        </p:nvSpPr>
        <p:spPr bwMode="auto">
          <a:xfrm>
            <a:off x="611188" y="1268760"/>
            <a:ext cx="7921625" cy="5249386"/>
          </a:xfrm>
          <a:prstGeom prst="rect">
            <a:avLst/>
          </a:prstGeom>
          <a:ln/>
        </p:spPr>
        <p:style>
          <a:lnRef idx="1">
            <a:schemeClr val="accent3"/>
          </a:lnRef>
          <a:fillRef idx="2">
            <a:schemeClr val="accent3"/>
          </a:fillRef>
          <a:effectRef idx="1">
            <a:schemeClr val="accent3"/>
          </a:effectRef>
          <a:fontRef idx="minor">
            <a:schemeClr val="dk1"/>
          </a:fontRef>
        </p:style>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lnSpc>
                <a:spcPct val="130000"/>
              </a:lnSpc>
              <a:spcAft>
                <a:spcPts val="0"/>
              </a:spcAft>
              <a:defRPr/>
            </a:pPr>
            <a:r>
              <a:rPr lang="en-US" altLang="zh-CN" sz="2000" b="1" dirty="0">
                <a:solidFill>
                  <a:srgbClr val="000000"/>
                </a:solidFill>
              </a:rPr>
              <a:t>#include &lt;sys/</a:t>
            </a:r>
            <a:r>
              <a:rPr lang="en-US" altLang="zh-CN" sz="2000" b="1" dirty="0" err="1">
                <a:solidFill>
                  <a:srgbClr val="000000"/>
                </a:solidFill>
              </a:rPr>
              <a:t>epoll.h</a:t>
            </a:r>
            <a:r>
              <a:rPr lang="en-US" altLang="zh-CN" sz="2000" b="1" dirty="0">
                <a:solidFill>
                  <a:srgbClr val="000000"/>
                </a:solidFill>
              </a:rPr>
              <a:t>&gt;</a:t>
            </a:r>
          </a:p>
          <a:p>
            <a:pPr eaLnBrk="1" hangingPunct="1">
              <a:lnSpc>
                <a:spcPct val="130000"/>
              </a:lnSpc>
              <a:spcAft>
                <a:spcPts val="0"/>
              </a:spcAft>
              <a:defRPr/>
            </a:pPr>
            <a:r>
              <a:rPr lang="en-US" altLang="zh-CN" sz="2000" b="1" dirty="0">
                <a:solidFill>
                  <a:srgbClr val="000000"/>
                </a:solidFill>
              </a:rPr>
              <a:t>int </a:t>
            </a:r>
            <a:r>
              <a:rPr lang="en-US" altLang="zh-CN" sz="2000" b="1" dirty="0" err="1">
                <a:solidFill>
                  <a:srgbClr val="000000"/>
                </a:solidFill>
              </a:rPr>
              <a:t>epoll_wait</a:t>
            </a:r>
            <a:r>
              <a:rPr lang="en-US" altLang="zh-CN" sz="2000" b="1" dirty="0">
                <a:solidFill>
                  <a:srgbClr val="000000"/>
                </a:solidFill>
              </a:rPr>
              <a:t>(int </a:t>
            </a:r>
            <a:r>
              <a:rPr lang="en-US" altLang="zh-CN" sz="2000" b="1" dirty="0" err="1">
                <a:solidFill>
                  <a:srgbClr val="000000"/>
                </a:solidFill>
              </a:rPr>
              <a:t>epfd</a:t>
            </a:r>
            <a:r>
              <a:rPr lang="en-US" altLang="zh-CN" sz="2000" b="1" dirty="0">
                <a:solidFill>
                  <a:srgbClr val="000000"/>
                </a:solidFill>
              </a:rPr>
              <a:t>, struct </a:t>
            </a:r>
            <a:r>
              <a:rPr lang="en-US" altLang="zh-CN" sz="2000" b="1" dirty="0" err="1">
                <a:solidFill>
                  <a:srgbClr val="000000"/>
                </a:solidFill>
              </a:rPr>
              <a:t>epoll_event</a:t>
            </a:r>
            <a:r>
              <a:rPr lang="en-US" altLang="zh-CN" sz="2000" b="1" dirty="0">
                <a:solidFill>
                  <a:srgbClr val="000000"/>
                </a:solidFill>
              </a:rPr>
              <a:t> *events, int </a:t>
            </a:r>
            <a:r>
              <a:rPr lang="en-US" altLang="zh-CN" sz="2000" b="1" dirty="0" err="1">
                <a:solidFill>
                  <a:srgbClr val="000000"/>
                </a:solidFill>
              </a:rPr>
              <a:t>maxevents</a:t>
            </a:r>
            <a:r>
              <a:rPr lang="en-US" altLang="zh-CN" sz="2000" b="1" dirty="0">
                <a:solidFill>
                  <a:srgbClr val="000000"/>
                </a:solidFill>
              </a:rPr>
              <a:t>, int timeout);</a:t>
            </a:r>
          </a:p>
          <a:p>
            <a:pPr eaLnBrk="1" hangingPunct="1">
              <a:lnSpc>
                <a:spcPct val="130000"/>
              </a:lnSpc>
              <a:spcAft>
                <a:spcPts val="0"/>
              </a:spcAft>
              <a:defRPr/>
            </a:pPr>
            <a:r>
              <a:rPr lang="en-US" altLang="zh-CN" sz="2000" b="1" dirty="0" err="1">
                <a:solidFill>
                  <a:srgbClr val="000000"/>
                </a:solidFill>
              </a:rPr>
              <a:t>epoll</a:t>
            </a:r>
            <a:r>
              <a:rPr lang="zh-CN" altLang="en-US" sz="2000" b="1" dirty="0">
                <a:solidFill>
                  <a:srgbClr val="000000"/>
                </a:solidFill>
              </a:rPr>
              <a:t>系列系统调用的主要接口，它在一段指定时间内，等待</a:t>
            </a:r>
            <a:r>
              <a:rPr lang="en-US" altLang="zh-CN" sz="2000" b="1" dirty="0" err="1">
                <a:solidFill>
                  <a:srgbClr val="000000"/>
                </a:solidFill>
              </a:rPr>
              <a:t>epoll</a:t>
            </a:r>
            <a:r>
              <a:rPr lang="zh-CN" altLang="en-US" sz="2000" b="1" dirty="0">
                <a:solidFill>
                  <a:srgbClr val="000000"/>
                </a:solidFill>
              </a:rPr>
              <a:t>实例（</a:t>
            </a:r>
            <a:r>
              <a:rPr lang="en-US" altLang="zh-CN" sz="2000" b="1" dirty="0" err="1">
                <a:solidFill>
                  <a:srgbClr val="000000"/>
                </a:solidFill>
              </a:rPr>
              <a:t>epfd</a:t>
            </a:r>
            <a:r>
              <a:rPr lang="zh-CN" altLang="en-US" sz="2000" b="1" dirty="0">
                <a:solidFill>
                  <a:srgbClr val="000000"/>
                </a:solidFill>
              </a:rPr>
              <a:t>）上已就绪的</a:t>
            </a:r>
            <a:r>
              <a:rPr lang="en-US" altLang="zh-CN" sz="2000" b="1" dirty="0">
                <a:solidFill>
                  <a:srgbClr val="000000"/>
                </a:solidFill>
              </a:rPr>
              <a:t>I/O</a:t>
            </a:r>
            <a:r>
              <a:rPr lang="zh-CN" altLang="en-US" sz="2000" b="1" dirty="0">
                <a:solidFill>
                  <a:srgbClr val="000000"/>
                </a:solidFill>
              </a:rPr>
              <a:t>事件。</a:t>
            </a:r>
            <a:endParaRPr lang="en-US" altLang="zh-CN" sz="2000" b="1" dirty="0">
              <a:solidFill>
                <a:srgbClr val="000000"/>
              </a:solidFill>
            </a:endParaRPr>
          </a:p>
          <a:p>
            <a:pPr eaLnBrk="1" hangingPunct="1">
              <a:lnSpc>
                <a:spcPct val="130000"/>
              </a:lnSpc>
              <a:spcAft>
                <a:spcPts val="0"/>
              </a:spcAft>
              <a:defRPr/>
            </a:pPr>
            <a:endParaRPr lang="en-US" altLang="zh-CN" sz="2000" b="1" dirty="0">
              <a:solidFill>
                <a:srgbClr val="000000"/>
              </a:solidFill>
            </a:endParaRPr>
          </a:p>
          <a:p>
            <a:pPr eaLnBrk="1" hangingPunct="1">
              <a:lnSpc>
                <a:spcPct val="130000"/>
              </a:lnSpc>
              <a:spcAft>
                <a:spcPts val="0"/>
              </a:spcAft>
              <a:defRPr/>
            </a:pPr>
            <a:r>
              <a:rPr lang="en-US" altLang="zh-CN" sz="2000" b="1" dirty="0">
                <a:solidFill>
                  <a:srgbClr val="000000"/>
                </a:solidFill>
              </a:rPr>
              <a:t>timeout</a:t>
            </a:r>
            <a:r>
              <a:rPr lang="zh-CN" altLang="en-US" sz="2000" b="1" dirty="0">
                <a:solidFill>
                  <a:srgbClr val="000000"/>
                </a:solidFill>
              </a:rPr>
              <a:t>参数的含义与</a:t>
            </a:r>
            <a:r>
              <a:rPr lang="en-US" altLang="zh-CN" sz="2000" b="1" dirty="0">
                <a:solidFill>
                  <a:srgbClr val="000000"/>
                </a:solidFill>
              </a:rPr>
              <a:t>poll</a:t>
            </a:r>
            <a:r>
              <a:rPr lang="zh-CN" altLang="en-US" sz="2000" b="1" dirty="0">
                <a:solidFill>
                  <a:srgbClr val="000000"/>
                </a:solidFill>
              </a:rPr>
              <a:t>的</a:t>
            </a:r>
            <a:r>
              <a:rPr lang="en-US" altLang="zh-CN" sz="2000" b="1" dirty="0">
                <a:solidFill>
                  <a:srgbClr val="000000"/>
                </a:solidFill>
              </a:rPr>
              <a:t>timeout</a:t>
            </a:r>
            <a:r>
              <a:rPr lang="zh-CN" altLang="en-US" sz="2000" b="1" dirty="0">
                <a:solidFill>
                  <a:srgbClr val="000000"/>
                </a:solidFill>
              </a:rPr>
              <a:t>参数相同，</a:t>
            </a:r>
            <a:r>
              <a:rPr lang="en-US" altLang="zh-CN" sz="2000" b="1" dirty="0" err="1">
                <a:solidFill>
                  <a:srgbClr val="000000"/>
                </a:solidFill>
              </a:rPr>
              <a:t>maxevents</a:t>
            </a:r>
            <a:r>
              <a:rPr lang="zh-CN" altLang="en-US" sz="2000" b="1" dirty="0">
                <a:solidFill>
                  <a:srgbClr val="000000"/>
                </a:solidFill>
              </a:rPr>
              <a:t>参数告知内核</a:t>
            </a:r>
            <a:r>
              <a:rPr lang="en-US" altLang="zh-CN" sz="2000" b="1" dirty="0">
                <a:solidFill>
                  <a:srgbClr val="000000"/>
                </a:solidFill>
              </a:rPr>
              <a:t>events</a:t>
            </a:r>
            <a:r>
              <a:rPr lang="zh-CN" altLang="en-US" sz="2000" b="1" dirty="0">
                <a:solidFill>
                  <a:srgbClr val="000000"/>
                </a:solidFill>
              </a:rPr>
              <a:t>数组的大小，</a:t>
            </a:r>
            <a:r>
              <a:rPr lang="en-US" altLang="zh-CN" sz="2000" b="1" dirty="0">
                <a:solidFill>
                  <a:srgbClr val="000000"/>
                </a:solidFill>
              </a:rPr>
              <a:t>events</a:t>
            </a:r>
            <a:r>
              <a:rPr lang="zh-CN" altLang="en-US" sz="2000" b="1" dirty="0">
                <a:solidFill>
                  <a:srgbClr val="000000"/>
                </a:solidFill>
              </a:rPr>
              <a:t>是进程提供的数组，用于接收内核返回的就绪文件描述符。</a:t>
            </a:r>
            <a:endParaRPr lang="en-US" altLang="zh-CN" sz="2000" b="1" dirty="0">
              <a:solidFill>
                <a:srgbClr val="000000"/>
              </a:solidFill>
            </a:endParaRPr>
          </a:p>
          <a:p>
            <a:pPr eaLnBrk="1" hangingPunct="1">
              <a:lnSpc>
                <a:spcPct val="130000"/>
              </a:lnSpc>
              <a:spcAft>
                <a:spcPts val="0"/>
              </a:spcAft>
              <a:defRPr/>
            </a:pPr>
            <a:r>
              <a:rPr lang="en-US" altLang="zh-CN" sz="2000" b="1" dirty="0" err="1">
                <a:solidFill>
                  <a:srgbClr val="000000"/>
                </a:solidFill>
              </a:rPr>
              <a:t>epoll_wait</a:t>
            </a:r>
            <a:r>
              <a:rPr lang="zh-CN" altLang="en-US" sz="2000" b="1" dirty="0">
                <a:solidFill>
                  <a:srgbClr val="000000"/>
                </a:solidFill>
              </a:rPr>
              <a:t>阻塞直至就绪链表非空（超时，或进程被信号中断），将就绪事件拷贝到进程的</a:t>
            </a:r>
            <a:r>
              <a:rPr lang="en-US" altLang="zh-CN" sz="2000" b="1" dirty="0">
                <a:solidFill>
                  <a:srgbClr val="000000"/>
                </a:solidFill>
              </a:rPr>
              <a:t>events</a:t>
            </a:r>
            <a:r>
              <a:rPr lang="zh-CN" altLang="en-US" sz="2000" b="1" dirty="0">
                <a:solidFill>
                  <a:srgbClr val="000000"/>
                </a:solidFill>
              </a:rPr>
              <a:t>数组中。</a:t>
            </a:r>
            <a:endParaRPr lang="en-US" altLang="zh-CN" sz="2000" b="1" dirty="0">
              <a:solidFill>
                <a:srgbClr val="000000"/>
              </a:solidFill>
            </a:endParaRPr>
          </a:p>
          <a:p>
            <a:pPr eaLnBrk="1" hangingPunct="1">
              <a:lnSpc>
                <a:spcPct val="130000"/>
              </a:lnSpc>
              <a:spcAft>
                <a:spcPts val="0"/>
              </a:spcAft>
              <a:defRPr/>
            </a:pPr>
            <a:endParaRPr lang="en-US" altLang="zh-CN" sz="2000" b="1" dirty="0">
              <a:solidFill>
                <a:srgbClr val="000000"/>
              </a:solidFill>
            </a:endParaRPr>
          </a:p>
          <a:p>
            <a:pPr algn="r" eaLnBrk="1" hangingPunct="1">
              <a:lnSpc>
                <a:spcPct val="130000"/>
              </a:lnSpc>
              <a:spcAft>
                <a:spcPts val="0"/>
              </a:spcAft>
              <a:defRPr/>
            </a:pPr>
            <a:r>
              <a:rPr lang="zh-CN" altLang="en-US" sz="2000" b="1" dirty="0">
                <a:solidFill>
                  <a:srgbClr val="000000"/>
                </a:solidFill>
              </a:rPr>
              <a:t>成功：返回就绪文件描述符的数量，</a:t>
            </a:r>
            <a:r>
              <a:rPr lang="en-US" altLang="zh-CN" sz="2000" b="1" dirty="0">
                <a:solidFill>
                  <a:srgbClr val="000000"/>
                </a:solidFill>
              </a:rPr>
              <a:t>-1</a:t>
            </a:r>
            <a:r>
              <a:rPr lang="zh-CN" altLang="en-US" sz="2000" b="1" dirty="0">
                <a:solidFill>
                  <a:srgbClr val="000000"/>
                </a:solidFill>
              </a:rPr>
              <a:t>出错并设置</a:t>
            </a:r>
            <a:r>
              <a:rPr lang="en-US" altLang="zh-CN" sz="2000" b="1" dirty="0" err="1">
                <a:solidFill>
                  <a:srgbClr val="000000"/>
                </a:solidFill>
              </a:rPr>
              <a:t>errno</a:t>
            </a:r>
            <a:endParaRPr lang="en-US" altLang="zh-CN" sz="2000" b="1" dirty="0">
              <a:solidFill>
                <a:srgbClr val="000000"/>
              </a:solidFill>
            </a:endParaRPr>
          </a:p>
        </p:txBody>
      </p:sp>
    </p:spTree>
    <p:extLst>
      <p:ext uri="{BB962C8B-B14F-4D97-AF65-F5344CB8AC3E}">
        <p14:creationId xmlns:p14="http://schemas.microsoft.com/office/powerpoint/2010/main" val="90688979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pPr eaLnBrk="1" hangingPunct="1"/>
            <a:r>
              <a:rPr lang="zh-CN" altLang="en-US" dirty="0"/>
              <a:t>九、</a:t>
            </a:r>
            <a:r>
              <a:rPr lang="en-US" altLang="zh-CN" dirty="0" err="1"/>
              <a:t>epoll</a:t>
            </a:r>
            <a:r>
              <a:rPr lang="zh-CN" altLang="en-US" dirty="0"/>
              <a:t>函数</a:t>
            </a:r>
          </a:p>
        </p:txBody>
      </p:sp>
      <p:sp>
        <p:nvSpPr>
          <p:cNvPr id="6" name="TextBox 2"/>
          <p:cNvSpPr txBox="1">
            <a:spLocks noChangeArrowheads="1"/>
          </p:cNvSpPr>
          <p:nvPr/>
        </p:nvSpPr>
        <p:spPr bwMode="auto">
          <a:xfrm>
            <a:off x="611188" y="1268760"/>
            <a:ext cx="7921625" cy="4449167"/>
          </a:xfrm>
          <a:prstGeom prst="rect">
            <a:avLst/>
          </a:prstGeom>
          <a:ln/>
        </p:spPr>
        <p:style>
          <a:lnRef idx="1">
            <a:schemeClr val="accent3"/>
          </a:lnRef>
          <a:fillRef idx="2">
            <a:schemeClr val="accent3"/>
          </a:fillRef>
          <a:effectRef idx="1">
            <a:schemeClr val="accent3"/>
          </a:effectRef>
          <a:fontRef idx="minor">
            <a:schemeClr val="dk1"/>
          </a:fontRef>
        </p:style>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lnSpc>
                <a:spcPct val="130000"/>
              </a:lnSpc>
              <a:spcAft>
                <a:spcPts val="0"/>
              </a:spcAft>
              <a:defRPr/>
            </a:pPr>
            <a:r>
              <a:rPr lang="en-US" altLang="zh-CN" sz="2000" b="1" dirty="0">
                <a:solidFill>
                  <a:srgbClr val="000000"/>
                </a:solidFill>
              </a:rPr>
              <a:t>LT</a:t>
            </a:r>
            <a:r>
              <a:rPr lang="zh-CN" altLang="en-US" sz="2000" b="1" dirty="0">
                <a:solidFill>
                  <a:srgbClr val="000000"/>
                </a:solidFill>
              </a:rPr>
              <a:t>和</a:t>
            </a:r>
            <a:r>
              <a:rPr lang="en-US" altLang="zh-CN" sz="2000" b="1" dirty="0">
                <a:solidFill>
                  <a:srgbClr val="000000"/>
                </a:solidFill>
              </a:rPr>
              <a:t>ET</a:t>
            </a:r>
            <a:r>
              <a:rPr lang="zh-CN" altLang="en-US" sz="2000" b="1" dirty="0">
                <a:solidFill>
                  <a:srgbClr val="000000"/>
                </a:solidFill>
              </a:rPr>
              <a:t>模式</a:t>
            </a:r>
            <a:endParaRPr lang="en-US" altLang="zh-CN" sz="2000" b="1" dirty="0">
              <a:solidFill>
                <a:srgbClr val="000000"/>
              </a:solidFill>
            </a:endParaRPr>
          </a:p>
          <a:p>
            <a:pPr eaLnBrk="1" hangingPunct="1">
              <a:lnSpc>
                <a:spcPct val="130000"/>
              </a:lnSpc>
              <a:spcAft>
                <a:spcPts val="0"/>
              </a:spcAft>
              <a:defRPr/>
            </a:pPr>
            <a:r>
              <a:rPr lang="en-US" altLang="zh-CN" sz="2000" b="1" dirty="0">
                <a:solidFill>
                  <a:srgbClr val="000000"/>
                </a:solidFill>
              </a:rPr>
              <a:t>LT</a:t>
            </a:r>
            <a:r>
              <a:rPr lang="zh-CN" altLang="en-US" sz="2000" b="1" dirty="0">
                <a:solidFill>
                  <a:srgbClr val="000000"/>
                </a:solidFill>
              </a:rPr>
              <a:t>（</a:t>
            </a:r>
            <a:r>
              <a:rPr lang="en-US" altLang="zh-CN" sz="2000" b="1" dirty="0">
                <a:solidFill>
                  <a:srgbClr val="000000"/>
                </a:solidFill>
              </a:rPr>
              <a:t>Level Trigger</a:t>
            </a:r>
            <a:r>
              <a:rPr lang="zh-CN" altLang="en-US" sz="2000" b="1" dirty="0">
                <a:solidFill>
                  <a:srgbClr val="000000"/>
                </a:solidFill>
              </a:rPr>
              <a:t>，电平触发，默认工作模式），</a:t>
            </a:r>
            <a:r>
              <a:rPr lang="en-US" altLang="zh-CN" sz="2000" b="1" dirty="0">
                <a:solidFill>
                  <a:srgbClr val="000000"/>
                </a:solidFill>
              </a:rPr>
              <a:t>ET</a:t>
            </a:r>
            <a:r>
              <a:rPr lang="zh-CN" altLang="en-US" sz="2000" b="1" dirty="0">
                <a:solidFill>
                  <a:srgbClr val="000000"/>
                </a:solidFill>
              </a:rPr>
              <a:t>（</a:t>
            </a:r>
            <a:r>
              <a:rPr lang="en-US" altLang="zh-CN" sz="2000" b="1" dirty="0">
                <a:solidFill>
                  <a:srgbClr val="000000"/>
                </a:solidFill>
              </a:rPr>
              <a:t>Edge Trigger</a:t>
            </a:r>
            <a:r>
              <a:rPr lang="zh-CN" altLang="en-US" sz="2000" b="1" dirty="0">
                <a:solidFill>
                  <a:srgbClr val="000000"/>
                </a:solidFill>
              </a:rPr>
              <a:t>，边沿触发）</a:t>
            </a:r>
            <a:endParaRPr lang="en-US" altLang="zh-CN" sz="2000" b="1" dirty="0">
              <a:solidFill>
                <a:srgbClr val="000000"/>
              </a:solidFill>
            </a:endParaRPr>
          </a:p>
          <a:p>
            <a:pPr eaLnBrk="1" hangingPunct="1">
              <a:lnSpc>
                <a:spcPct val="130000"/>
              </a:lnSpc>
              <a:spcAft>
                <a:spcPts val="0"/>
              </a:spcAft>
              <a:defRPr/>
            </a:pPr>
            <a:endParaRPr lang="en-US" altLang="zh-CN" sz="2000" b="1" dirty="0">
              <a:solidFill>
                <a:srgbClr val="000000"/>
              </a:solidFill>
            </a:endParaRPr>
          </a:p>
          <a:p>
            <a:pPr eaLnBrk="1" hangingPunct="1">
              <a:lnSpc>
                <a:spcPct val="130000"/>
              </a:lnSpc>
              <a:spcAft>
                <a:spcPts val="0"/>
              </a:spcAft>
              <a:defRPr/>
            </a:pPr>
            <a:r>
              <a:rPr lang="zh-CN" altLang="en-US" sz="2000" b="1" dirty="0">
                <a:solidFill>
                  <a:srgbClr val="000000"/>
                </a:solidFill>
              </a:rPr>
              <a:t>对于采用</a:t>
            </a:r>
            <a:r>
              <a:rPr lang="en-US" altLang="zh-CN" sz="2000" b="1" dirty="0">
                <a:solidFill>
                  <a:srgbClr val="000000"/>
                </a:solidFill>
              </a:rPr>
              <a:t>LT</a:t>
            </a:r>
            <a:r>
              <a:rPr lang="zh-CN" altLang="en-US" sz="2000" b="1" dirty="0">
                <a:solidFill>
                  <a:srgbClr val="000000"/>
                </a:solidFill>
              </a:rPr>
              <a:t>工作模式的文件描述符，</a:t>
            </a:r>
            <a:r>
              <a:rPr lang="en-US" altLang="zh-CN" sz="2000" b="1" dirty="0" err="1">
                <a:solidFill>
                  <a:srgbClr val="000000"/>
                </a:solidFill>
              </a:rPr>
              <a:t>epoll_wait</a:t>
            </a:r>
            <a:r>
              <a:rPr lang="zh-CN" altLang="en-US" sz="2000" b="1" dirty="0">
                <a:solidFill>
                  <a:srgbClr val="000000"/>
                </a:solidFill>
              </a:rPr>
              <a:t>收到其上有事件发生并将此事件通知应用进程后，进程可以不立即处理此事件，下次调用</a:t>
            </a:r>
            <a:r>
              <a:rPr lang="en-US" altLang="zh-CN" sz="2000" b="1" dirty="0" err="1">
                <a:solidFill>
                  <a:srgbClr val="000000"/>
                </a:solidFill>
              </a:rPr>
              <a:t>epoll_wait</a:t>
            </a:r>
            <a:r>
              <a:rPr lang="zh-CN" altLang="en-US" sz="2000" b="1" dirty="0">
                <a:solidFill>
                  <a:srgbClr val="000000"/>
                </a:solidFill>
              </a:rPr>
              <a:t>时，再次通告此事件，直到该事件被处理。</a:t>
            </a:r>
            <a:endParaRPr lang="en-US" altLang="zh-CN" sz="2000" b="1" dirty="0">
              <a:solidFill>
                <a:srgbClr val="000000"/>
              </a:solidFill>
            </a:endParaRPr>
          </a:p>
          <a:p>
            <a:pPr eaLnBrk="1" hangingPunct="1">
              <a:lnSpc>
                <a:spcPct val="130000"/>
              </a:lnSpc>
              <a:spcAft>
                <a:spcPts val="0"/>
              </a:spcAft>
              <a:defRPr/>
            </a:pPr>
            <a:endParaRPr lang="en-US" altLang="zh-CN" sz="2000" b="1" dirty="0">
              <a:solidFill>
                <a:srgbClr val="000000"/>
              </a:solidFill>
            </a:endParaRPr>
          </a:p>
          <a:p>
            <a:pPr eaLnBrk="1" hangingPunct="1">
              <a:lnSpc>
                <a:spcPct val="130000"/>
              </a:lnSpc>
              <a:spcAft>
                <a:spcPts val="0"/>
              </a:spcAft>
              <a:defRPr/>
            </a:pPr>
            <a:r>
              <a:rPr lang="zh-CN" altLang="en-US" sz="2000" b="1" dirty="0">
                <a:solidFill>
                  <a:srgbClr val="000000"/>
                </a:solidFill>
              </a:rPr>
              <a:t>对于采用</a:t>
            </a:r>
            <a:r>
              <a:rPr lang="en-US" altLang="zh-CN" sz="2000" b="1" dirty="0">
                <a:solidFill>
                  <a:srgbClr val="000000"/>
                </a:solidFill>
              </a:rPr>
              <a:t>ET</a:t>
            </a:r>
            <a:r>
              <a:rPr lang="zh-CN" altLang="en-US" sz="2000" b="1" dirty="0">
                <a:solidFill>
                  <a:srgbClr val="000000"/>
                </a:solidFill>
              </a:rPr>
              <a:t>工作模式的文件描述符，</a:t>
            </a:r>
            <a:r>
              <a:rPr lang="en-US" altLang="zh-CN" sz="2000" b="1" dirty="0" err="1">
                <a:solidFill>
                  <a:srgbClr val="000000"/>
                </a:solidFill>
              </a:rPr>
              <a:t>epoll_wait</a:t>
            </a:r>
            <a:r>
              <a:rPr lang="zh-CN" altLang="en-US" sz="2000" b="1" dirty="0">
                <a:solidFill>
                  <a:srgbClr val="000000"/>
                </a:solidFill>
              </a:rPr>
              <a:t>收到其上有事件发生并将此事件通知应用进程后，进程必须立即处理该事件，后续不再通知。</a:t>
            </a:r>
            <a:endParaRPr lang="en-US" altLang="zh-CN" sz="2000" b="1" dirty="0">
              <a:solidFill>
                <a:srgbClr val="000000"/>
              </a:solidFill>
            </a:endParaRPr>
          </a:p>
        </p:txBody>
      </p:sp>
    </p:spTree>
    <p:extLst>
      <p:ext uri="{BB962C8B-B14F-4D97-AF65-F5344CB8AC3E}">
        <p14:creationId xmlns:p14="http://schemas.microsoft.com/office/powerpoint/2010/main" val="122705025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457200" y="277813"/>
            <a:ext cx="7570788" cy="1422995"/>
          </a:xfrm>
        </p:spPr>
        <p:txBody>
          <a:bodyPr/>
          <a:lstStyle/>
          <a:p>
            <a:pPr eaLnBrk="1" hangingPunct="1"/>
            <a:r>
              <a:rPr lang="zh-CN" altLang="en-US" dirty="0"/>
              <a:t>十、</a:t>
            </a:r>
            <a:r>
              <a:rPr lang="en-US" altLang="zh-CN" dirty="0"/>
              <a:t>select</a:t>
            </a:r>
            <a:r>
              <a:rPr lang="zh-CN" altLang="en-US" dirty="0"/>
              <a:t>、</a:t>
            </a:r>
            <a:r>
              <a:rPr lang="en-US" altLang="zh-CN" dirty="0"/>
              <a:t>poll</a:t>
            </a:r>
            <a:r>
              <a:rPr lang="zh-CN" altLang="en-US" dirty="0"/>
              <a:t>和</a:t>
            </a:r>
            <a:r>
              <a:rPr lang="en-US" altLang="zh-CN" dirty="0" err="1"/>
              <a:t>epoll</a:t>
            </a:r>
            <a:r>
              <a:rPr lang="zh-CN" altLang="en-US" dirty="0"/>
              <a:t>函数的</a:t>
            </a:r>
            <a:br>
              <a:rPr lang="en-US" altLang="zh-CN" dirty="0"/>
            </a:br>
            <a:r>
              <a:rPr lang="en-US" altLang="zh-CN" dirty="0"/>
              <a:t>       </a:t>
            </a:r>
            <a:r>
              <a:rPr lang="zh-CN" altLang="en-US" dirty="0"/>
              <a:t>区别与比较</a:t>
            </a:r>
          </a:p>
        </p:txBody>
      </p:sp>
      <p:graphicFrame>
        <p:nvGraphicFramePr>
          <p:cNvPr id="2" name="表格 2">
            <a:extLst>
              <a:ext uri="{FF2B5EF4-FFF2-40B4-BE49-F238E27FC236}">
                <a16:creationId xmlns:a16="http://schemas.microsoft.com/office/drawing/2014/main" id="{32A50C04-1478-4295-8542-C6F91E16D22F}"/>
              </a:ext>
            </a:extLst>
          </p:cNvPr>
          <p:cNvGraphicFramePr>
            <a:graphicFrameLocks noGrp="1"/>
          </p:cNvGraphicFramePr>
          <p:nvPr>
            <p:extLst>
              <p:ext uri="{D42A27DB-BD31-4B8C-83A1-F6EECF244321}">
                <p14:modId xmlns:p14="http://schemas.microsoft.com/office/powerpoint/2010/main" val="2984793616"/>
              </p:ext>
            </p:extLst>
          </p:nvPr>
        </p:nvGraphicFramePr>
        <p:xfrm>
          <a:off x="318356" y="1916832"/>
          <a:ext cx="8507288" cy="4264804"/>
        </p:xfrm>
        <a:graphic>
          <a:graphicData uri="http://schemas.openxmlformats.org/drawingml/2006/table">
            <a:tbl>
              <a:tblPr firstRow="1" bandRow="1">
                <a:tableStyleId>{5C22544A-7EE6-4342-B048-85BDC9FD1C3A}</a:tableStyleId>
              </a:tblPr>
              <a:tblGrid>
                <a:gridCol w="1289034">
                  <a:extLst>
                    <a:ext uri="{9D8B030D-6E8A-4147-A177-3AD203B41FA5}">
                      <a16:colId xmlns:a16="http://schemas.microsoft.com/office/drawing/2014/main" val="3941902517"/>
                    </a:ext>
                  </a:extLst>
                </a:gridCol>
                <a:gridCol w="2249702">
                  <a:extLst>
                    <a:ext uri="{9D8B030D-6E8A-4147-A177-3AD203B41FA5}">
                      <a16:colId xmlns:a16="http://schemas.microsoft.com/office/drawing/2014/main" val="876211425"/>
                    </a:ext>
                  </a:extLst>
                </a:gridCol>
                <a:gridCol w="2376264">
                  <a:extLst>
                    <a:ext uri="{9D8B030D-6E8A-4147-A177-3AD203B41FA5}">
                      <a16:colId xmlns:a16="http://schemas.microsoft.com/office/drawing/2014/main" val="4084435151"/>
                    </a:ext>
                  </a:extLst>
                </a:gridCol>
                <a:gridCol w="2592288">
                  <a:extLst>
                    <a:ext uri="{9D8B030D-6E8A-4147-A177-3AD203B41FA5}">
                      <a16:colId xmlns:a16="http://schemas.microsoft.com/office/drawing/2014/main" val="2384441493"/>
                    </a:ext>
                  </a:extLst>
                </a:gridCol>
              </a:tblGrid>
              <a:tr h="515764">
                <a:tc>
                  <a:txBody>
                    <a:bodyPr/>
                    <a:lstStyle/>
                    <a:p>
                      <a:pPr algn="ctr"/>
                      <a:r>
                        <a:rPr lang="zh-CN" altLang="en-US" baseline="0" dirty="0">
                          <a:latin typeface="Arial" panose="020B0604020202020204" pitchFamily="34" charset="0"/>
                          <a:ea typeface="宋体" panose="02010600030101010101" pitchFamily="2" charset="-122"/>
                        </a:rPr>
                        <a:t>系统调用</a:t>
                      </a:r>
                    </a:p>
                  </a:txBody>
                  <a:tcPr anchor="ctr"/>
                </a:tc>
                <a:tc>
                  <a:txBody>
                    <a:bodyPr/>
                    <a:lstStyle/>
                    <a:p>
                      <a:pPr algn="ctr"/>
                      <a:r>
                        <a:rPr lang="en-US" altLang="zh-CN" baseline="0" dirty="0">
                          <a:latin typeface="Arial" panose="020B0604020202020204" pitchFamily="34" charset="0"/>
                          <a:ea typeface="宋体" panose="02010600030101010101" pitchFamily="2" charset="-122"/>
                        </a:rPr>
                        <a:t>select</a:t>
                      </a:r>
                      <a:endParaRPr lang="zh-CN" altLang="en-US" baseline="0" dirty="0">
                        <a:latin typeface="Arial" panose="020B0604020202020204" pitchFamily="34" charset="0"/>
                        <a:ea typeface="宋体" panose="02010600030101010101" pitchFamily="2" charset="-122"/>
                      </a:endParaRPr>
                    </a:p>
                  </a:txBody>
                  <a:tcPr anchor="ctr"/>
                </a:tc>
                <a:tc>
                  <a:txBody>
                    <a:bodyPr/>
                    <a:lstStyle/>
                    <a:p>
                      <a:pPr algn="ctr"/>
                      <a:r>
                        <a:rPr lang="en-US" altLang="zh-CN" baseline="0" dirty="0">
                          <a:latin typeface="Arial" panose="020B0604020202020204" pitchFamily="34" charset="0"/>
                          <a:ea typeface="宋体" panose="02010600030101010101" pitchFamily="2" charset="-122"/>
                        </a:rPr>
                        <a:t>poll</a:t>
                      </a:r>
                      <a:endParaRPr lang="zh-CN" altLang="en-US" baseline="0" dirty="0">
                        <a:latin typeface="Arial" panose="020B0604020202020204" pitchFamily="34" charset="0"/>
                        <a:ea typeface="宋体" panose="02010600030101010101" pitchFamily="2" charset="-122"/>
                      </a:endParaRPr>
                    </a:p>
                  </a:txBody>
                  <a:tcPr anchor="ctr"/>
                </a:tc>
                <a:tc>
                  <a:txBody>
                    <a:bodyPr/>
                    <a:lstStyle/>
                    <a:p>
                      <a:pPr algn="ctr"/>
                      <a:r>
                        <a:rPr lang="en-US" altLang="zh-CN" baseline="0" dirty="0" err="1">
                          <a:latin typeface="Arial" panose="020B0604020202020204" pitchFamily="34" charset="0"/>
                          <a:ea typeface="宋体" panose="02010600030101010101" pitchFamily="2" charset="-122"/>
                        </a:rPr>
                        <a:t>epoll</a:t>
                      </a:r>
                      <a:endParaRPr lang="zh-CN" altLang="en-US" baseline="0" dirty="0">
                        <a:latin typeface="Arial" panose="020B0604020202020204" pitchFamily="34" charset="0"/>
                        <a:ea typeface="宋体" panose="02010600030101010101" pitchFamily="2" charset="-122"/>
                      </a:endParaRPr>
                    </a:p>
                  </a:txBody>
                  <a:tcPr anchor="ctr"/>
                </a:tc>
                <a:extLst>
                  <a:ext uri="{0D108BD9-81ED-4DB2-BD59-A6C34878D82A}">
                    <a16:rowId xmlns:a16="http://schemas.microsoft.com/office/drawing/2014/main" val="1096581513"/>
                  </a:ext>
                </a:extLst>
              </a:tr>
              <a:tr h="370840">
                <a:tc>
                  <a:txBody>
                    <a:bodyPr/>
                    <a:lstStyle/>
                    <a:p>
                      <a:pPr algn="ctr"/>
                      <a:r>
                        <a:rPr lang="zh-CN" altLang="en-US" sz="1800" b="1" baseline="0" dirty="0">
                          <a:latin typeface="Arial" panose="020B0604020202020204" pitchFamily="34" charset="0"/>
                          <a:ea typeface="宋体" panose="02010600030101010101" pitchFamily="2" charset="-122"/>
                        </a:rPr>
                        <a:t>事件集合</a:t>
                      </a:r>
                    </a:p>
                  </a:txBody>
                  <a:tcPr anchor="ctr"/>
                </a:tc>
                <a:tc>
                  <a:txBody>
                    <a:bodyPr/>
                    <a:lstStyle/>
                    <a:p>
                      <a:pPr algn="l"/>
                      <a:r>
                        <a:rPr lang="zh-CN" altLang="en-US" sz="1800" b="1" baseline="0" dirty="0">
                          <a:latin typeface="Arial" panose="020B0604020202020204" pitchFamily="34" charset="0"/>
                          <a:ea typeface="宋体" panose="02010600030101010101" pitchFamily="2" charset="-122"/>
                        </a:rPr>
                        <a:t>用户通过三个参数分别传入感兴趣的可读、可写及异常等事件，内核通过对这些参数的在线修改来反馈其中的就绪事件。这使得用户每次调用</a:t>
                      </a:r>
                      <a:r>
                        <a:rPr lang="en-US" altLang="zh-CN" sz="1800" b="1" baseline="0" dirty="0">
                          <a:latin typeface="Arial" panose="020B0604020202020204" pitchFamily="34" charset="0"/>
                          <a:ea typeface="宋体" panose="02010600030101010101" pitchFamily="2" charset="-122"/>
                        </a:rPr>
                        <a:t>select</a:t>
                      </a:r>
                      <a:r>
                        <a:rPr lang="zh-CN" altLang="en-US" sz="1800" b="1" baseline="0" dirty="0">
                          <a:latin typeface="Arial" panose="020B0604020202020204" pitchFamily="34" charset="0"/>
                          <a:ea typeface="宋体" panose="02010600030101010101" pitchFamily="2" charset="-122"/>
                        </a:rPr>
                        <a:t>都要重置这</a:t>
                      </a:r>
                      <a:r>
                        <a:rPr lang="en-US" altLang="zh-CN" sz="1800" b="1" baseline="0" dirty="0">
                          <a:latin typeface="Arial" panose="020B0604020202020204" pitchFamily="34" charset="0"/>
                          <a:ea typeface="宋体" panose="02010600030101010101" pitchFamily="2" charset="-122"/>
                        </a:rPr>
                        <a:t>3</a:t>
                      </a:r>
                      <a:r>
                        <a:rPr lang="zh-CN" altLang="en-US" sz="1800" b="1" baseline="0" dirty="0">
                          <a:latin typeface="Arial" panose="020B0604020202020204" pitchFamily="34" charset="0"/>
                          <a:ea typeface="宋体" panose="02010600030101010101" pitchFamily="2" charset="-122"/>
                        </a:rPr>
                        <a:t>个参数</a:t>
                      </a:r>
                    </a:p>
                  </a:txBody>
                  <a:tcPr/>
                </a:tc>
                <a:tc>
                  <a:txBody>
                    <a:bodyPr/>
                    <a:lstStyle/>
                    <a:p>
                      <a:pPr algn="l"/>
                      <a:r>
                        <a:rPr lang="zh-CN" altLang="en-US" sz="1800" b="1" baseline="0" dirty="0">
                          <a:latin typeface="Arial" panose="020B0604020202020204" pitchFamily="34" charset="0"/>
                          <a:ea typeface="宋体" panose="02010600030101010101" pitchFamily="2" charset="-122"/>
                        </a:rPr>
                        <a:t>统一处理所有事件类型，因此只需一个事件集参数。用户通过</a:t>
                      </a:r>
                      <a:r>
                        <a:rPr lang="en-US" altLang="zh-CN" sz="1800" b="1" baseline="0" dirty="0" err="1">
                          <a:latin typeface="Arial" panose="020B0604020202020204" pitchFamily="34" charset="0"/>
                          <a:ea typeface="宋体" panose="02010600030101010101" pitchFamily="2" charset="-122"/>
                        </a:rPr>
                        <a:t>pollfd.events</a:t>
                      </a:r>
                      <a:r>
                        <a:rPr lang="zh-CN" altLang="en-US" sz="1800" b="1" baseline="0" dirty="0">
                          <a:latin typeface="Arial" panose="020B0604020202020204" pitchFamily="34" charset="0"/>
                          <a:ea typeface="宋体" panose="02010600030101010101" pitchFamily="2" charset="-122"/>
                        </a:rPr>
                        <a:t>传入感兴趣的事件，内核通过修改</a:t>
                      </a:r>
                      <a:r>
                        <a:rPr lang="en-US" altLang="zh-CN" sz="1800" b="1" baseline="0" dirty="0" err="1">
                          <a:latin typeface="Arial" panose="020B0604020202020204" pitchFamily="34" charset="0"/>
                          <a:ea typeface="宋体" panose="02010600030101010101" pitchFamily="2" charset="-122"/>
                        </a:rPr>
                        <a:t>pollfd.revents</a:t>
                      </a:r>
                      <a:r>
                        <a:rPr lang="zh-CN" altLang="en-US" sz="1800" b="1" baseline="0" dirty="0">
                          <a:latin typeface="Arial" panose="020B0604020202020204" pitchFamily="34" charset="0"/>
                          <a:ea typeface="宋体" panose="02010600030101010101" pitchFamily="2" charset="-122"/>
                        </a:rPr>
                        <a:t>反馈其中就绪的事件</a:t>
                      </a:r>
                    </a:p>
                  </a:txBody>
                  <a:tcPr/>
                </a:tc>
                <a:tc>
                  <a:txBody>
                    <a:bodyPr/>
                    <a:lstStyle/>
                    <a:p>
                      <a:pPr algn="l"/>
                      <a:r>
                        <a:rPr lang="zh-CN" altLang="en-US" sz="1800" b="1" baseline="0" dirty="0">
                          <a:latin typeface="Arial" panose="020B0604020202020204" pitchFamily="34" charset="0"/>
                          <a:ea typeface="宋体" panose="02010600030101010101" pitchFamily="2" charset="-122"/>
                        </a:rPr>
                        <a:t>内核通过红黑树维护事件表，通过就绪链表管理就绪事件。因此每次调用</a:t>
                      </a:r>
                      <a:r>
                        <a:rPr lang="en-US" altLang="zh-CN" sz="1800" b="1" baseline="0" dirty="0" err="1">
                          <a:latin typeface="Arial" panose="020B0604020202020204" pitchFamily="34" charset="0"/>
                          <a:ea typeface="宋体" panose="02010600030101010101" pitchFamily="2" charset="-122"/>
                        </a:rPr>
                        <a:t>epoll_wait</a:t>
                      </a:r>
                      <a:r>
                        <a:rPr lang="zh-CN" altLang="en-US" sz="1800" b="1" baseline="0" dirty="0">
                          <a:latin typeface="Arial" panose="020B0604020202020204" pitchFamily="34" charset="0"/>
                          <a:ea typeface="宋体" panose="02010600030101010101" pitchFamily="2" charset="-122"/>
                        </a:rPr>
                        <a:t>时，无需反复传入用户感兴趣的事件。</a:t>
                      </a:r>
                      <a:r>
                        <a:rPr lang="en-US" altLang="zh-CN" sz="1800" b="1" baseline="0" dirty="0" err="1">
                          <a:latin typeface="Arial" panose="020B0604020202020204" pitchFamily="34" charset="0"/>
                          <a:ea typeface="宋体" panose="02010600030101010101" pitchFamily="2" charset="-122"/>
                        </a:rPr>
                        <a:t>epoll_wait</a:t>
                      </a:r>
                      <a:r>
                        <a:rPr lang="zh-CN" altLang="en-US" sz="1800" b="1" baseline="0" dirty="0">
                          <a:latin typeface="Arial" panose="020B0604020202020204" pitchFamily="34" charset="0"/>
                          <a:ea typeface="宋体" panose="02010600030101010101" pitchFamily="2" charset="-122"/>
                        </a:rPr>
                        <a:t>系统调用的参数</a:t>
                      </a:r>
                      <a:r>
                        <a:rPr lang="en-US" altLang="zh-CN" sz="1800" b="1" baseline="0" dirty="0">
                          <a:latin typeface="Arial" panose="020B0604020202020204" pitchFamily="34" charset="0"/>
                          <a:ea typeface="宋体" panose="02010600030101010101" pitchFamily="2" charset="-122"/>
                        </a:rPr>
                        <a:t>events</a:t>
                      </a:r>
                      <a:r>
                        <a:rPr lang="zh-CN" altLang="en-US" sz="1800" b="1" baseline="0" dirty="0">
                          <a:latin typeface="Arial" panose="020B0604020202020204" pitchFamily="34" charset="0"/>
                          <a:ea typeface="宋体" panose="02010600030101010101" pitchFamily="2" charset="-122"/>
                        </a:rPr>
                        <a:t>仅用来反馈就绪的事件</a:t>
                      </a:r>
                    </a:p>
                  </a:txBody>
                  <a:tcPr/>
                </a:tc>
                <a:extLst>
                  <a:ext uri="{0D108BD9-81ED-4DB2-BD59-A6C34878D82A}">
                    <a16:rowId xmlns:a16="http://schemas.microsoft.com/office/drawing/2014/main" val="1929511938"/>
                  </a:ext>
                </a:extLst>
              </a:tr>
              <a:tr h="370840">
                <a:tc>
                  <a:txBody>
                    <a:bodyPr/>
                    <a:lstStyle/>
                    <a:p>
                      <a:pPr algn="ctr"/>
                      <a:r>
                        <a:rPr lang="zh-CN" altLang="en-US" sz="1800" b="1" baseline="0" dirty="0">
                          <a:latin typeface="Arial" panose="020B0604020202020204" pitchFamily="34" charset="0"/>
                          <a:ea typeface="宋体" panose="02010600030101010101" pitchFamily="2" charset="-122"/>
                        </a:rPr>
                        <a:t>应用程序获取就绪事件的时间复杂度</a:t>
                      </a:r>
                    </a:p>
                  </a:txBody>
                  <a:tcPr anchor="ctr"/>
                </a:tc>
                <a:tc>
                  <a:txBody>
                    <a:bodyPr/>
                    <a:lstStyle/>
                    <a:p>
                      <a:pPr algn="ctr"/>
                      <a:r>
                        <a:rPr lang="en-US" altLang="zh-CN" sz="1800" b="1" baseline="0" dirty="0">
                          <a:latin typeface="Arial" panose="020B0604020202020204" pitchFamily="34" charset="0"/>
                          <a:ea typeface="宋体" panose="02010600030101010101" pitchFamily="2" charset="-122"/>
                        </a:rPr>
                        <a:t>O(N)</a:t>
                      </a:r>
                      <a:endParaRPr lang="zh-CN" altLang="en-US" sz="1800" b="1" baseline="0" dirty="0">
                        <a:latin typeface="Arial" panose="020B0604020202020204" pitchFamily="34" charset="0"/>
                        <a:ea typeface="宋体" panose="02010600030101010101" pitchFamily="2" charset="-122"/>
                      </a:endParaRPr>
                    </a:p>
                  </a:txBody>
                  <a:tcPr anchor="ctr"/>
                </a:tc>
                <a:tc>
                  <a:txBody>
                    <a:bodyPr/>
                    <a:lstStyle/>
                    <a:p>
                      <a:pPr algn="ctr"/>
                      <a:r>
                        <a:rPr lang="en-US" altLang="zh-CN" sz="1800" b="1" baseline="0" dirty="0">
                          <a:latin typeface="Arial" panose="020B0604020202020204" pitchFamily="34" charset="0"/>
                          <a:ea typeface="宋体" panose="02010600030101010101" pitchFamily="2" charset="-122"/>
                        </a:rPr>
                        <a:t>O(N)</a:t>
                      </a:r>
                      <a:endParaRPr lang="zh-CN" altLang="en-US" sz="1800" b="1" baseline="0" dirty="0">
                        <a:latin typeface="Arial" panose="020B0604020202020204" pitchFamily="34" charset="0"/>
                        <a:ea typeface="宋体" panose="02010600030101010101" pitchFamily="2" charset="-122"/>
                      </a:endParaRPr>
                    </a:p>
                  </a:txBody>
                  <a:tcPr anchor="ctr"/>
                </a:tc>
                <a:tc>
                  <a:txBody>
                    <a:bodyPr/>
                    <a:lstStyle/>
                    <a:p>
                      <a:pPr algn="l"/>
                      <a:r>
                        <a:rPr lang="en-US" altLang="zh-CN" sz="1800" b="1" baseline="0" dirty="0">
                          <a:latin typeface="Arial" panose="020B0604020202020204" pitchFamily="34" charset="0"/>
                          <a:ea typeface="宋体" panose="02010600030101010101" pitchFamily="2" charset="-122"/>
                        </a:rPr>
                        <a:t>O(k)</a:t>
                      </a:r>
                      <a:r>
                        <a:rPr lang="zh-CN" altLang="en-US" sz="1800" b="1" baseline="0" dirty="0">
                          <a:latin typeface="Arial" panose="020B0604020202020204" pitchFamily="34" charset="0"/>
                          <a:ea typeface="宋体" panose="02010600030101010101" pitchFamily="2" charset="-122"/>
                        </a:rPr>
                        <a:t>（</a:t>
                      </a:r>
                      <a:r>
                        <a:rPr lang="en-US" altLang="zh-CN" sz="1800" b="1" baseline="0" dirty="0">
                          <a:latin typeface="Arial" panose="020B0604020202020204" pitchFamily="34" charset="0"/>
                          <a:ea typeface="宋体" panose="02010600030101010101" pitchFamily="2" charset="-122"/>
                        </a:rPr>
                        <a:t>k</a:t>
                      </a:r>
                      <a:r>
                        <a:rPr lang="zh-CN" altLang="en-US" sz="1800" b="1" baseline="0" dirty="0">
                          <a:latin typeface="Arial" panose="020B0604020202020204" pitchFamily="34" charset="0"/>
                          <a:ea typeface="宋体" panose="02010600030101010101" pitchFamily="2" charset="-122"/>
                        </a:rPr>
                        <a:t>为就绪事件数，该时间复杂度与用户感兴趣的事件数</a:t>
                      </a:r>
                      <a:r>
                        <a:rPr lang="en-US" altLang="zh-CN" sz="1800" b="1" baseline="0" dirty="0">
                          <a:latin typeface="Arial" panose="020B0604020202020204" pitchFamily="34" charset="0"/>
                          <a:ea typeface="宋体" panose="02010600030101010101" pitchFamily="2" charset="-122"/>
                        </a:rPr>
                        <a:t>N</a:t>
                      </a:r>
                      <a:r>
                        <a:rPr lang="zh-CN" altLang="en-US" sz="1800" b="1" baseline="0" dirty="0">
                          <a:latin typeface="Arial" panose="020B0604020202020204" pitchFamily="34" charset="0"/>
                          <a:ea typeface="宋体" panose="02010600030101010101" pitchFamily="2" charset="-122"/>
                        </a:rPr>
                        <a:t>无关。）</a:t>
                      </a:r>
                    </a:p>
                  </a:txBody>
                  <a:tcPr anchor="ctr"/>
                </a:tc>
                <a:extLst>
                  <a:ext uri="{0D108BD9-81ED-4DB2-BD59-A6C34878D82A}">
                    <a16:rowId xmlns:a16="http://schemas.microsoft.com/office/drawing/2014/main" val="3379255218"/>
                  </a:ext>
                </a:extLst>
              </a:tr>
            </a:tbl>
          </a:graphicData>
        </a:graphic>
      </p:graphicFrame>
    </p:spTree>
    <p:extLst>
      <p:ext uri="{BB962C8B-B14F-4D97-AF65-F5344CB8AC3E}">
        <p14:creationId xmlns:p14="http://schemas.microsoft.com/office/powerpoint/2010/main" val="377359683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457200" y="277813"/>
            <a:ext cx="7570788" cy="1422995"/>
          </a:xfrm>
        </p:spPr>
        <p:txBody>
          <a:bodyPr/>
          <a:lstStyle/>
          <a:p>
            <a:pPr eaLnBrk="1" hangingPunct="1"/>
            <a:r>
              <a:rPr lang="zh-CN" altLang="en-US" dirty="0"/>
              <a:t>十、</a:t>
            </a:r>
            <a:r>
              <a:rPr lang="en-US" altLang="zh-CN" dirty="0"/>
              <a:t>select</a:t>
            </a:r>
            <a:r>
              <a:rPr lang="zh-CN" altLang="en-US" dirty="0"/>
              <a:t>、</a:t>
            </a:r>
            <a:r>
              <a:rPr lang="en-US" altLang="zh-CN" dirty="0"/>
              <a:t>poll</a:t>
            </a:r>
            <a:r>
              <a:rPr lang="zh-CN" altLang="en-US" dirty="0"/>
              <a:t>和</a:t>
            </a:r>
            <a:r>
              <a:rPr lang="en-US" altLang="zh-CN" dirty="0" err="1"/>
              <a:t>epoll</a:t>
            </a:r>
            <a:r>
              <a:rPr lang="zh-CN" altLang="en-US" dirty="0"/>
              <a:t>函数的</a:t>
            </a:r>
            <a:br>
              <a:rPr lang="en-US" altLang="zh-CN" dirty="0"/>
            </a:br>
            <a:r>
              <a:rPr lang="en-US" altLang="zh-CN" dirty="0"/>
              <a:t>       </a:t>
            </a:r>
            <a:r>
              <a:rPr lang="zh-CN" altLang="en-US" dirty="0"/>
              <a:t>区别与比较</a:t>
            </a:r>
          </a:p>
        </p:txBody>
      </p:sp>
      <p:graphicFrame>
        <p:nvGraphicFramePr>
          <p:cNvPr id="2" name="表格 2">
            <a:extLst>
              <a:ext uri="{FF2B5EF4-FFF2-40B4-BE49-F238E27FC236}">
                <a16:creationId xmlns:a16="http://schemas.microsoft.com/office/drawing/2014/main" id="{32A50C04-1478-4295-8542-C6F91E16D22F}"/>
              </a:ext>
            </a:extLst>
          </p:cNvPr>
          <p:cNvGraphicFramePr>
            <a:graphicFrameLocks noGrp="1"/>
          </p:cNvGraphicFramePr>
          <p:nvPr>
            <p:extLst>
              <p:ext uri="{D42A27DB-BD31-4B8C-83A1-F6EECF244321}">
                <p14:modId xmlns:p14="http://schemas.microsoft.com/office/powerpoint/2010/main" val="2269321318"/>
              </p:ext>
            </p:extLst>
          </p:nvPr>
        </p:nvGraphicFramePr>
        <p:xfrm>
          <a:off x="318356" y="1916832"/>
          <a:ext cx="8507288" cy="3744416"/>
        </p:xfrm>
        <a:graphic>
          <a:graphicData uri="http://schemas.openxmlformats.org/drawingml/2006/table">
            <a:tbl>
              <a:tblPr firstRow="1" bandRow="1">
                <a:tableStyleId>{5C22544A-7EE6-4342-B048-85BDC9FD1C3A}</a:tableStyleId>
              </a:tblPr>
              <a:tblGrid>
                <a:gridCol w="1589348">
                  <a:extLst>
                    <a:ext uri="{9D8B030D-6E8A-4147-A177-3AD203B41FA5}">
                      <a16:colId xmlns:a16="http://schemas.microsoft.com/office/drawing/2014/main" val="3941902517"/>
                    </a:ext>
                  </a:extLst>
                </a:gridCol>
                <a:gridCol w="2305980">
                  <a:extLst>
                    <a:ext uri="{9D8B030D-6E8A-4147-A177-3AD203B41FA5}">
                      <a16:colId xmlns:a16="http://schemas.microsoft.com/office/drawing/2014/main" val="876211425"/>
                    </a:ext>
                  </a:extLst>
                </a:gridCol>
                <a:gridCol w="2305980">
                  <a:extLst>
                    <a:ext uri="{9D8B030D-6E8A-4147-A177-3AD203B41FA5}">
                      <a16:colId xmlns:a16="http://schemas.microsoft.com/office/drawing/2014/main" val="4084435151"/>
                    </a:ext>
                  </a:extLst>
                </a:gridCol>
                <a:gridCol w="2305980">
                  <a:extLst>
                    <a:ext uri="{9D8B030D-6E8A-4147-A177-3AD203B41FA5}">
                      <a16:colId xmlns:a16="http://schemas.microsoft.com/office/drawing/2014/main" val="2384441493"/>
                    </a:ext>
                  </a:extLst>
                </a:gridCol>
              </a:tblGrid>
              <a:tr h="545910">
                <a:tc>
                  <a:txBody>
                    <a:bodyPr/>
                    <a:lstStyle/>
                    <a:p>
                      <a:pPr algn="ctr"/>
                      <a:r>
                        <a:rPr lang="zh-CN" altLang="en-US" baseline="0" dirty="0">
                          <a:latin typeface="Arial" panose="020B0604020202020204" pitchFamily="34" charset="0"/>
                          <a:ea typeface="宋体" panose="02010600030101010101" pitchFamily="2" charset="-122"/>
                        </a:rPr>
                        <a:t>系统调用</a:t>
                      </a:r>
                    </a:p>
                  </a:txBody>
                  <a:tcPr anchor="ctr"/>
                </a:tc>
                <a:tc>
                  <a:txBody>
                    <a:bodyPr/>
                    <a:lstStyle/>
                    <a:p>
                      <a:pPr algn="ctr"/>
                      <a:r>
                        <a:rPr lang="en-US" altLang="zh-CN" baseline="0" dirty="0">
                          <a:latin typeface="Arial" panose="020B0604020202020204" pitchFamily="34" charset="0"/>
                          <a:ea typeface="宋体" panose="02010600030101010101" pitchFamily="2" charset="-122"/>
                        </a:rPr>
                        <a:t>select</a:t>
                      </a:r>
                      <a:endParaRPr lang="zh-CN" altLang="en-US" baseline="0" dirty="0">
                        <a:latin typeface="Arial" panose="020B0604020202020204" pitchFamily="34" charset="0"/>
                        <a:ea typeface="宋体" panose="02010600030101010101" pitchFamily="2" charset="-122"/>
                      </a:endParaRPr>
                    </a:p>
                  </a:txBody>
                  <a:tcPr anchor="ctr"/>
                </a:tc>
                <a:tc>
                  <a:txBody>
                    <a:bodyPr/>
                    <a:lstStyle/>
                    <a:p>
                      <a:pPr algn="ctr"/>
                      <a:r>
                        <a:rPr lang="en-US" altLang="zh-CN" baseline="0" dirty="0">
                          <a:latin typeface="Arial" panose="020B0604020202020204" pitchFamily="34" charset="0"/>
                          <a:ea typeface="宋体" panose="02010600030101010101" pitchFamily="2" charset="-122"/>
                        </a:rPr>
                        <a:t>poll</a:t>
                      </a:r>
                      <a:endParaRPr lang="zh-CN" altLang="en-US" baseline="0" dirty="0">
                        <a:latin typeface="Arial" panose="020B0604020202020204" pitchFamily="34" charset="0"/>
                        <a:ea typeface="宋体" panose="02010600030101010101" pitchFamily="2" charset="-122"/>
                      </a:endParaRPr>
                    </a:p>
                  </a:txBody>
                  <a:tcPr anchor="ctr"/>
                </a:tc>
                <a:tc>
                  <a:txBody>
                    <a:bodyPr/>
                    <a:lstStyle/>
                    <a:p>
                      <a:pPr algn="ctr"/>
                      <a:r>
                        <a:rPr lang="en-US" altLang="zh-CN" baseline="0" dirty="0" err="1">
                          <a:latin typeface="Arial" panose="020B0604020202020204" pitchFamily="34" charset="0"/>
                          <a:ea typeface="宋体" panose="02010600030101010101" pitchFamily="2" charset="-122"/>
                        </a:rPr>
                        <a:t>epoll</a:t>
                      </a:r>
                      <a:endParaRPr lang="zh-CN" altLang="en-US" baseline="0" dirty="0">
                        <a:latin typeface="Arial" panose="020B0604020202020204" pitchFamily="34" charset="0"/>
                        <a:ea typeface="宋体" panose="02010600030101010101" pitchFamily="2" charset="-122"/>
                      </a:endParaRPr>
                    </a:p>
                  </a:txBody>
                  <a:tcPr anchor="ctr"/>
                </a:tc>
                <a:extLst>
                  <a:ext uri="{0D108BD9-81ED-4DB2-BD59-A6C34878D82A}">
                    <a16:rowId xmlns:a16="http://schemas.microsoft.com/office/drawing/2014/main" val="1096581513"/>
                  </a:ext>
                </a:extLst>
              </a:tr>
              <a:tr h="1063356">
                <a:tc>
                  <a:txBody>
                    <a:bodyPr/>
                    <a:lstStyle/>
                    <a:p>
                      <a:pPr algn="ctr"/>
                      <a:r>
                        <a:rPr lang="zh-CN" altLang="en-US" b="1" baseline="0" dirty="0">
                          <a:latin typeface="Arial" panose="020B0604020202020204" pitchFamily="34" charset="0"/>
                          <a:ea typeface="宋体" panose="02010600030101010101" pitchFamily="2" charset="-122"/>
                        </a:rPr>
                        <a:t>最大支持文件描述符个数</a:t>
                      </a:r>
                    </a:p>
                  </a:txBody>
                  <a:tcPr anchor="ctr"/>
                </a:tc>
                <a:tc>
                  <a:txBody>
                    <a:bodyPr/>
                    <a:lstStyle/>
                    <a:p>
                      <a:pPr algn="ctr"/>
                      <a:r>
                        <a:rPr lang="zh-CN" altLang="en-US" b="1" baseline="0" dirty="0">
                          <a:latin typeface="Arial" panose="020B0604020202020204" pitchFamily="34" charset="0"/>
                          <a:ea typeface="宋体" panose="02010600030101010101" pitchFamily="2" charset="-122"/>
                        </a:rPr>
                        <a:t>一般有最大值限制（</a:t>
                      </a:r>
                      <a:r>
                        <a:rPr lang="en-US" altLang="zh-CN" b="1" baseline="0" dirty="0">
                          <a:latin typeface="Arial" panose="020B0604020202020204" pitchFamily="34" charset="0"/>
                          <a:ea typeface="宋体" panose="02010600030101010101" pitchFamily="2" charset="-122"/>
                        </a:rPr>
                        <a:t>1024</a:t>
                      </a:r>
                      <a:r>
                        <a:rPr lang="zh-CN" altLang="en-US" b="1" baseline="0" dirty="0">
                          <a:latin typeface="Arial" panose="020B0604020202020204" pitchFamily="34" charset="0"/>
                          <a:ea typeface="宋体" panose="02010600030101010101" pitchFamily="2" charset="-122"/>
                        </a:rPr>
                        <a:t>）</a:t>
                      </a:r>
                    </a:p>
                  </a:txBody>
                  <a:tcPr anchor="ctr"/>
                </a:tc>
                <a:tc>
                  <a:txBody>
                    <a:bodyPr/>
                    <a:lstStyle/>
                    <a:p>
                      <a:pPr algn="ctr"/>
                      <a:r>
                        <a:rPr lang="en-US" altLang="zh-CN" b="1" baseline="0" dirty="0">
                          <a:solidFill>
                            <a:srgbClr val="0070C0"/>
                          </a:solidFill>
                          <a:latin typeface="Arial" panose="020B0604020202020204" pitchFamily="34" charset="0"/>
                          <a:ea typeface="宋体" panose="02010600030101010101" pitchFamily="2" charset="-122"/>
                        </a:rPr>
                        <a:t>65535</a:t>
                      </a:r>
                      <a:r>
                        <a:rPr lang="zh-CN" altLang="en-US" b="1" baseline="0" dirty="0">
                          <a:solidFill>
                            <a:srgbClr val="0070C0"/>
                          </a:solidFill>
                          <a:latin typeface="Arial" panose="020B0604020202020204" pitchFamily="34" charset="0"/>
                          <a:ea typeface="宋体" panose="02010600030101010101" pitchFamily="2" charset="-122"/>
                        </a:rPr>
                        <a:t>？</a:t>
                      </a:r>
                    </a:p>
                  </a:txBody>
                  <a:tcPr anchor="ctr"/>
                </a:tc>
                <a:tc>
                  <a:txBody>
                    <a:bodyPr/>
                    <a:lstStyle/>
                    <a:p>
                      <a:pPr algn="ctr"/>
                      <a:r>
                        <a:rPr lang="en-US" altLang="zh-CN" b="1" baseline="0" dirty="0">
                          <a:solidFill>
                            <a:srgbClr val="0070C0"/>
                          </a:solidFill>
                          <a:latin typeface="Arial" panose="020B0604020202020204" pitchFamily="34" charset="0"/>
                          <a:ea typeface="宋体" panose="02010600030101010101" pitchFamily="2" charset="-122"/>
                        </a:rPr>
                        <a:t>65535</a:t>
                      </a:r>
                      <a:r>
                        <a:rPr lang="zh-CN" altLang="en-US" b="1" baseline="0" dirty="0">
                          <a:solidFill>
                            <a:srgbClr val="0070C0"/>
                          </a:solidFill>
                          <a:latin typeface="Arial" panose="020B0604020202020204" pitchFamily="34" charset="0"/>
                          <a:ea typeface="宋体" panose="02010600030101010101" pitchFamily="2" charset="-122"/>
                        </a:rPr>
                        <a:t>？</a:t>
                      </a:r>
                    </a:p>
                  </a:txBody>
                  <a:tcPr anchor="ctr"/>
                </a:tc>
                <a:extLst>
                  <a:ext uri="{0D108BD9-81ED-4DB2-BD59-A6C34878D82A}">
                    <a16:rowId xmlns:a16="http://schemas.microsoft.com/office/drawing/2014/main" val="1929511938"/>
                  </a:ext>
                </a:extLst>
              </a:tr>
              <a:tr h="616071">
                <a:tc>
                  <a:txBody>
                    <a:bodyPr/>
                    <a:lstStyle/>
                    <a:p>
                      <a:pPr algn="ctr"/>
                      <a:r>
                        <a:rPr lang="zh-CN" altLang="en-US" b="1" baseline="0" dirty="0">
                          <a:latin typeface="Arial" panose="020B0604020202020204" pitchFamily="34" charset="0"/>
                          <a:ea typeface="宋体" panose="02010600030101010101" pitchFamily="2" charset="-122"/>
                        </a:rPr>
                        <a:t>工作模式</a:t>
                      </a:r>
                    </a:p>
                  </a:txBody>
                  <a:tcPr anchor="ctr"/>
                </a:tc>
                <a:tc>
                  <a:txBody>
                    <a:bodyPr/>
                    <a:lstStyle/>
                    <a:p>
                      <a:pPr algn="ctr"/>
                      <a:r>
                        <a:rPr lang="en-US" altLang="zh-CN" b="1" baseline="0" dirty="0">
                          <a:latin typeface="Arial" panose="020B0604020202020204" pitchFamily="34" charset="0"/>
                          <a:ea typeface="宋体" panose="02010600030101010101" pitchFamily="2" charset="-122"/>
                        </a:rPr>
                        <a:t>LT</a:t>
                      </a:r>
                      <a:endParaRPr lang="zh-CN" altLang="en-US" b="1" baseline="0" dirty="0">
                        <a:latin typeface="Arial" panose="020B0604020202020204" pitchFamily="34" charset="0"/>
                        <a:ea typeface="宋体" panose="02010600030101010101" pitchFamily="2" charset="-122"/>
                      </a:endParaRPr>
                    </a:p>
                  </a:txBody>
                  <a:tcPr anchor="ctr"/>
                </a:tc>
                <a:tc>
                  <a:txBody>
                    <a:bodyPr/>
                    <a:lstStyle/>
                    <a:p>
                      <a:pPr algn="ctr"/>
                      <a:r>
                        <a:rPr lang="en-US" altLang="zh-CN" b="1" baseline="0" dirty="0">
                          <a:latin typeface="Arial" panose="020B0604020202020204" pitchFamily="34" charset="0"/>
                          <a:ea typeface="宋体" panose="02010600030101010101" pitchFamily="2" charset="-122"/>
                        </a:rPr>
                        <a:t>LT</a:t>
                      </a:r>
                      <a:endParaRPr lang="zh-CN" altLang="en-US" b="1" baseline="0" dirty="0">
                        <a:latin typeface="Arial" panose="020B0604020202020204" pitchFamily="34" charset="0"/>
                        <a:ea typeface="宋体" panose="02010600030101010101" pitchFamily="2" charset="-122"/>
                      </a:endParaRPr>
                    </a:p>
                  </a:txBody>
                  <a:tcPr anchor="ctr"/>
                </a:tc>
                <a:tc>
                  <a:txBody>
                    <a:bodyPr/>
                    <a:lstStyle/>
                    <a:p>
                      <a:pPr algn="ctr"/>
                      <a:r>
                        <a:rPr lang="zh-CN" altLang="en-US" b="1" baseline="0" dirty="0">
                          <a:latin typeface="Arial" panose="020B0604020202020204" pitchFamily="34" charset="0"/>
                          <a:ea typeface="宋体" panose="02010600030101010101" pitchFamily="2" charset="-122"/>
                        </a:rPr>
                        <a:t>支持</a:t>
                      </a:r>
                      <a:r>
                        <a:rPr lang="en-US" altLang="zh-CN" b="1" baseline="0" dirty="0">
                          <a:latin typeface="Arial" panose="020B0604020202020204" pitchFamily="34" charset="0"/>
                          <a:ea typeface="宋体" panose="02010600030101010101" pitchFamily="2" charset="-122"/>
                        </a:rPr>
                        <a:t>LT</a:t>
                      </a:r>
                      <a:r>
                        <a:rPr lang="zh-CN" altLang="en-US" b="1" baseline="0" dirty="0">
                          <a:latin typeface="Arial" panose="020B0604020202020204" pitchFamily="34" charset="0"/>
                          <a:ea typeface="宋体" panose="02010600030101010101" pitchFamily="2" charset="-122"/>
                        </a:rPr>
                        <a:t>和</a:t>
                      </a:r>
                      <a:r>
                        <a:rPr lang="en-US" altLang="zh-CN" b="1" baseline="0" dirty="0">
                          <a:latin typeface="Arial" panose="020B0604020202020204" pitchFamily="34" charset="0"/>
                          <a:ea typeface="宋体" panose="02010600030101010101" pitchFamily="2" charset="-122"/>
                        </a:rPr>
                        <a:t>ET</a:t>
                      </a:r>
                      <a:endParaRPr lang="zh-CN" altLang="en-US" b="1" baseline="0" dirty="0">
                        <a:latin typeface="Arial" panose="020B0604020202020204" pitchFamily="34" charset="0"/>
                        <a:ea typeface="宋体" panose="02010600030101010101" pitchFamily="2" charset="-122"/>
                      </a:endParaRPr>
                    </a:p>
                  </a:txBody>
                  <a:tcPr anchor="ctr"/>
                </a:tc>
                <a:extLst>
                  <a:ext uri="{0D108BD9-81ED-4DB2-BD59-A6C34878D82A}">
                    <a16:rowId xmlns:a16="http://schemas.microsoft.com/office/drawing/2014/main" val="3379255218"/>
                  </a:ext>
                </a:extLst>
              </a:tr>
              <a:tr h="1519079">
                <a:tc>
                  <a:txBody>
                    <a:bodyPr/>
                    <a:lstStyle/>
                    <a:p>
                      <a:pPr algn="ctr"/>
                      <a:r>
                        <a:rPr lang="zh-CN" altLang="en-US" b="1" baseline="0" dirty="0">
                          <a:latin typeface="Arial" panose="020B0604020202020204" pitchFamily="34" charset="0"/>
                          <a:ea typeface="宋体" panose="02010600030101010101" pitchFamily="2" charset="-122"/>
                        </a:rPr>
                        <a:t>内核实现和工作效率</a:t>
                      </a:r>
                    </a:p>
                  </a:txBody>
                  <a:tcPr anchor="ctr"/>
                </a:tc>
                <a:tc>
                  <a:txBody>
                    <a:bodyPr/>
                    <a:lstStyle/>
                    <a:p>
                      <a:pPr algn="l"/>
                      <a:r>
                        <a:rPr lang="zh-CN" altLang="en-US" b="1" baseline="0" dirty="0">
                          <a:latin typeface="Arial" panose="020B0604020202020204" pitchFamily="34" charset="0"/>
                          <a:ea typeface="宋体" panose="02010600030101010101" pitchFamily="2" charset="-122"/>
                        </a:rPr>
                        <a:t>采用轮询方式来检测就绪事件，算法时间复杂度为</a:t>
                      </a:r>
                      <a:r>
                        <a:rPr lang="en-US" altLang="zh-CN" b="1" baseline="0" dirty="0">
                          <a:latin typeface="Arial" panose="020B0604020202020204" pitchFamily="34" charset="0"/>
                          <a:ea typeface="宋体" panose="02010600030101010101" pitchFamily="2" charset="-122"/>
                        </a:rPr>
                        <a:t>O(N)</a:t>
                      </a:r>
                      <a:endParaRPr lang="zh-CN" altLang="en-US" b="1" baseline="0" dirty="0">
                        <a:latin typeface="Arial" panose="020B0604020202020204" pitchFamily="34" charset="0"/>
                        <a:ea typeface="宋体" panose="02010600030101010101" pitchFamily="2" charset="-122"/>
                      </a:endParaRPr>
                    </a:p>
                  </a:txBody>
                  <a:tcPr anchor="ctr"/>
                </a:tc>
                <a:tc>
                  <a:txBody>
                    <a:bodyPr/>
                    <a:lstStyle/>
                    <a:p>
                      <a:pPr algn="l"/>
                      <a:r>
                        <a:rPr lang="zh-CN" altLang="en-US" b="1" baseline="0" dirty="0">
                          <a:latin typeface="Arial" panose="020B0604020202020204" pitchFamily="34" charset="0"/>
                          <a:ea typeface="宋体" panose="02010600030101010101" pitchFamily="2" charset="-122"/>
                        </a:rPr>
                        <a:t>采用轮询方式来检测就绪事件，算法时间复杂度为</a:t>
                      </a:r>
                      <a:r>
                        <a:rPr lang="en-US" altLang="zh-CN" b="1" baseline="0" dirty="0">
                          <a:latin typeface="Arial" panose="020B0604020202020204" pitchFamily="34" charset="0"/>
                          <a:ea typeface="宋体" panose="02010600030101010101" pitchFamily="2" charset="-122"/>
                        </a:rPr>
                        <a:t>O(N)</a:t>
                      </a:r>
                      <a:endParaRPr lang="zh-CN" altLang="en-US" b="1" baseline="0" dirty="0">
                        <a:latin typeface="Arial" panose="020B0604020202020204" pitchFamily="34" charset="0"/>
                        <a:ea typeface="宋体" panose="02010600030101010101" pitchFamily="2" charset="-122"/>
                      </a:endParaRPr>
                    </a:p>
                  </a:txBody>
                  <a:tcPr anchor="ctr"/>
                </a:tc>
                <a:tc>
                  <a:txBody>
                    <a:bodyPr/>
                    <a:lstStyle/>
                    <a:p>
                      <a:pPr algn="just"/>
                      <a:r>
                        <a:rPr lang="en-US" altLang="zh-CN" sz="1400" b="1" baseline="0" dirty="0" err="1">
                          <a:latin typeface="Arial" panose="020B0604020202020204" pitchFamily="34" charset="0"/>
                          <a:ea typeface="宋体" panose="02010600030101010101" pitchFamily="2" charset="-122"/>
                        </a:rPr>
                        <a:t>epoll</a:t>
                      </a:r>
                      <a:r>
                        <a:rPr lang="zh-CN" altLang="en-US" sz="1400" b="1" baseline="0" dirty="0">
                          <a:latin typeface="Arial" panose="020B0604020202020204" pitchFamily="34" charset="0"/>
                          <a:ea typeface="宋体" panose="02010600030101010101" pitchFamily="2" charset="-122"/>
                        </a:rPr>
                        <a:t>基于事件驱动与回调机制，仅处理就绪的事件（数量为</a:t>
                      </a:r>
                      <a:r>
                        <a:rPr lang="en-US" altLang="zh-CN" sz="1400" b="1" baseline="0" dirty="0">
                          <a:latin typeface="Arial" panose="020B0604020202020204" pitchFamily="34" charset="0"/>
                          <a:ea typeface="宋体" panose="02010600030101010101" pitchFamily="2" charset="-122"/>
                        </a:rPr>
                        <a:t>k</a:t>
                      </a:r>
                      <a:r>
                        <a:rPr lang="zh-CN" altLang="en-US" sz="1400" b="1" baseline="0" dirty="0">
                          <a:latin typeface="Arial" panose="020B0604020202020204" pitchFamily="34" charset="0"/>
                          <a:ea typeface="宋体" panose="02010600030101010101" pitchFamily="2" charset="-122"/>
                        </a:rPr>
                        <a:t>），其时间复杂度为</a:t>
                      </a:r>
                      <a:r>
                        <a:rPr lang="en-US" altLang="zh-CN" sz="1400" b="1" baseline="0" dirty="0">
                          <a:latin typeface="Arial" panose="020B0604020202020204" pitchFamily="34" charset="0"/>
                          <a:ea typeface="宋体" panose="02010600030101010101" pitchFamily="2" charset="-122"/>
                        </a:rPr>
                        <a:t>O(k) </a:t>
                      </a:r>
                      <a:r>
                        <a:rPr lang="zh-CN" altLang="en-US" sz="1400" b="1" baseline="0" dirty="0">
                          <a:latin typeface="Arial" panose="020B0604020202020204" pitchFamily="34" charset="0"/>
                          <a:ea typeface="宋体" panose="02010600030101010101" pitchFamily="2" charset="-122"/>
                        </a:rPr>
                        <a:t>而非</a:t>
                      </a:r>
                      <a:r>
                        <a:rPr lang="en-US" altLang="zh-CN" sz="1400" b="1" baseline="0" dirty="0">
                          <a:latin typeface="Arial" panose="020B0604020202020204" pitchFamily="34" charset="0"/>
                          <a:ea typeface="宋体" panose="02010600030101010101" pitchFamily="2" charset="-122"/>
                        </a:rPr>
                        <a:t>O(N)</a:t>
                      </a:r>
                      <a:r>
                        <a:rPr lang="zh-CN" altLang="en-US" sz="1400" b="1" baseline="0" dirty="0">
                          <a:latin typeface="Arial" panose="020B0604020202020204" pitchFamily="34" charset="0"/>
                          <a:ea typeface="宋体" panose="02010600030101010101" pitchFamily="2" charset="-122"/>
                        </a:rPr>
                        <a:t>。在低活跃（</a:t>
                      </a:r>
                      <a:r>
                        <a:rPr lang="en-US" altLang="zh-CN" sz="1400" b="1" baseline="0" dirty="0">
                          <a:latin typeface="Arial" panose="020B0604020202020204" pitchFamily="34" charset="0"/>
                          <a:ea typeface="宋体" panose="02010600030101010101" pitchFamily="2" charset="-122"/>
                        </a:rPr>
                        <a:t>k ≪ N</a:t>
                      </a:r>
                      <a:r>
                        <a:rPr lang="zh-CN" altLang="en-US" sz="1400" b="1" baseline="0" dirty="0">
                          <a:latin typeface="Arial" panose="020B0604020202020204" pitchFamily="34" charset="0"/>
                          <a:ea typeface="宋体" panose="02010600030101010101" pitchFamily="2" charset="-122"/>
                        </a:rPr>
                        <a:t>）场景下，其性能可近似视为</a:t>
                      </a:r>
                      <a:r>
                        <a:rPr lang="en-US" altLang="zh-CN" sz="1400" b="1" baseline="0" dirty="0">
                          <a:latin typeface="Arial" panose="020B0604020202020204" pitchFamily="34" charset="0"/>
                          <a:ea typeface="宋体" panose="02010600030101010101" pitchFamily="2" charset="-122"/>
                        </a:rPr>
                        <a:t>O(1)</a:t>
                      </a:r>
                      <a:r>
                        <a:rPr lang="zh-CN" altLang="en-US" sz="1400" b="1" baseline="0" dirty="0">
                          <a:latin typeface="Arial" panose="020B0604020202020204" pitchFamily="34" charset="0"/>
                          <a:ea typeface="宋体" panose="02010600030101010101" pitchFamily="2" charset="-122"/>
                        </a:rPr>
                        <a:t>。</a:t>
                      </a:r>
                    </a:p>
                  </a:txBody>
                  <a:tcPr anchor="ctr"/>
                </a:tc>
                <a:extLst>
                  <a:ext uri="{0D108BD9-81ED-4DB2-BD59-A6C34878D82A}">
                    <a16:rowId xmlns:a16="http://schemas.microsoft.com/office/drawing/2014/main" val="747910015"/>
                  </a:ext>
                </a:extLst>
              </a:tr>
            </a:tbl>
          </a:graphicData>
        </a:graphic>
      </p:graphicFrame>
      <p:sp>
        <p:nvSpPr>
          <p:cNvPr id="3" name="TextBox 2">
            <a:extLst>
              <a:ext uri="{FF2B5EF4-FFF2-40B4-BE49-F238E27FC236}">
                <a16:creationId xmlns:a16="http://schemas.microsoft.com/office/drawing/2014/main" id="{4A507B9D-1893-1FC2-5A3F-FB6A045E99BA}"/>
              </a:ext>
            </a:extLst>
          </p:cNvPr>
          <p:cNvSpPr txBox="1">
            <a:spLocks noChangeArrowheads="1"/>
          </p:cNvSpPr>
          <p:nvPr/>
        </p:nvSpPr>
        <p:spPr bwMode="auto">
          <a:xfrm>
            <a:off x="318356" y="5805264"/>
            <a:ext cx="4253644" cy="850939"/>
          </a:xfrm>
          <a:prstGeom prst="rect">
            <a:avLst/>
          </a:prstGeom>
          <a:ln/>
        </p:spPr>
        <p:style>
          <a:lnRef idx="1">
            <a:schemeClr val="accent3"/>
          </a:lnRef>
          <a:fillRef idx="2">
            <a:schemeClr val="accent3"/>
          </a:fillRef>
          <a:effectRef idx="1">
            <a:schemeClr val="accent3"/>
          </a:effectRef>
          <a:fontRef idx="minor">
            <a:schemeClr val="dk1"/>
          </a:fontRef>
        </p:style>
        <p:txBody>
          <a:bodyPr wrap="squar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lnSpc>
                <a:spcPct val="130000"/>
              </a:lnSpc>
              <a:defRPr/>
            </a:pPr>
            <a:r>
              <a:rPr lang="zh-CN" altLang="en-US" sz="2000" b="1" dirty="0">
                <a:solidFill>
                  <a:srgbClr val="000000"/>
                </a:solidFill>
              </a:rPr>
              <a:t>系统级：</a:t>
            </a:r>
            <a:r>
              <a:rPr lang="en-US" altLang="zh-CN" sz="2000" b="1" dirty="0">
                <a:solidFill>
                  <a:srgbClr val="000000"/>
                </a:solidFill>
              </a:rPr>
              <a:t>cat /proc/sys/fs/file-max</a:t>
            </a:r>
          </a:p>
          <a:p>
            <a:pPr eaLnBrk="1" hangingPunct="1">
              <a:lnSpc>
                <a:spcPct val="130000"/>
              </a:lnSpc>
              <a:defRPr/>
            </a:pPr>
            <a:r>
              <a:rPr lang="en-US" altLang="zh-CN" sz="2000" b="1" dirty="0">
                <a:solidFill>
                  <a:srgbClr val="000000"/>
                </a:solidFill>
              </a:rPr>
              <a:t>9223372036854775807</a:t>
            </a:r>
          </a:p>
        </p:txBody>
      </p:sp>
      <p:sp>
        <p:nvSpPr>
          <p:cNvPr id="4" name="TextBox 2">
            <a:extLst>
              <a:ext uri="{FF2B5EF4-FFF2-40B4-BE49-F238E27FC236}">
                <a16:creationId xmlns:a16="http://schemas.microsoft.com/office/drawing/2014/main" id="{413D8FEA-EA1C-F9FB-4A20-2B3B5F467072}"/>
              </a:ext>
            </a:extLst>
          </p:cNvPr>
          <p:cNvSpPr txBox="1">
            <a:spLocks noChangeArrowheads="1"/>
          </p:cNvSpPr>
          <p:nvPr/>
        </p:nvSpPr>
        <p:spPr bwMode="auto">
          <a:xfrm>
            <a:off x="4572000" y="5805264"/>
            <a:ext cx="4253644" cy="850939"/>
          </a:xfrm>
          <a:prstGeom prst="rect">
            <a:avLst/>
          </a:prstGeom>
          <a:ln/>
        </p:spPr>
        <p:style>
          <a:lnRef idx="1">
            <a:schemeClr val="accent3"/>
          </a:lnRef>
          <a:fillRef idx="2">
            <a:schemeClr val="accent3"/>
          </a:fillRef>
          <a:effectRef idx="1">
            <a:schemeClr val="accent3"/>
          </a:effectRef>
          <a:fontRef idx="minor">
            <a:schemeClr val="dk1"/>
          </a:fontRef>
        </p:style>
        <p:txBody>
          <a:bodyPr wrap="squar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lnSpc>
                <a:spcPct val="130000"/>
              </a:lnSpc>
              <a:defRPr/>
            </a:pPr>
            <a:r>
              <a:rPr lang="zh-CN" altLang="en-US" sz="2000" b="1" dirty="0">
                <a:solidFill>
                  <a:srgbClr val="000000"/>
                </a:solidFill>
              </a:rPr>
              <a:t>进程级：</a:t>
            </a:r>
            <a:r>
              <a:rPr lang="en-US" altLang="zh-CN" sz="2000" b="1" dirty="0" err="1">
                <a:solidFill>
                  <a:srgbClr val="000000"/>
                </a:solidFill>
              </a:rPr>
              <a:t>ulimit</a:t>
            </a:r>
            <a:r>
              <a:rPr lang="en-US" altLang="zh-CN" sz="2000" b="1" dirty="0">
                <a:solidFill>
                  <a:srgbClr val="000000"/>
                </a:solidFill>
              </a:rPr>
              <a:t> -n</a:t>
            </a:r>
          </a:p>
          <a:p>
            <a:pPr eaLnBrk="1" hangingPunct="1">
              <a:lnSpc>
                <a:spcPct val="130000"/>
              </a:lnSpc>
              <a:defRPr/>
            </a:pPr>
            <a:r>
              <a:rPr lang="en-US" altLang="zh-CN" sz="2000" b="1" dirty="0">
                <a:solidFill>
                  <a:srgbClr val="000000"/>
                </a:solidFill>
              </a:rPr>
              <a:t>1024</a:t>
            </a:r>
          </a:p>
        </p:txBody>
      </p:sp>
    </p:spTree>
    <p:extLst>
      <p:ext uri="{BB962C8B-B14F-4D97-AF65-F5344CB8AC3E}">
        <p14:creationId xmlns:p14="http://schemas.microsoft.com/office/powerpoint/2010/main" val="372936494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457200" y="277813"/>
            <a:ext cx="7570788" cy="1422995"/>
          </a:xfrm>
        </p:spPr>
        <p:txBody>
          <a:bodyPr/>
          <a:lstStyle/>
          <a:p>
            <a:pPr eaLnBrk="1" hangingPunct="1"/>
            <a:r>
              <a:rPr lang="zh-CN" altLang="en-US" dirty="0"/>
              <a:t>十、</a:t>
            </a:r>
            <a:r>
              <a:rPr lang="en-US" altLang="zh-CN" dirty="0"/>
              <a:t>select</a:t>
            </a:r>
            <a:r>
              <a:rPr lang="zh-CN" altLang="en-US" dirty="0"/>
              <a:t>、</a:t>
            </a:r>
            <a:r>
              <a:rPr lang="en-US" altLang="zh-CN" dirty="0"/>
              <a:t>poll</a:t>
            </a:r>
            <a:r>
              <a:rPr lang="zh-CN" altLang="en-US" dirty="0"/>
              <a:t>和</a:t>
            </a:r>
            <a:r>
              <a:rPr lang="en-US" altLang="zh-CN" dirty="0" err="1"/>
              <a:t>epoll</a:t>
            </a:r>
            <a:r>
              <a:rPr lang="zh-CN" altLang="en-US" dirty="0"/>
              <a:t>函数的</a:t>
            </a:r>
            <a:br>
              <a:rPr lang="en-US" altLang="zh-CN" dirty="0"/>
            </a:br>
            <a:r>
              <a:rPr lang="en-US" altLang="zh-CN" dirty="0"/>
              <a:t>       </a:t>
            </a:r>
            <a:r>
              <a:rPr lang="zh-CN" altLang="en-US" dirty="0"/>
              <a:t>区别与比较</a:t>
            </a:r>
          </a:p>
        </p:txBody>
      </p:sp>
      <p:graphicFrame>
        <p:nvGraphicFramePr>
          <p:cNvPr id="2" name="表格 2">
            <a:extLst>
              <a:ext uri="{FF2B5EF4-FFF2-40B4-BE49-F238E27FC236}">
                <a16:creationId xmlns:a16="http://schemas.microsoft.com/office/drawing/2014/main" id="{32A50C04-1478-4295-8542-C6F91E16D22F}"/>
              </a:ext>
            </a:extLst>
          </p:cNvPr>
          <p:cNvGraphicFramePr>
            <a:graphicFrameLocks noGrp="1"/>
          </p:cNvGraphicFramePr>
          <p:nvPr>
            <p:extLst>
              <p:ext uri="{D42A27DB-BD31-4B8C-83A1-F6EECF244321}">
                <p14:modId xmlns:p14="http://schemas.microsoft.com/office/powerpoint/2010/main" val="1438320770"/>
              </p:ext>
            </p:extLst>
          </p:nvPr>
        </p:nvGraphicFramePr>
        <p:xfrm>
          <a:off x="318356" y="2514692"/>
          <a:ext cx="8507288" cy="3434588"/>
        </p:xfrm>
        <a:graphic>
          <a:graphicData uri="http://schemas.openxmlformats.org/drawingml/2006/table">
            <a:tbl>
              <a:tblPr firstRow="1" bandRow="1">
                <a:tableStyleId>{5C22544A-7EE6-4342-B048-85BDC9FD1C3A}</a:tableStyleId>
              </a:tblPr>
              <a:tblGrid>
                <a:gridCol w="2126822">
                  <a:extLst>
                    <a:ext uri="{9D8B030D-6E8A-4147-A177-3AD203B41FA5}">
                      <a16:colId xmlns:a16="http://schemas.microsoft.com/office/drawing/2014/main" val="3941902517"/>
                    </a:ext>
                  </a:extLst>
                </a:gridCol>
                <a:gridCol w="2126822">
                  <a:extLst>
                    <a:ext uri="{9D8B030D-6E8A-4147-A177-3AD203B41FA5}">
                      <a16:colId xmlns:a16="http://schemas.microsoft.com/office/drawing/2014/main" val="876211425"/>
                    </a:ext>
                  </a:extLst>
                </a:gridCol>
                <a:gridCol w="2126822">
                  <a:extLst>
                    <a:ext uri="{9D8B030D-6E8A-4147-A177-3AD203B41FA5}">
                      <a16:colId xmlns:a16="http://schemas.microsoft.com/office/drawing/2014/main" val="4084435151"/>
                    </a:ext>
                  </a:extLst>
                </a:gridCol>
                <a:gridCol w="2126822">
                  <a:extLst>
                    <a:ext uri="{9D8B030D-6E8A-4147-A177-3AD203B41FA5}">
                      <a16:colId xmlns:a16="http://schemas.microsoft.com/office/drawing/2014/main" val="2384441493"/>
                    </a:ext>
                  </a:extLst>
                </a:gridCol>
              </a:tblGrid>
              <a:tr h="516749">
                <a:tc>
                  <a:txBody>
                    <a:bodyPr/>
                    <a:lstStyle/>
                    <a:p>
                      <a:pPr algn="ctr"/>
                      <a:r>
                        <a:rPr lang="zh-CN" altLang="en-US" sz="2200" baseline="0" dirty="0">
                          <a:latin typeface="Arial" panose="020B0604020202020204" pitchFamily="34" charset="0"/>
                          <a:ea typeface="宋体" panose="02010600030101010101" pitchFamily="2" charset="-122"/>
                        </a:rPr>
                        <a:t>监听的文件</a:t>
                      </a:r>
                      <a:endParaRPr lang="en-US" altLang="zh-CN" sz="2200" baseline="0" dirty="0">
                        <a:latin typeface="Arial" panose="020B0604020202020204" pitchFamily="34" charset="0"/>
                        <a:ea typeface="宋体" panose="02010600030101010101" pitchFamily="2" charset="-122"/>
                      </a:endParaRPr>
                    </a:p>
                    <a:p>
                      <a:pPr algn="ctr"/>
                      <a:r>
                        <a:rPr lang="zh-CN" altLang="en-US" sz="2200" baseline="0" dirty="0">
                          <a:latin typeface="Arial" panose="020B0604020202020204" pitchFamily="34" charset="0"/>
                          <a:ea typeface="宋体" panose="02010600030101010101" pitchFamily="2" charset="-122"/>
                        </a:rPr>
                        <a:t>描述符数量</a:t>
                      </a:r>
                    </a:p>
                  </a:txBody>
                  <a:tcPr anchor="ctr"/>
                </a:tc>
                <a:tc>
                  <a:txBody>
                    <a:bodyPr/>
                    <a:lstStyle/>
                    <a:p>
                      <a:pPr algn="ctr"/>
                      <a:r>
                        <a:rPr lang="en-US" altLang="zh-CN" sz="2200" baseline="0" dirty="0">
                          <a:latin typeface="Arial" panose="020B0604020202020204" pitchFamily="34" charset="0"/>
                          <a:ea typeface="宋体" panose="02010600030101010101" pitchFamily="2" charset="-122"/>
                        </a:rPr>
                        <a:t>select</a:t>
                      </a:r>
                      <a:endParaRPr lang="zh-CN" altLang="en-US" sz="2200" baseline="0" dirty="0">
                        <a:latin typeface="Arial" panose="020B0604020202020204" pitchFamily="34" charset="0"/>
                        <a:ea typeface="宋体" panose="02010600030101010101" pitchFamily="2" charset="-122"/>
                      </a:endParaRPr>
                    </a:p>
                  </a:txBody>
                  <a:tcPr anchor="ctr"/>
                </a:tc>
                <a:tc>
                  <a:txBody>
                    <a:bodyPr/>
                    <a:lstStyle/>
                    <a:p>
                      <a:pPr algn="ctr"/>
                      <a:r>
                        <a:rPr lang="en-US" altLang="zh-CN" sz="2200" baseline="0" dirty="0">
                          <a:latin typeface="Arial" panose="020B0604020202020204" pitchFamily="34" charset="0"/>
                          <a:ea typeface="宋体" panose="02010600030101010101" pitchFamily="2" charset="-122"/>
                        </a:rPr>
                        <a:t>poll</a:t>
                      </a:r>
                      <a:endParaRPr lang="zh-CN" altLang="en-US" sz="2200" baseline="0" dirty="0">
                        <a:latin typeface="Arial" panose="020B0604020202020204" pitchFamily="34" charset="0"/>
                        <a:ea typeface="宋体" panose="02010600030101010101" pitchFamily="2" charset="-122"/>
                      </a:endParaRPr>
                    </a:p>
                  </a:txBody>
                  <a:tcPr anchor="ctr"/>
                </a:tc>
                <a:tc>
                  <a:txBody>
                    <a:bodyPr/>
                    <a:lstStyle/>
                    <a:p>
                      <a:pPr algn="ctr"/>
                      <a:r>
                        <a:rPr lang="en-US" altLang="zh-CN" sz="2200" baseline="0" dirty="0" err="1">
                          <a:latin typeface="Arial" panose="020B0604020202020204" pitchFamily="34" charset="0"/>
                          <a:ea typeface="宋体" panose="02010600030101010101" pitchFamily="2" charset="-122"/>
                        </a:rPr>
                        <a:t>epoll</a:t>
                      </a:r>
                      <a:endParaRPr lang="zh-CN" altLang="en-US" sz="2200" baseline="0" dirty="0">
                        <a:latin typeface="Arial" panose="020B0604020202020204" pitchFamily="34" charset="0"/>
                        <a:ea typeface="宋体" panose="02010600030101010101" pitchFamily="2" charset="-122"/>
                      </a:endParaRPr>
                    </a:p>
                  </a:txBody>
                  <a:tcPr anchor="ctr"/>
                </a:tc>
                <a:extLst>
                  <a:ext uri="{0D108BD9-81ED-4DB2-BD59-A6C34878D82A}">
                    <a16:rowId xmlns:a16="http://schemas.microsoft.com/office/drawing/2014/main" val="1096581513"/>
                  </a:ext>
                </a:extLst>
              </a:tr>
              <a:tr h="668147">
                <a:tc>
                  <a:txBody>
                    <a:bodyPr/>
                    <a:lstStyle/>
                    <a:p>
                      <a:pPr algn="ctr"/>
                      <a:r>
                        <a:rPr lang="en-US" altLang="zh-CN" sz="2000" b="1" baseline="0" dirty="0">
                          <a:latin typeface="Arial" panose="020B0604020202020204" pitchFamily="34" charset="0"/>
                          <a:ea typeface="宋体" panose="02010600030101010101" pitchFamily="2" charset="-122"/>
                        </a:rPr>
                        <a:t>10</a:t>
                      </a:r>
                      <a:endParaRPr lang="zh-CN" altLang="en-US" sz="2000" b="1" baseline="0" dirty="0">
                        <a:latin typeface="Arial" panose="020B0604020202020204" pitchFamily="34" charset="0"/>
                        <a:ea typeface="宋体" panose="02010600030101010101" pitchFamily="2" charset="-122"/>
                      </a:endParaRPr>
                    </a:p>
                  </a:txBody>
                  <a:tcPr anchor="ctr"/>
                </a:tc>
                <a:tc>
                  <a:txBody>
                    <a:bodyPr/>
                    <a:lstStyle/>
                    <a:p>
                      <a:pPr algn="ctr" fontAlgn="b"/>
                      <a:r>
                        <a:rPr lang="en-US" altLang="zh-CN" sz="2000" b="1" i="0" u="none" strike="noStrike" baseline="0" dirty="0">
                          <a:solidFill>
                            <a:srgbClr val="000000"/>
                          </a:solidFill>
                          <a:effectLst/>
                          <a:latin typeface="Arial" panose="020B0604020202020204" pitchFamily="34" charset="0"/>
                          <a:ea typeface="宋体" panose="02010600030101010101" pitchFamily="2" charset="-122"/>
                        </a:rPr>
                        <a:t>0.73</a:t>
                      </a:r>
                    </a:p>
                  </a:txBody>
                  <a:tcPr marL="7620" marR="7620" marT="7620" marB="0" anchor="ctr"/>
                </a:tc>
                <a:tc>
                  <a:txBody>
                    <a:bodyPr/>
                    <a:lstStyle/>
                    <a:p>
                      <a:pPr algn="ctr" fontAlgn="b"/>
                      <a:r>
                        <a:rPr lang="en-US" altLang="zh-CN" sz="2000" b="1" i="0" u="none" strike="noStrike" baseline="0" dirty="0">
                          <a:solidFill>
                            <a:srgbClr val="000000"/>
                          </a:solidFill>
                          <a:effectLst/>
                          <a:latin typeface="Arial" panose="020B0604020202020204" pitchFamily="34" charset="0"/>
                          <a:ea typeface="宋体" panose="02010600030101010101" pitchFamily="2" charset="-122"/>
                        </a:rPr>
                        <a:t>0.61</a:t>
                      </a:r>
                    </a:p>
                  </a:txBody>
                  <a:tcPr marL="7620" marR="7620" marT="7620" marB="0" anchor="ctr"/>
                </a:tc>
                <a:tc>
                  <a:txBody>
                    <a:bodyPr/>
                    <a:lstStyle/>
                    <a:p>
                      <a:pPr algn="ctr" fontAlgn="b"/>
                      <a:r>
                        <a:rPr lang="en-US" altLang="zh-CN" sz="2000" b="1" i="0" u="none" strike="noStrike" baseline="0" dirty="0">
                          <a:solidFill>
                            <a:srgbClr val="000000"/>
                          </a:solidFill>
                          <a:effectLst/>
                          <a:latin typeface="Arial" panose="020B0604020202020204" pitchFamily="34" charset="0"/>
                          <a:ea typeface="宋体" panose="02010600030101010101" pitchFamily="2" charset="-122"/>
                        </a:rPr>
                        <a:t>0.41</a:t>
                      </a:r>
                    </a:p>
                  </a:txBody>
                  <a:tcPr marL="7620" marR="7620" marT="7620" marB="0" anchor="ctr"/>
                </a:tc>
                <a:extLst>
                  <a:ext uri="{0D108BD9-81ED-4DB2-BD59-A6C34878D82A}">
                    <a16:rowId xmlns:a16="http://schemas.microsoft.com/office/drawing/2014/main" val="1929511938"/>
                  </a:ext>
                </a:extLst>
              </a:tr>
              <a:tr h="668147">
                <a:tc>
                  <a:txBody>
                    <a:bodyPr/>
                    <a:lstStyle/>
                    <a:p>
                      <a:pPr algn="ctr"/>
                      <a:r>
                        <a:rPr lang="en-US" altLang="zh-CN" sz="2000" b="1" baseline="0" dirty="0">
                          <a:latin typeface="Arial" panose="020B0604020202020204" pitchFamily="34" charset="0"/>
                          <a:ea typeface="宋体" panose="02010600030101010101" pitchFamily="2" charset="-122"/>
                        </a:rPr>
                        <a:t>100</a:t>
                      </a:r>
                      <a:endParaRPr lang="zh-CN" altLang="en-US" sz="2000" b="1" baseline="0" dirty="0">
                        <a:latin typeface="Arial" panose="020B0604020202020204" pitchFamily="34" charset="0"/>
                        <a:ea typeface="宋体" panose="02010600030101010101" pitchFamily="2" charset="-122"/>
                      </a:endParaRPr>
                    </a:p>
                  </a:txBody>
                  <a:tcPr anchor="ctr"/>
                </a:tc>
                <a:tc>
                  <a:txBody>
                    <a:bodyPr/>
                    <a:lstStyle/>
                    <a:p>
                      <a:pPr algn="ctr" fontAlgn="b"/>
                      <a:r>
                        <a:rPr lang="en-US" altLang="zh-CN" sz="2000" b="1" i="0" u="none" strike="noStrike" baseline="0">
                          <a:solidFill>
                            <a:srgbClr val="000000"/>
                          </a:solidFill>
                          <a:effectLst/>
                          <a:latin typeface="Arial" panose="020B0604020202020204" pitchFamily="34" charset="0"/>
                          <a:ea typeface="宋体" panose="02010600030101010101" pitchFamily="2" charset="-122"/>
                        </a:rPr>
                        <a:t>3.0 </a:t>
                      </a:r>
                    </a:p>
                  </a:txBody>
                  <a:tcPr marL="7620" marR="7620" marT="7620" marB="0" anchor="ctr"/>
                </a:tc>
                <a:tc>
                  <a:txBody>
                    <a:bodyPr/>
                    <a:lstStyle/>
                    <a:p>
                      <a:pPr algn="ctr" fontAlgn="b"/>
                      <a:r>
                        <a:rPr lang="en-US" altLang="zh-CN" sz="2000" b="1" i="0" u="none" strike="noStrike" baseline="0" dirty="0">
                          <a:solidFill>
                            <a:srgbClr val="000000"/>
                          </a:solidFill>
                          <a:effectLst/>
                          <a:latin typeface="Arial" panose="020B0604020202020204" pitchFamily="34" charset="0"/>
                          <a:ea typeface="宋体" panose="02010600030101010101" pitchFamily="2" charset="-122"/>
                        </a:rPr>
                        <a:t>2.9</a:t>
                      </a:r>
                    </a:p>
                  </a:txBody>
                  <a:tcPr marL="7620" marR="7620" marT="7620" marB="0" anchor="ctr"/>
                </a:tc>
                <a:tc>
                  <a:txBody>
                    <a:bodyPr/>
                    <a:lstStyle/>
                    <a:p>
                      <a:pPr algn="ctr" fontAlgn="b"/>
                      <a:r>
                        <a:rPr lang="en-US" altLang="zh-CN" sz="2000" b="1" i="0" u="none" strike="noStrike" baseline="0" dirty="0">
                          <a:solidFill>
                            <a:srgbClr val="000000"/>
                          </a:solidFill>
                          <a:effectLst/>
                          <a:latin typeface="Arial" panose="020B0604020202020204" pitchFamily="34" charset="0"/>
                          <a:ea typeface="宋体" panose="02010600030101010101" pitchFamily="2" charset="-122"/>
                        </a:rPr>
                        <a:t>0.42</a:t>
                      </a:r>
                    </a:p>
                  </a:txBody>
                  <a:tcPr marL="7620" marR="7620" marT="7620" marB="0" anchor="ctr"/>
                </a:tc>
                <a:extLst>
                  <a:ext uri="{0D108BD9-81ED-4DB2-BD59-A6C34878D82A}">
                    <a16:rowId xmlns:a16="http://schemas.microsoft.com/office/drawing/2014/main" val="3379255218"/>
                  </a:ext>
                </a:extLst>
              </a:tr>
              <a:tr h="668147">
                <a:tc>
                  <a:txBody>
                    <a:bodyPr/>
                    <a:lstStyle/>
                    <a:p>
                      <a:pPr algn="ctr"/>
                      <a:r>
                        <a:rPr lang="en-US" altLang="zh-CN" sz="2000" b="1" baseline="0" dirty="0">
                          <a:latin typeface="Arial" panose="020B0604020202020204" pitchFamily="34" charset="0"/>
                          <a:ea typeface="宋体" panose="02010600030101010101" pitchFamily="2" charset="-122"/>
                        </a:rPr>
                        <a:t>1000</a:t>
                      </a:r>
                      <a:endParaRPr lang="zh-CN" altLang="en-US" sz="2000" b="1" baseline="0" dirty="0">
                        <a:latin typeface="Arial" panose="020B0604020202020204" pitchFamily="34" charset="0"/>
                        <a:ea typeface="宋体" panose="02010600030101010101" pitchFamily="2" charset="-122"/>
                      </a:endParaRPr>
                    </a:p>
                  </a:txBody>
                  <a:tcPr anchor="ctr"/>
                </a:tc>
                <a:tc>
                  <a:txBody>
                    <a:bodyPr/>
                    <a:lstStyle/>
                    <a:p>
                      <a:pPr algn="ctr" fontAlgn="b"/>
                      <a:r>
                        <a:rPr lang="en-US" altLang="zh-CN" sz="2000" b="1" i="0" u="none" strike="noStrike" baseline="0">
                          <a:solidFill>
                            <a:srgbClr val="000000"/>
                          </a:solidFill>
                          <a:effectLst/>
                          <a:latin typeface="Arial" panose="020B0604020202020204" pitchFamily="34" charset="0"/>
                          <a:ea typeface="宋体" panose="02010600030101010101" pitchFamily="2" charset="-122"/>
                        </a:rPr>
                        <a:t>35</a:t>
                      </a:r>
                    </a:p>
                  </a:txBody>
                  <a:tcPr marL="7620" marR="7620" marT="7620" marB="0" anchor="ctr"/>
                </a:tc>
                <a:tc>
                  <a:txBody>
                    <a:bodyPr/>
                    <a:lstStyle/>
                    <a:p>
                      <a:pPr algn="ctr" fontAlgn="b"/>
                      <a:r>
                        <a:rPr lang="en-US" altLang="zh-CN" sz="2000" b="1" i="0" u="none" strike="noStrike" baseline="0">
                          <a:solidFill>
                            <a:srgbClr val="000000"/>
                          </a:solidFill>
                          <a:effectLst/>
                          <a:latin typeface="Arial" panose="020B0604020202020204" pitchFamily="34" charset="0"/>
                          <a:ea typeface="宋体" panose="02010600030101010101" pitchFamily="2" charset="-122"/>
                        </a:rPr>
                        <a:t>35</a:t>
                      </a:r>
                    </a:p>
                  </a:txBody>
                  <a:tcPr marL="7620" marR="7620" marT="7620" marB="0" anchor="ctr"/>
                </a:tc>
                <a:tc>
                  <a:txBody>
                    <a:bodyPr/>
                    <a:lstStyle/>
                    <a:p>
                      <a:pPr algn="ctr" fontAlgn="b"/>
                      <a:r>
                        <a:rPr lang="en-US" altLang="zh-CN" sz="2000" b="1" i="0" u="none" strike="noStrike" baseline="0" dirty="0">
                          <a:solidFill>
                            <a:srgbClr val="000000"/>
                          </a:solidFill>
                          <a:effectLst/>
                          <a:latin typeface="Arial" panose="020B0604020202020204" pitchFamily="34" charset="0"/>
                          <a:ea typeface="宋体" panose="02010600030101010101" pitchFamily="2" charset="-122"/>
                        </a:rPr>
                        <a:t>0.53</a:t>
                      </a:r>
                    </a:p>
                  </a:txBody>
                  <a:tcPr marL="7620" marR="7620" marT="7620" marB="0" anchor="ctr"/>
                </a:tc>
                <a:extLst>
                  <a:ext uri="{0D108BD9-81ED-4DB2-BD59-A6C34878D82A}">
                    <a16:rowId xmlns:a16="http://schemas.microsoft.com/office/drawing/2014/main" val="747910015"/>
                  </a:ext>
                </a:extLst>
              </a:tr>
              <a:tr h="668147">
                <a:tc>
                  <a:txBody>
                    <a:bodyPr/>
                    <a:lstStyle/>
                    <a:p>
                      <a:pPr algn="ctr"/>
                      <a:r>
                        <a:rPr lang="en-US" altLang="zh-CN" sz="2000" b="1" baseline="0" dirty="0">
                          <a:latin typeface="Arial" panose="020B0604020202020204" pitchFamily="34" charset="0"/>
                          <a:ea typeface="宋体" panose="02010600030101010101" pitchFamily="2" charset="-122"/>
                        </a:rPr>
                        <a:t>10000</a:t>
                      </a:r>
                      <a:endParaRPr lang="zh-CN" altLang="en-US" sz="2000" b="1" baseline="0" dirty="0">
                        <a:latin typeface="Arial" panose="020B0604020202020204" pitchFamily="34" charset="0"/>
                        <a:ea typeface="宋体" panose="02010600030101010101" pitchFamily="2" charset="-122"/>
                      </a:endParaRPr>
                    </a:p>
                  </a:txBody>
                  <a:tcPr anchor="ctr"/>
                </a:tc>
                <a:tc>
                  <a:txBody>
                    <a:bodyPr/>
                    <a:lstStyle/>
                    <a:p>
                      <a:pPr algn="ctr" fontAlgn="b"/>
                      <a:r>
                        <a:rPr lang="en-US" altLang="zh-CN" sz="2000" b="1" i="0" u="none" strike="noStrike" baseline="0" dirty="0">
                          <a:solidFill>
                            <a:srgbClr val="000000"/>
                          </a:solidFill>
                          <a:effectLst/>
                          <a:latin typeface="Arial" panose="020B0604020202020204" pitchFamily="34" charset="0"/>
                          <a:ea typeface="宋体" panose="02010600030101010101" pitchFamily="2" charset="-122"/>
                        </a:rPr>
                        <a:t>930</a:t>
                      </a:r>
                    </a:p>
                  </a:txBody>
                  <a:tcPr marL="7620" marR="7620" marT="7620" marB="0" anchor="ctr"/>
                </a:tc>
                <a:tc>
                  <a:txBody>
                    <a:bodyPr/>
                    <a:lstStyle/>
                    <a:p>
                      <a:pPr algn="ctr" fontAlgn="b"/>
                      <a:r>
                        <a:rPr lang="en-US" altLang="zh-CN" sz="2000" b="1" i="0" u="none" strike="noStrike" baseline="0" dirty="0">
                          <a:solidFill>
                            <a:srgbClr val="000000"/>
                          </a:solidFill>
                          <a:effectLst/>
                          <a:latin typeface="Arial" panose="020B0604020202020204" pitchFamily="34" charset="0"/>
                          <a:ea typeface="宋体" panose="02010600030101010101" pitchFamily="2" charset="-122"/>
                        </a:rPr>
                        <a:t>990</a:t>
                      </a:r>
                    </a:p>
                  </a:txBody>
                  <a:tcPr marL="7620" marR="7620" marT="7620" marB="0" anchor="ctr"/>
                </a:tc>
                <a:tc>
                  <a:txBody>
                    <a:bodyPr/>
                    <a:lstStyle/>
                    <a:p>
                      <a:pPr algn="ctr" fontAlgn="b"/>
                      <a:r>
                        <a:rPr lang="en-US" altLang="zh-CN" sz="2000" b="1" i="0" u="none" strike="noStrike" baseline="0" dirty="0">
                          <a:solidFill>
                            <a:srgbClr val="000000"/>
                          </a:solidFill>
                          <a:effectLst/>
                          <a:latin typeface="Arial" panose="020B0604020202020204" pitchFamily="34" charset="0"/>
                          <a:ea typeface="宋体" panose="02010600030101010101" pitchFamily="2" charset="-122"/>
                        </a:rPr>
                        <a:t>0.66</a:t>
                      </a:r>
                    </a:p>
                  </a:txBody>
                  <a:tcPr marL="7620" marR="7620" marT="7620" marB="0" anchor="ctr"/>
                </a:tc>
                <a:extLst>
                  <a:ext uri="{0D108BD9-81ED-4DB2-BD59-A6C34878D82A}">
                    <a16:rowId xmlns:a16="http://schemas.microsoft.com/office/drawing/2014/main" val="3359025474"/>
                  </a:ext>
                </a:extLst>
              </a:tr>
            </a:tbl>
          </a:graphicData>
        </a:graphic>
      </p:graphicFrame>
      <p:sp>
        <p:nvSpPr>
          <p:cNvPr id="3" name="文本框 2">
            <a:extLst>
              <a:ext uri="{FF2B5EF4-FFF2-40B4-BE49-F238E27FC236}">
                <a16:creationId xmlns:a16="http://schemas.microsoft.com/office/drawing/2014/main" id="{65A4FDF3-40B5-4D92-9EB0-9EC18692CD9D}"/>
              </a:ext>
            </a:extLst>
          </p:cNvPr>
          <p:cNvSpPr txBox="1"/>
          <p:nvPr/>
        </p:nvSpPr>
        <p:spPr>
          <a:xfrm>
            <a:off x="318356" y="1988840"/>
            <a:ext cx="8507288" cy="430887"/>
          </a:xfrm>
          <a:prstGeom prst="rect">
            <a:avLst/>
          </a:prstGeom>
          <a:noFill/>
        </p:spPr>
        <p:txBody>
          <a:bodyPr wrap="square" rtlCol="0">
            <a:spAutoFit/>
          </a:bodyPr>
          <a:lstStyle/>
          <a:p>
            <a:pPr algn="ctr"/>
            <a:r>
              <a:rPr lang="en-US" altLang="zh-CN" sz="2200" b="1" dirty="0"/>
              <a:t>select</a:t>
            </a:r>
            <a:r>
              <a:rPr lang="zh-CN" altLang="en-US" sz="2200" b="1" dirty="0"/>
              <a:t>、</a:t>
            </a:r>
            <a:r>
              <a:rPr lang="en-US" altLang="zh-CN" sz="2200" b="1" dirty="0"/>
              <a:t>poll</a:t>
            </a:r>
            <a:r>
              <a:rPr lang="zh-CN" altLang="en-US" sz="2200" b="1" dirty="0"/>
              <a:t>以及</a:t>
            </a:r>
            <a:r>
              <a:rPr lang="en-US" altLang="zh-CN" sz="2200" b="1" dirty="0" err="1"/>
              <a:t>epoll</a:t>
            </a:r>
            <a:r>
              <a:rPr lang="en-US" altLang="zh-CN" sz="2200" b="1" dirty="0"/>
              <a:t> </a:t>
            </a:r>
            <a:r>
              <a:rPr lang="zh-CN" altLang="en-US" sz="2200" b="1" dirty="0"/>
              <a:t>监听操作占用的</a:t>
            </a:r>
            <a:r>
              <a:rPr lang="en-US" altLang="zh-CN" sz="2200" b="1" dirty="0"/>
              <a:t>CPU</a:t>
            </a:r>
            <a:r>
              <a:rPr lang="zh-CN" altLang="en-US" sz="2200" b="1" dirty="0"/>
              <a:t>时间（单位：秒）</a:t>
            </a:r>
          </a:p>
        </p:txBody>
      </p:sp>
      <p:sp>
        <p:nvSpPr>
          <p:cNvPr id="5" name="文本框 4">
            <a:extLst>
              <a:ext uri="{FF2B5EF4-FFF2-40B4-BE49-F238E27FC236}">
                <a16:creationId xmlns:a16="http://schemas.microsoft.com/office/drawing/2014/main" id="{B208A82E-8D3E-4775-8DD8-CBC3160F7BCD}"/>
              </a:ext>
            </a:extLst>
          </p:cNvPr>
          <p:cNvSpPr txBox="1"/>
          <p:nvPr/>
        </p:nvSpPr>
        <p:spPr>
          <a:xfrm>
            <a:off x="323528" y="6300028"/>
            <a:ext cx="8507288" cy="338554"/>
          </a:xfrm>
          <a:prstGeom prst="rect">
            <a:avLst/>
          </a:prstGeom>
          <a:noFill/>
        </p:spPr>
        <p:txBody>
          <a:bodyPr wrap="square" rtlCol="0">
            <a:spAutoFit/>
          </a:bodyPr>
          <a:lstStyle/>
          <a:p>
            <a:r>
              <a:rPr lang="zh-CN" altLang="en-US" sz="1600" b="1" dirty="0"/>
              <a:t>在</a:t>
            </a:r>
            <a:r>
              <a:rPr lang="en-US" altLang="zh-CN" sz="1600" b="1" dirty="0"/>
              <a:t>Linux 2.6.25</a:t>
            </a:r>
            <a:r>
              <a:rPr lang="zh-CN" altLang="en-US" sz="1600" b="1" dirty="0"/>
              <a:t>内核上进行的测试，在</a:t>
            </a:r>
            <a:r>
              <a:rPr lang="en-US" altLang="zh-CN" sz="1600" b="1" dirty="0" err="1"/>
              <a:t>glibc</a:t>
            </a:r>
            <a:r>
              <a:rPr lang="zh-CN" altLang="en-US" sz="1600" b="1" dirty="0"/>
              <a:t>的头文件中将</a:t>
            </a:r>
            <a:r>
              <a:rPr lang="en-US" altLang="zh-CN" sz="1600" b="1" dirty="0"/>
              <a:t>FD_SETSIZE</a:t>
            </a:r>
            <a:r>
              <a:rPr lang="zh-CN" altLang="en-US" sz="1600" b="1" dirty="0"/>
              <a:t>修改为</a:t>
            </a:r>
            <a:r>
              <a:rPr lang="en-US" altLang="zh-CN" sz="1600" b="1" dirty="0"/>
              <a:t>16384</a:t>
            </a:r>
            <a:r>
              <a:rPr lang="zh-CN" altLang="en-US" sz="1600" b="1" dirty="0"/>
              <a:t>。</a:t>
            </a:r>
          </a:p>
        </p:txBody>
      </p:sp>
    </p:spTree>
    <p:extLst>
      <p:ext uri="{BB962C8B-B14F-4D97-AF65-F5344CB8AC3E}">
        <p14:creationId xmlns:p14="http://schemas.microsoft.com/office/powerpoint/2010/main" val="301596344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E31975-6378-542B-FDB5-1039494F6878}"/>
            </a:ext>
          </a:extLst>
        </p:cNvPr>
        <p:cNvGrpSpPr/>
        <p:nvPr/>
      </p:nvGrpSpPr>
      <p:grpSpPr>
        <a:xfrm>
          <a:off x="0" y="0"/>
          <a:ext cx="0" cy="0"/>
          <a:chOff x="0" y="0"/>
          <a:chExt cx="0" cy="0"/>
        </a:xfrm>
      </p:grpSpPr>
      <p:sp>
        <p:nvSpPr>
          <p:cNvPr id="40962" name="Rectangle 2">
            <a:extLst>
              <a:ext uri="{FF2B5EF4-FFF2-40B4-BE49-F238E27FC236}">
                <a16:creationId xmlns:a16="http://schemas.microsoft.com/office/drawing/2014/main" id="{CDAB884A-9A0A-7631-ED7C-C152999D81CE}"/>
              </a:ext>
            </a:extLst>
          </p:cNvPr>
          <p:cNvSpPr>
            <a:spLocks noGrp="1" noChangeArrowheads="1"/>
          </p:cNvSpPr>
          <p:nvPr>
            <p:ph type="title"/>
          </p:nvPr>
        </p:nvSpPr>
        <p:spPr/>
        <p:txBody>
          <a:bodyPr/>
          <a:lstStyle/>
          <a:p>
            <a:pPr eaLnBrk="1" hangingPunct="1"/>
            <a:r>
              <a:rPr lang="zh-CN" altLang="en-US" dirty="0"/>
              <a:t>十一、异步</a:t>
            </a:r>
            <a:r>
              <a:rPr lang="en-US" altLang="zh-CN" dirty="0"/>
              <a:t>I/O</a:t>
            </a:r>
            <a:r>
              <a:rPr lang="zh-CN" altLang="en-US" dirty="0"/>
              <a:t>模型</a:t>
            </a:r>
          </a:p>
        </p:txBody>
      </p:sp>
      <p:sp>
        <p:nvSpPr>
          <p:cNvPr id="7" name="TextBox 2">
            <a:extLst>
              <a:ext uri="{FF2B5EF4-FFF2-40B4-BE49-F238E27FC236}">
                <a16:creationId xmlns:a16="http://schemas.microsoft.com/office/drawing/2014/main" id="{C4B0985A-DFC1-B3DB-FC0C-82628ED950CD}"/>
              </a:ext>
            </a:extLst>
          </p:cNvPr>
          <p:cNvSpPr txBox="1">
            <a:spLocks noChangeArrowheads="1"/>
          </p:cNvSpPr>
          <p:nvPr/>
        </p:nvSpPr>
        <p:spPr bwMode="auto">
          <a:xfrm>
            <a:off x="468313" y="1388622"/>
            <a:ext cx="8280400" cy="3648948"/>
          </a:xfrm>
          <a:prstGeom prst="rect">
            <a:avLst/>
          </a:prstGeom>
          <a:ln/>
        </p:spPr>
        <p:style>
          <a:lnRef idx="1">
            <a:schemeClr val="accent3"/>
          </a:lnRef>
          <a:fillRef idx="2">
            <a:schemeClr val="accent3"/>
          </a:fillRef>
          <a:effectRef idx="1">
            <a:schemeClr val="accent3"/>
          </a:effectRef>
          <a:fontRef idx="minor">
            <a:schemeClr val="dk1"/>
          </a:fontRef>
        </p:style>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lnSpc>
                <a:spcPct val="130000"/>
              </a:lnSpc>
              <a:defRPr/>
            </a:pPr>
            <a:r>
              <a:rPr lang="en-US" altLang="zh-CN" sz="2000" b="1" dirty="0">
                <a:solidFill>
                  <a:srgbClr val="000000"/>
                </a:solidFill>
              </a:rPr>
              <a:t>1. </a:t>
            </a:r>
            <a:r>
              <a:rPr lang="en-US" altLang="zh-CN" sz="2000" b="1" dirty="0" err="1">
                <a:solidFill>
                  <a:srgbClr val="000000"/>
                </a:solidFill>
              </a:rPr>
              <a:t>io_uring</a:t>
            </a:r>
            <a:r>
              <a:rPr lang="zh-CN" altLang="en-US" sz="2000" b="1" dirty="0">
                <a:solidFill>
                  <a:srgbClr val="000000"/>
                </a:solidFill>
              </a:rPr>
              <a:t>（</a:t>
            </a:r>
            <a:r>
              <a:rPr lang="en-US" altLang="zh-CN" sz="2000" b="1" dirty="0">
                <a:solidFill>
                  <a:srgbClr val="000000"/>
                </a:solidFill>
              </a:rPr>
              <a:t>Linux</a:t>
            </a:r>
            <a:r>
              <a:rPr lang="zh-CN" altLang="en-US" sz="2000" b="1" dirty="0">
                <a:solidFill>
                  <a:srgbClr val="000000"/>
                </a:solidFill>
              </a:rPr>
              <a:t>）</a:t>
            </a:r>
          </a:p>
          <a:p>
            <a:pPr eaLnBrk="1" hangingPunct="1">
              <a:lnSpc>
                <a:spcPct val="130000"/>
              </a:lnSpc>
              <a:defRPr/>
            </a:pPr>
            <a:r>
              <a:rPr lang="zh-CN" altLang="en-US" sz="2000" b="1" dirty="0">
                <a:solidFill>
                  <a:srgbClr val="000000"/>
                </a:solidFill>
              </a:rPr>
              <a:t>基于 </a:t>
            </a:r>
            <a:r>
              <a:rPr lang="en-US" altLang="zh-CN" sz="2000" b="1" dirty="0">
                <a:solidFill>
                  <a:srgbClr val="000000"/>
                </a:solidFill>
              </a:rPr>
              <a:t>SQ/CQ </a:t>
            </a:r>
            <a:r>
              <a:rPr lang="zh-CN" altLang="en-US" sz="2000" b="1" dirty="0">
                <a:solidFill>
                  <a:srgbClr val="000000"/>
                </a:solidFill>
              </a:rPr>
              <a:t>共享环形缓冲区的内核异步 </a:t>
            </a:r>
            <a:r>
              <a:rPr lang="en-US" altLang="zh-CN" sz="2000" b="1" dirty="0">
                <a:solidFill>
                  <a:srgbClr val="000000"/>
                </a:solidFill>
              </a:rPr>
              <a:t>I/O </a:t>
            </a:r>
            <a:r>
              <a:rPr lang="zh-CN" altLang="en-US" sz="2000" b="1" dirty="0">
                <a:solidFill>
                  <a:srgbClr val="000000"/>
                </a:solidFill>
              </a:rPr>
              <a:t>接口，实现 </a:t>
            </a:r>
            <a:r>
              <a:rPr lang="en-US" altLang="zh-CN" sz="2000" b="1" dirty="0">
                <a:solidFill>
                  <a:srgbClr val="000000"/>
                </a:solidFill>
              </a:rPr>
              <a:t>I/O </a:t>
            </a:r>
            <a:r>
              <a:rPr lang="zh-CN" altLang="en-US" sz="2000" b="1" dirty="0">
                <a:solidFill>
                  <a:srgbClr val="000000"/>
                </a:solidFill>
              </a:rPr>
              <a:t>请求批量提交与完成事件异步通知。相较传统模型显著降低系统调用频率与态切换开销；</a:t>
            </a:r>
            <a:r>
              <a:rPr lang="en-US" altLang="zh-CN" sz="2000" b="1" dirty="0">
                <a:solidFill>
                  <a:srgbClr val="000000"/>
                </a:solidFill>
              </a:rPr>
              <a:t>SQPOLL </a:t>
            </a:r>
            <a:r>
              <a:rPr lang="zh-CN" altLang="en-US" sz="2000" b="1" dirty="0">
                <a:solidFill>
                  <a:srgbClr val="000000"/>
                </a:solidFill>
              </a:rPr>
              <a:t>模式下可实现提交路径零系统调用。</a:t>
            </a:r>
          </a:p>
          <a:p>
            <a:pPr eaLnBrk="1" hangingPunct="1">
              <a:lnSpc>
                <a:spcPct val="130000"/>
              </a:lnSpc>
              <a:defRPr/>
            </a:pPr>
            <a:endParaRPr lang="zh-CN" altLang="en-US" sz="2000" b="1" dirty="0">
              <a:solidFill>
                <a:srgbClr val="000000"/>
              </a:solidFill>
            </a:endParaRPr>
          </a:p>
          <a:p>
            <a:pPr eaLnBrk="1" hangingPunct="1">
              <a:lnSpc>
                <a:spcPct val="130000"/>
              </a:lnSpc>
              <a:defRPr/>
            </a:pPr>
            <a:r>
              <a:rPr lang="en-US" altLang="zh-CN" sz="2000" b="1" dirty="0">
                <a:solidFill>
                  <a:srgbClr val="000000"/>
                </a:solidFill>
              </a:rPr>
              <a:t>2. Windows IOCP</a:t>
            </a:r>
            <a:r>
              <a:rPr lang="zh-CN" altLang="en-US" sz="2000" b="1" dirty="0">
                <a:solidFill>
                  <a:srgbClr val="000000"/>
                </a:solidFill>
              </a:rPr>
              <a:t>（</a:t>
            </a:r>
            <a:r>
              <a:rPr lang="en-US" altLang="zh-CN" sz="2000" b="1" dirty="0">
                <a:solidFill>
                  <a:srgbClr val="000000"/>
                </a:solidFill>
              </a:rPr>
              <a:t>I/O Completion Port</a:t>
            </a:r>
            <a:r>
              <a:rPr lang="zh-CN" altLang="en-US" sz="2000" b="1" dirty="0">
                <a:solidFill>
                  <a:srgbClr val="000000"/>
                </a:solidFill>
              </a:rPr>
              <a:t>）</a:t>
            </a:r>
          </a:p>
          <a:p>
            <a:pPr eaLnBrk="1" hangingPunct="1">
              <a:lnSpc>
                <a:spcPct val="130000"/>
              </a:lnSpc>
              <a:defRPr/>
            </a:pPr>
            <a:r>
              <a:rPr lang="zh-CN" altLang="en-US" sz="2000" b="1" dirty="0">
                <a:solidFill>
                  <a:srgbClr val="000000"/>
                </a:solidFill>
              </a:rPr>
              <a:t>基于 </a:t>
            </a:r>
            <a:r>
              <a:rPr lang="en-US" altLang="zh-CN" sz="2000" b="1" dirty="0" err="1">
                <a:solidFill>
                  <a:srgbClr val="000000"/>
                </a:solidFill>
              </a:rPr>
              <a:t>Proactor</a:t>
            </a:r>
            <a:r>
              <a:rPr lang="en-US" altLang="zh-CN" sz="2000" b="1" dirty="0">
                <a:solidFill>
                  <a:srgbClr val="000000"/>
                </a:solidFill>
              </a:rPr>
              <a:t> </a:t>
            </a:r>
            <a:r>
              <a:rPr lang="zh-CN" altLang="en-US" sz="2000" b="1" dirty="0">
                <a:solidFill>
                  <a:srgbClr val="000000"/>
                </a:solidFill>
              </a:rPr>
              <a:t>模式的内核级异步完成通知机制。</a:t>
            </a:r>
            <a:r>
              <a:rPr lang="en-US" altLang="zh-CN" sz="2000" b="1" dirty="0">
                <a:solidFill>
                  <a:srgbClr val="000000"/>
                </a:solidFill>
              </a:rPr>
              <a:t>I/O </a:t>
            </a:r>
            <a:r>
              <a:rPr lang="zh-CN" altLang="en-US" sz="2000" b="1" dirty="0">
                <a:solidFill>
                  <a:srgbClr val="000000"/>
                </a:solidFill>
              </a:rPr>
              <a:t>由内核全程代理，完成后将结果投递至完成端口队列。调度上优先唤醒最近活跃线程（类 </a:t>
            </a:r>
            <a:r>
              <a:rPr lang="en-US" altLang="zh-CN" sz="2000" b="1" dirty="0">
                <a:solidFill>
                  <a:srgbClr val="000000"/>
                </a:solidFill>
              </a:rPr>
              <a:t>LIFO</a:t>
            </a:r>
            <a:r>
              <a:rPr lang="zh-CN" altLang="en-US" sz="2000" b="1" dirty="0">
                <a:solidFill>
                  <a:srgbClr val="000000"/>
                </a:solidFill>
              </a:rPr>
              <a:t>），提升缓存局部性，降低多核环境下的线程竞争开销。</a:t>
            </a:r>
          </a:p>
        </p:txBody>
      </p:sp>
    </p:spTree>
    <p:extLst>
      <p:ext uri="{BB962C8B-B14F-4D97-AF65-F5344CB8AC3E}">
        <p14:creationId xmlns:p14="http://schemas.microsoft.com/office/powerpoint/2010/main" val="111083166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p:txBody>
          <a:bodyPr/>
          <a:lstStyle/>
          <a:p>
            <a:pPr eaLnBrk="1" hangingPunct="1"/>
            <a:r>
              <a:rPr lang="zh-CN" altLang="en-US"/>
              <a:t>小结</a:t>
            </a:r>
          </a:p>
        </p:txBody>
      </p:sp>
      <p:sp>
        <p:nvSpPr>
          <p:cNvPr id="7" name="TextBox 2"/>
          <p:cNvSpPr txBox="1">
            <a:spLocks noChangeArrowheads="1"/>
          </p:cNvSpPr>
          <p:nvPr/>
        </p:nvSpPr>
        <p:spPr bwMode="auto">
          <a:xfrm>
            <a:off x="468313" y="1196975"/>
            <a:ext cx="8280400" cy="2848729"/>
          </a:xfrm>
          <a:prstGeom prst="rect">
            <a:avLst/>
          </a:prstGeom>
          <a:ln/>
        </p:spPr>
        <p:style>
          <a:lnRef idx="1">
            <a:schemeClr val="accent3"/>
          </a:lnRef>
          <a:fillRef idx="2">
            <a:schemeClr val="accent3"/>
          </a:fillRef>
          <a:effectRef idx="1">
            <a:schemeClr val="accent3"/>
          </a:effectRef>
          <a:fontRef idx="minor">
            <a:schemeClr val="dk1"/>
          </a:fontRef>
        </p:style>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lnSpc>
                <a:spcPct val="130000"/>
              </a:lnSpc>
              <a:defRPr/>
            </a:pPr>
            <a:r>
              <a:rPr lang="zh-CN" altLang="en-US" sz="2000" b="1" dirty="0">
                <a:solidFill>
                  <a:srgbClr val="000000"/>
                </a:solidFill>
              </a:rPr>
              <a:t>五种不同的</a:t>
            </a:r>
            <a:r>
              <a:rPr lang="en-US" altLang="zh-CN" sz="2000" b="1" dirty="0">
                <a:solidFill>
                  <a:srgbClr val="000000"/>
                </a:solidFill>
              </a:rPr>
              <a:t>I/O</a:t>
            </a:r>
            <a:r>
              <a:rPr lang="zh-CN" altLang="en-US" sz="2000" b="1" dirty="0">
                <a:solidFill>
                  <a:srgbClr val="000000"/>
                </a:solidFill>
              </a:rPr>
              <a:t>模型：</a:t>
            </a:r>
          </a:p>
          <a:p>
            <a:pPr eaLnBrk="1" hangingPunct="1">
              <a:lnSpc>
                <a:spcPct val="130000"/>
              </a:lnSpc>
              <a:defRPr/>
            </a:pPr>
            <a:r>
              <a:rPr lang="zh-CN" altLang="en-US" sz="2000" b="1" dirty="0">
                <a:solidFill>
                  <a:srgbClr val="000000"/>
                </a:solidFill>
              </a:rPr>
              <a:t>阻塞</a:t>
            </a:r>
            <a:r>
              <a:rPr lang="en-US" altLang="zh-CN" sz="2000" b="1" dirty="0">
                <a:solidFill>
                  <a:srgbClr val="000000"/>
                </a:solidFill>
              </a:rPr>
              <a:t>I/O</a:t>
            </a:r>
            <a:r>
              <a:rPr lang="zh-CN" altLang="en-US" sz="2000" b="1" dirty="0">
                <a:solidFill>
                  <a:srgbClr val="000000"/>
                </a:solidFill>
              </a:rPr>
              <a:t>模型</a:t>
            </a:r>
          </a:p>
          <a:p>
            <a:pPr eaLnBrk="1" hangingPunct="1">
              <a:lnSpc>
                <a:spcPct val="130000"/>
              </a:lnSpc>
              <a:defRPr/>
            </a:pPr>
            <a:r>
              <a:rPr lang="zh-CN" altLang="en-US" sz="2000" b="1" dirty="0">
                <a:solidFill>
                  <a:srgbClr val="000000"/>
                </a:solidFill>
              </a:rPr>
              <a:t>非阻塞</a:t>
            </a:r>
            <a:r>
              <a:rPr lang="en-US" altLang="zh-CN" sz="2000" b="1" dirty="0">
                <a:solidFill>
                  <a:srgbClr val="000000"/>
                </a:solidFill>
              </a:rPr>
              <a:t>I/O</a:t>
            </a:r>
            <a:r>
              <a:rPr lang="zh-CN" altLang="en-US" sz="2000" b="1" dirty="0">
                <a:solidFill>
                  <a:srgbClr val="000000"/>
                </a:solidFill>
              </a:rPr>
              <a:t>模型</a:t>
            </a:r>
          </a:p>
          <a:p>
            <a:pPr eaLnBrk="1" hangingPunct="1">
              <a:lnSpc>
                <a:spcPct val="130000"/>
              </a:lnSpc>
              <a:defRPr/>
            </a:pPr>
            <a:r>
              <a:rPr lang="en-US" altLang="zh-CN" sz="2000" b="1" dirty="0">
                <a:solidFill>
                  <a:srgbClr val="FF0000"/>
                </a:solidFill>
              </a:rPr>
              <a:t>I/O</a:t>
            </a:r>
            <a:r>
              <a:rPr lang="zh-CN" altLang="en-US" sz="2000" b="1" dirty="0">
                <a:solidFill>
                  <a:srgbClr val="FF0000"/>
                </a:solidFill>
              </a:rPr>
              <a:t>复用模型（</a:t>
            </a:r>
            <a:r>
              <a:rPr lang="en-US" altLang="zh-CN" sz="2000" b="1" dirty="0">
                <a:solidFill>
                  <a:srgbClr val="FF0000"/>
                </a:solidFill>
              </a:rPr>
              <a:t>select</a:t>
            </a:r>
            <a:r>
              <a:rPr lang="zh-CN" altLang="en-US" sz="2000" b="1" dirty="0">
                <a:solidFill>
                  <a:srgbClr val="FF0000"/>
                </a:solidFill>
              </a:rPr>
              <a:t>、</a:t>
            </a:r>
            <a:r>
              <a:rPr lang="en-US" altLang="zh-CN" sz="2000" b="1" dirty="0">
                <a:solidFill>
                  <a:srgbClr val="FF0000"/>
                </a:solidFill>
              </a:rPr>
              <a:t>poll</a:t>
            </a:r>
            <a:r>
              <a:rPr lang="zh-CN" altLang="en-US" sz="2000" b="1" dirty="0">
                <a:solidFill>
                  <a:srgbClr val="FF0000"/>
                </a:solidFill>
              </a:rPr>
              <a:t>和</a:t>
            </a:r>
            <a:r>
              <a:rPr lang="en-US" altLang="zh-CN" sz="2000" b="1" dirty="0" err="1">
                <a:solidFill>
                  <a:srgbClr val="FF0000"/>
                </a:solidFill>
              </a:rPr>
              <a:t>epoll</a:t>
            </a:r>
            <a:r>
              <a:rPr lang="en-US" altLang="zh-CN" sz="2000" b="1" dirty="0">
                <a:solidFill>
                  <a:srgbClr val="FF0000"/>
                </a:solidFill>
              </a:rPr>
              <a:t> )</a:t>
            </a:r>
            <a:r>
              <a:rPr lang="zh-CN" altLang="en-US" sz="2000" b="1" dirty="0">
                <a:solidFill>
                  <a:srgbClr val="FF0000"/>
                </a:solidFill>
              </a:rPr>
              <a:t>：同时检查多个文件描述符，看它们是否准备好了执行 </a:t>
            </a:r>
            <a:r>
              <a:rPr lang="en-US" altLang="zh-CN" sz="2000" b="1" dirty="0">
                <a:solidFill>
                  <a:srgbClr val="FF0000"/>
                </a:solidFill>
              </a:rPr>
              <a:t>I/O </a:t>
            </a:r>
            <a:r>
              <a:rPr lang="zh-CN" altLang="en-US" sz="2000" b="1" dirty="0">
                <a:solidFill>
                  <a:srgbClr val="FF0000"/>
                </a:solidFill>
              </a:rPr>
              <a:t>操作</a:t>
            </a:r>
            <a:endParaRPr lang="en-US" altLang="zh-CN" sz="2000" b="1" dirty="0">
              <a:solidFill>
                <a:srgbClr val="FF0000"/>
              </a:solidFill>
            </a:endParaRPr>
          </a:p>
          <a:p>
            <a:pPr eaLnBrk="1" hangingPunct="1">
              <a:lnSpc>
                <a:spcPct val="130000"/>
              </a:lnSpc>
              <a:defRPr/>
            </a:pPr>
            <a:r>
              <a:rPr lang="zh-CN" altLang="en-US" sz="2000" b="1" dirty="0">
                <a:solidFill>
                  <a:srgbClr val="000000"/>
                </a:solidFill>
              </a:rPr>
              <a:t>信号驱动</a:t>
            </a:r>
            <a:r>
              <a:rPr lang="en-US" altLang="zh-CN" sz="2000" b="1" dirty="0">
                <a:solidFill>
                  <a:srgbClr val="000000"/>
                </a:solidFill>
              </a:rPr>
              <a:t>I/O</a:t>
            </a:r>
            <a:r>
              <a:rPr lang="zh-CN" altLang="en-US" sz="2000" b="1" dirty="0">
                <a:solidFill>
                  <a:srgbClr val="000000"/>
                </a:solidFill>
              </a:rPr>
              <a:t>模型</a:t>
            </a:r>
            <a:r>
              <a:rPr lang="en-US" altLang="zh-CN" sz="2000" b="1" dirty="0">
                <a:solidFill>
                  <a:srgbClr val="000000"/>
                </a:solidFill>
              </a:rPr>
              <a:t>( SIGIO )</a:t>
            </a:r>
          </a:p>
          <a:p>
            <a:pPr eaLnBrk="1" hangingPunct="1">
              <a:lnSpc>
                <a:spcPct val="130000"/>
              </a:lnSpc>
              <a:defRPr/>
            </a:pPr>
            <a:r>
              <a:rPr lang="zh-CN" altLang="en-US" sz="2000" b="1" dirty="0">
                <a:solidFill>
                  <a:srgbClr val="000000"/>
                </a:solidFill>
              </a:rPr>
              <a:t>异步</a:t>
            </a:r>
            <a:r>
              <a:rPr lang="en-US" altLang="zh-CN" sz="2000" b="1" dirty="0">
                <a:solidFill>
                  <a:srgbClr val="000000"/>
                </a:solidFill>
              </a:rPr>
              <a:t>I/O ( Posix.1</a:t>
            </a:r>
            <a:r>
              <a:rPr lang="zh-CN" altLang="en-US" sz="2000" b="1" dirty="0">
                <a:solidFill>
                  <a:srgbClr val="000000"/>
                </a:solidFill>
              </a:rPr>
              <a:t>的</a:t>
            </a:r>
            <a:r>
              <a:rPr lang="en-US" altLang="zh-CN" sz="2000" b="1" dirty="0" err="1">
                <a:solidFill>
                  <a:srgbClr val="000000"/>
                </a:solidFill>
              </a:rPr>
              <a:t>aio</a:t>
            </a:r>
            <a:r>
              <a:rPr lang="en-US" altLang="zh-CN" sz="2000" b="1" dirty="0">
                <a:solidFill>
                  <a:srgbClr val="000000"/>
                </a:solidFill>
              </a:rPr>
              <a:t>-</a:t>
            </a:r>
            <a:r>
              <a:rPr lang="zh-CN" altLang="en-US" sz="2000" b="1" dirty="0">
                <a:solidFill>
                  <a:srgbClr val="000000"/>
                </a:solidFill>
              </a:rPr>
              <a:t>系列函数）</a:t>
            </a:r>
          </a:p>
        </p:txBody>
      </p:sp>
      <p:sp>
        <p:nvSpPr>
          <p:cNvPr id="4" name="TextBox 2"/>
          <p:cNvSpPr txBox="1">
            <a:spLocks noChangeArrowheads="1"/>
          </p:cNvSpPr>
          <p:nvPr/>
        </p:nvSpPr>
        <p:spPr bwMode="auto">
          <a:xfrm>
            <a:off x="468313" y="4274294"/>
            <a:ext cx="8280400" cy="450850"/>
          </a:xfrm>
          <a:prstGeom prst="rect">
            <a:avLst/>
          </a:prstGeom>
          <a:ln/>
        </p:spPr>
        <p:style>
          <a:lnRef idx="1">
            <a:schemeClr val="accent3"/>
          </a:lnRef>
          <a:fillRef idx="2">
            <a:schemeClr val="accent3"/>
          </a:fillRef>
          <a:effectRef idx="1">
            <a:schemeClr val="accent3"/>
          </a:effectRef>
          <a:fontRef idx="minor">
            <a:schemeClr val="dk1"/>
          </a:fontRef>
        </p:style>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lnSpc>
                <a:spcPct val="130000"/>
              </a:lnSpc>
              <a:defRPr/>
            </a:pPr>
            <a:r>
              <a:rPr lang="en-US" altLang="zh-CN" sz="2000" b="1" dirty="0">
                <a:solidFill>
                  <a:srgbClr val="000000"/>
                </a:solidFill>
              </a:rPr>
              <a:t>shutdown</a:t>
            </a:r>
            <a:r>
              <a:rPr lang="zh-CN" altLang="en-US" sz="2000" b="1" dirty="0">
                <a:solidFill>
                  <a:srgbClr val="000000"/>
                </a:solidFill>
              </a:rPr>
              <a:t>函数</a:t>
            </a:r>
          </a:p>
        </p:txBody>
      </p:sp>
      <p:sp>
        <p:nvSpPr>
          <p:cNvPr id="5" name="TextBox 2">
            <a:extLst>
              <a:ext uri="{FF2B5EF4-FFF2-40B4-BE49-F238E27FC236}">
                <a16:creationId xmlns:a16="http://schemas.microsoft.com/office/drawing/2014/main" id="{9AE09EEC-1896-4CD6-B936-5B3686B6454F}"/>
              </a:ext>
            </a:extLst>
          </p:cNvPr>
          <p:cNvSpPr txBox="1">
            <a:spLocks noChangeArrowheads="1"/>
          </p:cNvSpPr>
          <p:nvPr/>
        </p:nvSpPr>
        <p:spPr bwMode="auto">
          <a:xfrm>
            <a:off x="467544" y="4922366"/>
            <a:ext cx="8280400" cy="450850"/>
          </a:xfrm>
          <a:prstGeom prst="rect">
            <a:avLst/>
          </a:prstGeom>
          <a:ln/>
        </p:spPr>
        <p:style>
          <a:lnRef idx="1">
            <a:schemeClr val="accent3"/>
          </a:lnRef>
          <a:fillRef idx="2">
            <a:schemeClr val="accent3"/>
          </a:fillRef>
          <a:effectRef idx="1">
            <a:schemeClr val="accent3"/>
          </a:effectRef>
          <a:fontRef idx="minor">
            <a:schemeClr val="dk1"/>
          </a:fontRef>
        </p:style>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lnSpc>
                <a:spcPct val="130000"/>
              </a:lnSpc>
              <a:defRPr/>
            </a:pPr>
            <a:r>
              <a:rPr lang="en-US" altLang="zh-CN" sz="2000" b="1" dirty="0" err="1">
                <a:solidFill>
                  <a:srgbClr val="000000"/>
                </a:solidFill>
              </a:rPr>
              <a:t>libevent</a:t>
            </a:r>
            <a:r>
              <a:rPr lang="en-US" altLang="zh-CN" sz="2000" b="1" dirty="0">
                <a:solidFill>
                  <a:srgbClr val="000000"/>
                </a:solidFill>
              </a:rPr>
              <a:t>, an event notification library</a:t>
            </a:r>
            <a:endParaRPr lang="zh-CN" altLang="en-US" sz="2000" b="1" dirty="0">
              <a:solidFill>
                <a:srgbClr val="00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theme/theme1.xml><?xml version="1.0" encoding="utf-8"?>
<a:theme xmlns:a="http://schemas.openxmlformats.org/drawingml/2006/main" name="excel2">
  <a:themeElements>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fontScheme name="Edge">
      <a:majorFont>
        <a:latin typeface="Garamond"/>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Edge 1">
        <a:dk1>
          <a:srgbClr val="333333"/>
        </a:dk1>
        <a:lt1>
          <a:srgbClr val="FFFFFF"/>
        </a:lt1>
        <a:dk2>
          <a:srgbClr val="820000"/>
        </a:dk2>
        <a:lt2>
          <a:srgbClr val="FFFFFF"/>
        </a:lt2>
        <a:accent1>
          <a:srgbClr val="FF9900"/>
        </a:accent1>
        <a:accent2>
          <a:srgbClr val="CC3300"/>
        </a:accent2>
        <a:accent3>
          <a:srgbClr val="C1AAAA"/>
        </a:accent3>
        <a:accent4>
          <a:srgbClr val="DADADA"/>
        </a:accent4>
        <a:accent5>
          <a:srgbClr val="FFCAAA"/>
        </a:accent5>
        <a:accent6>
          <a:srgbClr val="B92D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2">
        <a:dk1>
          <a:srgbClr val="333333"/>
        </a:dk1>
        <a:lt1>
          <a:srgbClr val="CCCCFF"/>
        </a:lt1>
        <a:dk2>
          <a:srgbClr val="0B0506"/>
        </a:dk2>
        <a:lt2>
          <a:srgbClr val="FFFFFF"/>
        </a:lt2>
        <a:accent1>
          <a:srgbClr val="3366CC"/>
        </a:accent1>
        <a:accent2>
          <a:srgbClr val="3333CC"/>
        </a:accent2>
        <a:accent3>
          <a:srgbClr val="AAAAAA"/>
        </a:accent3>
        <a:accent4>
          <a:srgbClr val="AEAEDA"/>
        </a:accent4>
        <a:accent5>
          <a:srgbClr val="ADB8E2"/>
        </a:accent5>
        <a:accent6>
          <a:srgbClr val="2D2DB9"/>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3">
        <a:dk1>
          <a:srgbClr val="333333"/>
        </a:dk1>
        <a:lt1>
          <a:srgbClr val="FFFFFF"/>
        </a:lt1>
        <a:dk2>
          <a:srgbClr val="221013"/>
        </a:dk2>
        <a:lt2>
          <a:srgbClr val="FFFFFF"/>
        </a:lt2>
        <a:accent1>
          <a:srgbClr val="CC3300"/>
        </a:accent1>
        <a:accent2>
          <a:srgbClr val="CC9900"/>
        </a:accent2>
        <a:accent3>
          <a:srgbClr val="ABAAAA"/>
        </a:accent3>
        <a:accent4>
          <a:srgbClr val="DADADA"/>
        </a:accent4>
        <a:accent5>
          <a:srgbClr val="E2ADAA"/>
        </a:accent5>
        <a:accent6>
          <a:srgbClr val="B98A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4">
        <a:dk1>
          <a:srgbClr val="11054B"/>
        </a:dk1>
        <a:lt1>
          <a:srgbClr val="FFFFFF"/>
        </a:lt1>
        <a:dk2>
          <a:srgbClr val="0000CC"/>
        </a:dk2>
        <a:lt2>
          <a:srgbClr val="FFFFFF"/>
        </a:lt2>
        <a:accent1>
          <a:srgbClr val="FF6600"/>
        </a:accent1>
        <a:accent2>
          <a:srgbClr val="FF3300"/>
        </a:accent2>
        <a:accent3>
          <a:srgbClr val="AAAAE2"/>
        </a:accent3>
        <a:accent4>
          <a:srgbClr val="DADADA"/>
        </a:accent4>
        <a:accent5>
          <a:srgbClr val="FFB8AA"/>
        </a:accent5>
        <a:accent6>
          <a:srgbClr val="E72D00"/>
        </a:accent6>
        <a:hlink>
          <a:srgbClr val="CC9900"/>
        </a:hlink>
        <a:folHlink>
          <a:srgbClr val="B2B2B2"/>
        </a:folHlink>
      </a:clrScheme>
      <a:clrMap bg1="dk2" tx1="lt1" bg2="dk1" tx2="lt2" accent1="accent1" accent2="accent2" accent3="accent3" accent4="accent4" accent5="accent5" accent6="accent6" hlink="hlink" folHlink="folHlink"/>
    </a:extraClrScheme>
    <a:extraClrScheme>
      <a:clrScheme name="Edge 5">
        <a:dk1>
          <a:srgbClr val="9B8D65"/>
        </a:dk1>
        <a:lt1>
          <a:srgbClr val="F8F8F8"/>
        </a:lt1>
        <a:dk2>
          <a:srgbClr val="002600"/>
        </a:dk2>
        <a:lt2>
          <a:srgbClr val="FAFACC"/>
        </a:lt2>
        <a:accent1>
          <a:srgbClr val="CC9933"/>
        </a:accent1>
        <a:accent2>
          <a:srgbClr val="8F9967"/>
        </a:accent2>
        <a:accent3>
          <a:srgbClr val="AAACAA"/>
        </a:accent3>
        <a:accent4>
          <a:srgbClr val="D4D4D4"/>
        </a:accent4>
        <a:accent5>
          <a:srgbClr val="E2CAAD"/>
        </a:accent5>
        <a:accent6>
          <a:srgbClr val="818A5D"/>
        </a:accent6>
        <a:hlink>
          <a:srgbClr val="336600"/>
        </a:hlink>
        <a:folHlink>
          <a:srgbClr val="808000"/>
        </a:folHlink>
      </a:clrScheme>
      <a:clrMap bg1="dk2" tx1="lt1" bg2="dk1" tx2="lt2" accent1="accent1" accent2="accent2" accent3="accent3" accent4="accent4" accent5="accent5" accent6="accent6" hlink="hlink" folHlink="folHlink"/>
    </a:extraClrScheme>
    <a:extraClrScheme>
      <a:clrScheme name="Edge 6">
        <a:dk1>
          <a:srgbClr val="333333"/>
        </a:dk1>
        <a:lt1>
          <a:srgbClr val="FFFFFF"/>
        </a:lt1>
        <a:dk2>
          <a:srgbClr val="006699"/>
        </a:dk2>
        <a:lt2>
          <a:srgbClr val="FFFFFF"/>
        </a:lt2>
        <a:accent1>
          <a:srgbClr val="CC9900"/>
        </a:accent1>
        <a:accent2>
          <a:srgbClr val="FF9900"/>
        </a:accent2>
        <a:accent3>
          <a:srgbClr val="AAB8CA"/>
        </a:accent3>
        <a:accent4>
          <a:srgbClr val="DADADA"/>
        </a:accent4>
        <a:accent5>
          <a:srgbClr val="E2CAAA"/>
        </a:accent5>
        <a:accent6>
          <a:srgbClr val="E78A00"/>
        </a:accent6>
        <a:hlink>
          <a:srgbClr val="FFCC00"/>
        </a:hlink>
        <a:folHlink>
          <a:srgbClr val="706F37"/>
        </a:folHlink>
      </a:clrScheme>
      <a:clrMap bg1="dk2" tx1="lt1" bg2="dk1" tx2="lt2" accent1="accent1" accent2="accent2" accent3="accent3" accent4="accent4" accent5="accent5" accent6="accent6" hlink="hlink" folHlink="folHlink"/>
    </a:extraClrScheme>
    <a:extraClrScheme>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clrMap bg1="lt1" tx1="dk1" bg2="lt2" tx2="dk2" accent1="accent1" accent2="accent2" accent3="accent3" accent4="accent4" accent5="accent5" accent6="accent6" hlink="hlink" folHlink="folHlink"/>
    </a:extraClrScheme>
    <a:extraClrScheme>
      <a:clrScheme name="Edge 8">
        <a:dk1>
          <a:srgbClr val="000000"/>
        </a:dk1>
        <a:lt1>
          <a:srgbClr val="FFFFFF"/>
        </a:lt1>
        <a:dk2>
          <a:srgbClr val="CC0000"/>
        </a:dk2>
        <a:lt2>
          <a:srgbClr val="666699"/>
        </a:lt2>
        <a:accent1>
          <a:srgbClr val="808080"/>
        </a:accent1>
        <a:accent2>
          <a:srgbClr val="999933"/>
        </a:accent2>
        <a:accent3>
          <a:srgbClr val="FFFFFF"/>
        </a:accent3>
        <a:accent4>
          <a:srgbClr val="000000"/>
        </a:accent4>
        <a:accent5>
          <a:srgbClr val="C0C0C0"/>
        </a:accent5>
        <a:accent6>
          <a:srgbClr val="8A8A2D"/>
        </a:accent6>
        <a:hlink>
          <a:srgbClr val="4C6D80"/>
        </a:hlink>
        <a:folHlink>
          <a:srgbClr val="B2B2B2"/>
        </a:folHlink>
      </a:clrScheme>
      <a:clrMap bg1="lt1" tx1="dk1" bg2="lt2" tx2="dk2" accent1="accent1" accent2="accent2" accent3="accent3" accent4="accent4" accent5="accent5" accent6="accent6" hlink="hlink" folHlink="folHlink"/>
    </a:extraClrScheme>
    <a:extraClrScheme>
      <a:clrScheme name="Edge 9">
        <a:dk1>
          <a:srgbClr val="000000"/>
        </a:dk1>
        <a:lt1>
          <a:srgbClr val="FFFFFF"/>
        </a:lt1>
        <a:dk2>
          <a:srgbClr val="003399"/>
        </a:dk2>
        <a:lt2>
          <a:srgbClr val="666699"/>
        </a:lt2>
        <a:accent1>
          <a:srgbClr val="009999"/>
        </a:accent1>
        <a:accent2>
          <a:srgbClr val="4C6D4E"/>
        </a:accent2>
        <a:accent3>
          <a:srgbClr val="FFFFFF"/>
        </a:accent3>
        <a:accent4>
          <a:srgbClr val="000000"/>
        </a:accent4>
        <a:accent5>
          <a:srgbClr val="AACACA"/>
        </a:accent5>
        <a:accent6>
          <a:srgbClr val="446246"/>
        </a:accent6>
        <a:hlink>
          <a:srgbClr val="4C6D80"/>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excel2</Template>
  <TotalTime>5443</TotalTime>
  <Words>3872</Words>
  <Application>Microsoft Office PowerPoint</Application>
  <PresentationFormat>全屏显示(4:3)</PresentationFormat>
  <Paragraphs>364</Paragraphs>
  <Slides>49</Slides>
  <Notes>4</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49</vt:i4>
      </vt:variant>
    </vt:vector>
  </HeadingPairs>
  <TitlesOfParts>
    <vt:vector size="54" baseType="lpstr">
      <vt:lpstr>等线</vt:lpstr>
      <vt:lpstr>Arial</vt:lpstr>
      <vt:lpstr>Garamond</vt:lpstr>
      <vt:lpstr>Wingdings</vt:lpstr>
      <vt:lpstr>excel2</vt:lpstr>
      <vt:lpstr>网络编程技术</vt:lpstr>
      <vt:lpstr>主要内容</vt:lpstr>
      <vt:lpstr>PowerPoint 演示文稿</vt:lpstr>
      <vt:lpstr>PowerPoint 演示文稿</vt:lpstr>
      <vt:lpstr>二、I/O模型</vt:lpstr>
      <vt:lpstr>二、I/O模型</vt:lpstr>
      <vt:lpstr>二、I/O模型</vt:lpstr>
      <vt:lpstr>二、I/O模型</vt:lpstr>
      <vt:lpstr>二、I/O模型</vt:lpstr>
      <vt:lpstr>二、I/O模型</vt:lpstr>
      <vt:lpstr>二、I/O模型</vt:lpstr>
      <vt:lpstr>三、select函数</vt:lpstr>
      <vt:lpstr>三、select函数</vt:lpstr>
      <vt:lpstr>三、select函数</vt:lpstr>
      <vt:lpstr>三、select函数</vt:lpstr>
      <vt:lpstr>三、select函数</vt:lpstr>
      <vt:lpstr>三、select函数</vt:lpstr>
      <vt:lpstr>三、select函数</vt:lpstr>
      <vt:lpstr>三、select函数</vt:lpstr>
      <vt:lpstr>三、select函数</vt:lpstr>
      <vt:lpstr>四、批量输入</vt:lpstr>
      <vt:lpstr>四、批量输入</vt:lpstr>
      <vt:lpstr>五、shutdown函数</vt:lpstr>
      <vt:lpstr>五、shutdown函数</vt:lpstr>
      <vt:lpstr>五、shutdown函数</vt:lpstr>
      <vt:lpstr>六、TCP回射服务器程序 </vt:lpstr>
      <vt:lpstr>六、TCP回射服务器程序 </vt:lpstr>
      <vt:lpstr>六、TCP回射服务器程序 </vt:lpstr>
      <vt:lpstr>六、TCP回射服务器程序 </vt:lpstr>
      <vt:lpstr>六、TCP回射服务器程序 </vt:lpstr>
      <vt:lpstr>六、TCP回射服务器程序 </vt:lpstr>
      <vt:lpstr>六、TCP回射服务器程序 </vt:lpstr>
      <vt:lpstr>六、TCP回射服务器程序 </vt:lpstr>
      <vt:lpstr>七、pselect函数</vt:lpstr>
      <vt:lpstr>七、pselect函数</vt:lpstr>
      <vt:lpstr>八、 poll函数 </vt:lpstr>
      <vt:lpstr>八、 poll函数 </vt:lpstr>
      <vt:lpstr>八、 poll函数 </vt:lpstr>
      <vt:lpstr>poll与select函数的比较 </vt:lpstr>
      <vt:lpstr>九、epoll函数</vt:lpstr>
      <vt:lpstr>九、epoll函数</vt:lpstr>
      <vt:lpstr>九、epoll函数</vt:lpstr>
      <vt:lpstr>九、epoll函数</vt:lpstr>
      <vt:lpstr>九、epoll函数</vt:lpstr>
      <vt:lpstr>十、select、poll和epoll函数的        区别与比较</vt:lpstr>
      <vt:lpstr>十、select、poll和epoll函数的        区别与比较</vt:lpstr>
      <vt:lpstr>十、select、poll和epoll函数的        区别与比较</vt:lpstr>
      <vt:lpstr>十一、异步I/O模型</vt:lpstr>
      <vt:lpstr>小结</vt:lpstr>
    </vt:vector>
  </TitlesOfParts>
  <Company>q</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网络编程</dc:title>
  <dc:creator>q</dc:creator>
  <cp:lastModifiedBy>Wei Wang</cp:lastModifiedBy>
  <cp:revision>498</cp:revision>
  <dcterms:created xsi:type="dcterms:W3CDTF">2013-03-13T16:12:15Z</dcterms:created>
  <dcterms:modified xsi:type="dcterms:W3CDTF">2026-04-20T09:47:10Z</dcterms:modified>
</cp:coreProperties>
</file>
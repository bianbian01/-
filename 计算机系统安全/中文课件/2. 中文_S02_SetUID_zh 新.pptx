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6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6"/>
  </p:notesMasterIdLst>
  <p:sldIdLst>
    <p:sldId id="259" r:id="rId2"/>
    <p:sldId id="265" r:id="rId3"/>
    <p:sldId id="277" r:id="rId4"/>
    <p:sldId id="278" r:id="rId5"/>
    <p:sldId id="266" r:id="rId6"/>
    <p:sldId id="261" r:id="rId7"/>
    <p:sldId id="279" r:id="rId8"/>
    <p:sldId id="286" r:id="rId9"/>
    <p:sldId id="267" r:id="rId10"/>
    <p:sldId id="268" r:id="rId11"/>
    <p:sldId id="280" r:id="rId12"/>
    <p:sldId id="281" r:id="rId13"/>
    <p:sldId id="269" r:id="rId14"/>
    <p:sldId id="282" r:id="rId15"/>
    <p:sldId id="287" r:id="rId16"/>
    <p:sldId id="271" r:id="rId17"/>
    <p:sldId id="272" r:id="rId18"/>
    <p:sldId id="288" r:id="rId19"/>
    <p:sldId id="298" r:id="rId20"/>
    <p:sldId id="289" r:id="rId21"/>
    <p:sldId id="273" r:id="rId22"/>
    <p:sldId id="285" r:id="rId23"/>
    <p:sldId id="274" r:id="rId24"/>
    <p:sldId id="290" r:id="rId25"/>
    <p:sldId id="291" r:id="rId26"/>
    <p:sldId id="292" r:id="rId27"/>
    <p:sldId id="297" r:id="rId28"/>
    <p:sldId id="275" r:id="rId29"/>
    <p:sldId id="293" r:id="rId30"/>
    <p:sldId id="295" r:id="rId31"/>
    <p:sldId id="294" r:id="rId32"/>
    <p:sldId id="283" r:id="rId33"/>
    <p:sldId id="284" r:id="rId34"/>
    <p:sldId id="296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54"/>
    <p:restoredTop sz="83865" autoAdjust="0"/>
  </p:normalViewPr>
  <p:slideViewPr>
    <p:cSldViewPr snapToGrid="0">
      <p:cViewPr varScale="1">
        <p:scale>
          <a:sx n="70" d="100"/>
          <a:sy n="70" d="100"/>
        </p:scale>
        <p:origin x="65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72" units="cm"/>
          <inkml:channel name="Y" type="integer" max="1920" units="cm"/>
          <inkml:channel name="T" type="integer" max="2.14748E9" units="dev"/>
        </inkml:traceFormat>
        <inkml:channelProperties>
          <inkml:channelProperty channel="X" name="resolution" value="98.46154" units="1/cm"/>
          <inkml:channelProperty channel="Y" name="resolution" value="98.46154" units="1/cm"/>
          <inkml:channelProperty channel="T" name="resolution" value="1" units="1/dev"/>
        </inkml:channelProperties>
      </inkml:inkSource>
      <inkml:timestamp xml:id="ts0" timeString="2026-03-09T06:40:34.0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5622 5793 0,'51'0'140,"18"0"-140,0 0 16,35 0-16,-35 0 16,17 0-16,-52 0 0,18 0 15,-35 0-15,1 0 16,-1 0-1,35 0-15,-35 0 16,0 0-16,18 0 16,-18 0-16,17 0 15,-16 0-15,-1 0 16,0 0-16,0 0 16,1 0-16,-1 0 0,17 0 15,-16 0 1,-1 0-1,-17 17 1,17-17-16,0 0 16,1 0-16,33 0 15,-16 0-15,-18 0 16,0 0 0,18 0 15,-1 0-31,18 0 15,-18 0-15,18 0 16,17 0-16,-17 0 16,-35 0-16,0 0 15,1 0-15,16 0 16,1 0-16,-18 0 16,17 0-16,18 0 15,-17 0-15,-18 0 16,0 0-16,35 0 15,-35 0-15,0 0 16,1 0-16,33 0 16,-34 0-16,1 0 15,16 0-15,18 0 16,-35 0-16,35 0 16,-18 0-1,-16 0 1,51 0-16,-52 0 0,35 0 15,-18 0-15,18 0 16,-35 0-16,0 0 16,1 0-1,-1 0-15,35 0 16,-35 0-16,17 0 16,-17 0-1,35 0-15,-17 0 16,16 0-16,-33 0 15,-1 0-15,0 0 16,35 0-16,-35 0 16,0 0-16,1 0 15,-1 0-15,0 0 0,18 0 16,-18 0-16,17 0 16,-16 0-16,-1 0 15,17 0-15,-16 0 16,-1 0-16,0 0 15,0 0-15,35 0 16,-35 0 0,69 18-16,-34 16 15,-35-34-15,1 0 16,-1 0-16,0 0 16,0 0-1,18 17-15,-18-17 16,18 0-16,-18 0 0,0 0 15</inkml:trace>
  <inkml:trace contextRef="#ctx0" brushRef="#br0" timeOffset="5864.56">24935 6000 0,'51'34'93,"18"-34"-93,-17 18 16,17-18-16,-52 0 16,35 0-16,-17 0 15,-18 0-15,34 0 16,-16 0-16,17 0 0,-18 0 16,18 0-16,-18 0 15,1 0-15,-1 0 16,35 0-16,-17 0 15,-17 0-15,16 0 16,18 0-16,-51 0 16,51 0-16,-1 0 15,19 0-15,-18 0 16,0 0-16,-18 0 16,18 0-16,-51 0 15,33 0-15,-16 0 16,-18 0-1,0 0-15,52 0 16,17 0-16,-51 0 16,34 0-16,17 0 15,-17 0-15,-17 0 0,-18 0 16,18 0-16,-35 0 16,18 0-16,-18 0 15,52 0-15,-17 0 16,-18 0-16,-16 0 15,16 0-15,0 0 16,-16 0-16,-1 0 0,0 0 16,18 0-16,-18 0 15,17 0 1,-16 17-16,33-17 16,-33 0-16,-1 0 15,17 0-15,1 0 16,-18 0-16,0 0 15,1 0-15,-1 0 16,0 0-16,0 17 16,1-17-16,33 0 15,-33 0 1,-1 0-16,35 17 16,-35-17-16,0 0 15,0 0 1,1 0 15,-1 35-15,34-35-16,1 17 15,-35-17 1,1 0 31,-1 0-32,0 0-15,0 0 16,1 0-16,-1 0 16,17 0-1,-16 0 1,16 0-16,-17-17 0,35 17 16,-17 0-16,-18 0 15,17 0-15,-34-17 250,0-18-250,0 1 16,0 16-16,18-33 15,-18 16-15,0-16 16,0 16-16,0 18 16,0-18-16,0 1 15,0-18-15,0 18 16,0 16-16,0 1 0,17-35 16,-17 18-16,0-18 15,17 1-15,-17 16 16,35-51-16,-35 51 15,0-16-15,0 33 16,17-16-16,-17-1 16,0 18-16,0 0 15,0-18-15,0 18 16,17-34-16,-17 33 16,0 1-16,0 0 15,0 0-15,0-18 16,0 18-1,0 0-15,0-18 16,35-17-16,-35 1 16,17 33-16,-17-16 15,0 17-15,17-1 16,-17-16-16,0 17 16,0 0-1,-17 17 126,-52 0-126,52 17-15,-87 17 16,87-34-16,-52 0 16,0 0-16,34 0 15,1 0-15,-1 0 16,18 0-16,-35 0 16,35 0-16,-17 0 15,16 0-15,-33 0 16,34 0-16,-18 0 15,-17-17-15,18 17 0,-1 0 16,1-17-16,-18 17 16,18-17-16,-18 17 15,35 0-15,-35-18 16,17 18-16,-34 0 16,18 0-16,-18 0 15,-17 0-15,68 0 16,-51 0-16,0 0 15,35 0-15,17 0 16,-52 0-16,-18 0 16,-16 35-16,34-35 15,-35 17-15,1-17 16,17 34-16,17-34 16,0 0-16,0 0 0,34 0 15,-16 0-15,-36 0 16,-16 0-16,34 0 15,17 0-15,35-17 16,-17 17-16,-18 0 16,35 0-16,-18 0 15,18 0-15,-35 0 16,18 0-16,-18 0 16,35 0-16,-1 0 15,-33 0-15,33 0 16,-51 0-16,35 0 15,-35 0-15,-17 0 0,69 0 16,-18 0-16,18 0 16,0 0-16,-18 0 109,18 0-78,0 0-31,17 17 125,-18-17-125,18 18 16,0-1 0,-17 0-1,17 0-15,0 1 16,-17-1-16,17 35 15,-35 17-15,35-52 16,0 35-16,-17-35 16,17 0-16,0 0 15,0 1-15,-17 33 16,17-34-16,-17 1 16,17 16-16,-35 52 15,18-34-15,0-35 16,-1 18-16,-16-18 15,34 18-15,0-18 16,-17-17-16,17 34 16,0-16-16,-18 33 0,18-16 15,0 16-15,0-16 16,0 17-16,-17-35 16,17 0-16,0 0 15,0 1 1,-17 16-16,17 1 15,-35 16 1,35-33-16,0 16 16,0 18-16,-17-1 15,17-33-15,0-1 16,0 0 0,0 0-16,0 1 15,0 33 1,0-33-16,0-1 15,0 0-15,0 0 63,0 1-32,0-36 16,0-16-31</inkml:trace>
  <inkml:trace contextRef="#ctx0" brushRef="#br0" timeOffset="9550.12">3173 7086 0,'17'0'78,"52"17"-62,-51-17-16,50 0 16,70 18-16,-103-18 15,120 34-15,-51-34 16,34 0-16,-35 17 16,-34-17-16,-17 0 15,17 0-15,-18 35 16,-16-35-16,-18 0 15,0 0 1,18 0-16,-18 0 16,18 0-16,-18 0 15,0 0-15,52 0 16,-52 0-16,1 0 16,33-18-16,1 18 15,-35 0-15,18 0 16,16 0-16,-16 0 0,17 0 15,-18 0-15,18 0 16,-18 0-16,18 0 16,0 0-16,-18 0 15,-16 0-15,33-17 16,-33 17-16,16 0 16,52-17-16,-68 17 15,51 0-15,-52 0 16,0 0-16,0 0 31,-17-17-15,52 17-16,-35 0 15,18 0-15,16 0 16,-16 0-16,-18 0 31,0 0-31,-17-35 31,35 35 126,-18 0-142,18 0-15</inkml:trace>
  <inkml:trace contextRef="#ctx0" brushRef="#br0" timeOffset="11386.66">7570 6948 0,'35'0'15,"-18"0"32,17 17-31,-16 1-16,33-1 16,-33-17-16,-1 17 15,0 18-15,0-18 16,18-17-16,-35 17 15,34 0-15,18 18 16,-17-35-16,-18 0 16,35 0-16,17 0 15,-18 0-15,18 0 16,-17-17-16,-35-1 16,18 1-16,16-17 15,-33 16-15,33 1 16,-16 0-16,-1 17 15,1-35-15,17 18 16,-35 17-16,52-17 16,-35 17-16,18 0 15,0 0-15,-18 0 16,18 0-16,-18 0 16,1 0-16,-1 17 0,-16-17 15,-1 52-15,17-35 16,-16 18-16,-1-1 15,17-17-15,1 1 16,-1-18-16,-16 0 16,-1 0-16,35 0 15,17 0-15,17-35 16,-52 18-16,70-18 16,-53 35-16,18-17 15,18 17-15,-53-34 16,-17 34-16,35 0 15,-35 0-15,35-18 0,-35 18 16,1 0-16,-1 0 16,17 0-1,-34 18-15,52 33 16,0-33-16,-35 16 16,0-34-16,0 0 15,35 0-15,-17 0 16,16 0-16,-33 0 15,16-17-15,52 0 16,18-18-16,-52 18 16,51-18-16,-34 35 15,0-17-15,-17 17 16,-35-17-16,0 17 0,0 0 31,1 17-15,16 0-1,-34 1-15,17-1 16,1-17-16,-1 0 16,0 0-1,35 0-15,-18 0 16,53 0-16,16-17 16,-34 17-16,69-69 15,-17 51-15,-52-16 16,-18 17-16,-16-18 15,17 18-15,-35 17 16,0 0 15,69 103-15,-34-51-16,-35-35 16,1 18-16,33-1 15,-33-34-15,-1 0 16,0 0-1,0 0-15,1 0 16,33 0-16,-16 0 16,16-17-16,-33 17 15,-1-17-15,17 0 16,-16-1 0,-1 18 93,0 0-93,0 0-16,1 0 15,-1 0-15,17 0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72" units="cm"/>
          <inkml:channel name="Y" type="integer" max="1920" units="cm"/>
          <inkml:channel name="T" type="integer" max="2.14748E9" units="dev"/>
        </inkml:traceFormat>
        <inkml:channelProperties>
          <inkml:channelProperty channel="X" name="resolution" value="98.46154" units="1/cm"/>
          <inkml:channelProperty channel="Y" name="resolution" value="98.46154" units="1/cm"/>
          <inkml:channelProperty channel="T" name="resolution" value="1" units="1/dev"/>
        </inkml:channelProperties>
      </inkml:inkSource>
      <inkml:timestamp xml:id="ts0" timeString="2026-03-09T06:42:38.8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3639 6793 0,'0'-17'157,"17"-1"-157,0 1 15,0 17-15,-17-17 0,18 17 16,-1-17-16,17 0 16,-16 17-1,-1 0-15,-17-18 16,17 18-16,0 0 31,1 0 0,-18-34-31,17 34 16,0 0-16,18 0 16,-18 0-1,0-17-15,0 17 16,1 0-16,-1 0 15,0 0-15,17 0 16,-16 0-16,16-18 16,-17 18-16,1 0 15,16 0-15,-17 0 32,1 0-32,-1 0 31,17 0-31,1 0 15,-18 0 79,18 35-94,-18-18 16,17 0-1,-16-17 126,16 18-141,18-18 16,-35 0-16,18 17 15,16-17 1,-33 0 15,-1 0 0,-17 34-31,17-34 16,18 0-16,-18 0 31,0 0-15,0 17-16,0-17 16,1 0-1,-1 0 173</inkml:trace>
  <inkml:trace contextRef="#ctx0" brushRef="#br0" timeOffset="6766.35">5415 6931 0,'17'0'78,"0"0"0,0 17-63,1-17 1,33 0-16,-16 0 0,-18 0 16,0 0-16,18 0 47,-18 0-32,0 0 1,1 0-1,-1 0 1,-17-17 0,34 17-16,1-17 15,-18-1-15,0 18 16,1-17-16,-1 17 31,0 0-15,0 0 15,18 0 32,-18 0-48,0 0 1,-17 17-1,35 1-15,-1-18 0,1 51 16,16-33-16,1-1 16,-35-17-16,1 0 15,-1 0 32,17 0-47,18 0 16,-35-17-16,1-1 15,-1 18-15,17-17 16,-34 0-16,18 17 16,-1 0 109,0 0-110,0 0 1,1 0-16,-1 0 16,17-35-16,1 18 15,-35 0 1,52 0-16,-35-1 15,0 18-15,0-34 16,1 34 31,-1 34-31,-17-16-16,17-1 15,-17 0-15,35 18 16,-35-18-1,17-17-15,0 0 141,17 0-125,-16 0-1,16 0-15,-17 0 16,1 0 0,-1 0-1,-17-35 1,17 35-1,0 0 17,1 0-32,-18 18 62,34-18-62,-34 17 16,17 0-1,1-17 48,-1 0-63,0 0 16,35 0-16,-35-17 15,0-18 1,1 35-16,-1-17 15,0 17 1,-17-17 0,17 17 15,1 0-31,16 17 16,-17 18-16,-17-18 31,18-17-31,-1 0 47,0 0-32,0-35 1,1 35-16,16-34 16,-34 17-1,17 17-15,1-18 31,-1 18-15,0 0 47,0 0-32,-17 18-16,35-18 17,-18 0-32,0 0 15,0 0-15,1-18 16,-1 18 0,-17-34-1,17 34 1,-17-17-16,17 17 15,-17-18-15,35 18 16,-35-17-16,17 0 16,0 17-16,1-17 15,-1 17-15,35 0 16,-35 0 0,17 0-16,18 0 15,-52 17-15,17 0 16,-17 18-1,18-35 64,-18 17-64,17-17 16,-17 17 126,17-17-157,18 17 15,-35 1-15,17-18 16,-17 17-16,17-17 16,0 0 62,1 0-63,-18-17 1,17 17 15,0 0 0,-17 17-31,34 0 16,-16-17 93,-1 0-109,0 0 16,0 0 172,1 0-157,-18 35-31,17-35 15,-17 17-15,34-17 16</inkml:trace>
  <inkml:trace contextRef="#ctx0" brushRef="#br0" timeOffset="11282">7363 6948 0,'0'-17'125,"18"17"-125,-1-17 16,0 17-16,18 0 16,-18-18-16,0 18 15,0-17-15,0 17 16,1-17-16,-1 17 15,0-35 1,18 35 62,-18 0-62,17 0-16,35 0 15,-17 0-15,0 0 16,-18-17-16,-16 17 16,16 0 46,-34 17-46,0 35-16,0 17 15,0 0-15,0-52 16,17 18-16,-17-18 16,18-17-1,-1 0 1,0-52 0,0 35-16,-17 0 15,35 0-15,-35-18 141</inkml:trace>
  <inkml:trace contextRef="#ctx0" brushRef="#br0" timeOffset="18586.4">2552 8362 0,'35'0'156,"-18"0"-156,0 0 16,1 0-16,-1 0 16,0 0-16,0 0 15,18 0 1,-18 0 15,0 0-31,0 0 16,18 0-16,17 0 15,-1 0-15,-33 0 16,-1 0-16,0 0 16,18 0-16,-18 0 15,17 0 1,-16 0-16,51 0 16,0 0-1,-52 0-15,52 0 0,-52 0 16,0 0-1,0 0-15,-17 17 16,18-17-16,16 0 0,1 0 16,16 0-16,-16 0 15,17 0-15,-18 0 16,-17 0-16,1 0 62,16 0-62,1 0 16,16 0-16,-51 17 16,35-17-16,-18 0 15,0 0-15,1 0 47,16 0-31,1 0-16,16 0 15,-33 0-15,16 0 16,18 0-16,-18 0 16,35 0-16,-34 0 15,-1 0-15,18 0 0,-35 0 16,18 0-16,-18 0 16,0 0-16,18 0 31,-18 0-16,0 0-15,18 0 16,-18 0-16,17 0 16,-16 0-16,16 0 15,-17 18-15,35-18 16,-17 0-16,-18 0 16,0 0-16,17 0 15,-16 0-15,-1 0 16,0 0-1,0 0 1,1 0 0,-1 0-16,35 0 15,-35 0-15,17 0 16,1 0-16,-18 0 16,18 0-16,-18 0 15,35 0-15,-35 0 16,17 0-16,-16 0 15,-1 0 1,17 0 0,-16 0-1,-1 0 1,0-18-16,0 18 78,1 0-62,-1 0 15,17 0 94,1 0-125,-18 0 16,0 0-1,0 0-15,18 0 16,-18 0-1,0 0 1,1 0-16,-1 0 16</inkml:trace>
  <inkml:trace contextRef="#ctx0" brushRef="#br0" timeOffset="25531.23">5949 9310 0,'18'-34'110,"33"34"-95,-16 0-15,-18-18 16,35 18-16,-18 0 0,18-17 15,0 17 1,-18 0-16,-17 0 16,35 0-16,17 0 0,-34 0 15,16 0-15,1 0 16,-17 0-16,16 0 16,-16 0-16,-1 0 15,1 0-15,-18 0 16,0 0-16,0 0 15,18 0-15,-18 0 16,0 0-16,1 0 16,-1 0-16,0 0 0,35 0 15,-18 0-15,-16 0 16,16 0-16,-17 0 16,1 0-16,16 0 15,-17 0-15,35 0 16,17 0-16,-52 0 15,35 0-15,-35 0 16,1 0 31,-1 0-31,35 0-1,-35 0-15,17 0 0,-17 0 16,35 0-16,-35 0 15,1 0-15,-1 0 16,35 0-16,-35 0 16,0 0-16,0 0 15,1 0-15,-1 0 16,0 0-16,35 0 16,-18 0-16,18 0 15,-17 0-15,51-17 16,-52 17-16,52 0 15,-51 0-15,-18-17 16,18 17-16,-18 0 0,0 0 16,0 0-1,1 0 1,16 0-16,1 0 16,-1 0-16,-17 0 15,1 0-15,-1 0 16,17 0-1,-16 0 1,16 0-16,18 0 16,17 0-16,-52 0 15,35 0-15,-18 0 16,-16 0-16,-1 0 31,17 0 0,-17 0-31,18 0 16,-18 0-16,0 0 16,1 0-16,16 0 15,-17 0-15,1 0 16,-1 0-16,0 0 16,35 0-16,-18 0 15,35 0-15,-34 17 16,17-17-16,34 17 15,-52-17-15,18 0 16,-17 0-16,51 0 0,-52 0 16,18 0-16,-18 0 15,53 0-15,-53 0 16,18 0-16,-35 0 16,18 0-16,-1 0 15,-17 0-15,1 0 16,-1 0-16,17 0 15,18 0-15,-17 0 16,51-17-16,-52 17 16,18 0-16,0 0 15,-35 0 1,0 0-16,0 0 16,1 0-1,-1 0-15,35 0 16,-18 0-16,-17 0 15,52 0-15,-17 0 16,-17-35-16,51 35 16,-52 0-16,18 0 15,-18 0-15,18 0 16,0 0-16,-35 0 16,18 0-16,16 0 15,-16 0-15,17 0 16,-18 0-16,18-17 15,0 17-15,-18 0 16,-17 0-16,1-17 16,33 17-16,-16 0 0,-1 0 15,1-17-15,16 17 16,-16 0-16,17 0 16,-35 0-16,0 0 15,0-35-15,1 35 16,33 0-16,-16 0 15,51 0 1,-51-17-16,16 17 16,-16 0-16,51 0 15,-69 0-15,18 0 16,-18 0-16,18 0 31,-1 0-15,-17 0-1,18 0-15,16 0 16,1 0-16,-35 0 16,1 0-16,-1 0 15,0 0-15,0 0 32,1 0-32,16 0 15,-17 0-15,1 0 16,51 0-16,-35 0 15,18 0-15,-18 0 16,18 0-16,-17 0 16,16 0-16,1 0 15,-35 0-15,0 0 16,1 0-16,-1 0 16,35 34-16,-35-34 31,0 0 0,0 0-15</inkml:trace>
  <inkml:trace contextRef="#ctx0" brushRef="#br0" timeOffset="38063.68">3570 12413 0,'0'-34'125,"34"34"-109,-34-18-1,35 18-15,-18 0 16,0-17-16,18 0 16,-18 17-16,17 0 15,-16 0 1,-1 0-16,0 0 15,0 0 64,1 0-64,-1 0 1,17 0 62,-16 0-62,-1 0-16,0 0 15,0 0-15,1 0 16,-1 0-16,17 0 15,-17 0-15,18 0 0,17 0 16,-35 17-16,17-17 16,-16 0-16,33 0 15,-33 0-15,-1 17 16,0-17 0,0 0-1,1 0-15,16 0 16,-17 0-1,1 0 1,-1 0 15,0 0-31,0 0 16,1 35 0,16-35-16,-17 0 31,1 0 0,-1 17-15,0-17-16,0 0 15,1 0-15,16 0 16,-17 0 31,1 0-47,-1 0 15,17 0-15,-17 0 16,35 0-16,-17 0 16,-1 0-16,-17 0 15,18-34-15,-18 34 16,18-18-16,-18 18 16,0 0-1,0 0 1,1 0-1,-1 0-15,0 0 16,0 0 15,18 0-31,-1 0 16,-16 0-16,-1 0 16,35 0-16,-35 0 15,0 0 1,0 0 31,1 0-32,33 0-15,-33 0 16,-1 0-16,0-17 16,35 17-16,-35-17 15,17 17-15,18 0 16,-35 0-1,18 0-15,17 0 0,-35 0 16,0 0-16,0 0 47,1 0-16,16 0-31,-17 0 16,1 0-16,-1 0 15,0 0 1,0 0 0,1 0-16,16 0 31,-17 0-15,1 0-1,-1 0-15,0 0 16,35 0-16,-35 0 15,0 0-15,18 0 16,16 0-16,-33 0 16,-1 0-16,0 0 15,0 0 1,1 0 15,16 0-15,-17 0-16,1 0 0,-1 0 15,0 0 1,0 0 0,1 0-1,-18-17 345,0-1-360,0-33 0,0 34 15,0-18-15,0 18 16,0-35-16,0 35 16,0 0-16,0-1 15,0 1-15,0 0 16,0-18-16,0 18 15,0 0-15,0 0 16,0-1-16,0 1 0,0 0 16,0-18-1,0 18-15,-18 0 16,18 0 31,0 0 93,0-1-61,0 1-79,0 0 15,0-18 1,0 18 15,0 0 32,-34 0-63,17-1 15,-18 18 1,18 0-16,0-17 15,-1 17 17,1 0-17,0 0 1,0 0-16,-18 0 16,18 0-16,0 0 15,-1 0 1,18 17-1,-17-17 1,0 0 0,0 18-1,-18-18-15,1 17 16,17 0-16,-1-17 16,1 0-16,-17 0 15,16 0-15,-16 0 16,17 0-16,-1 0 15,-16 0-15,17 0 16,-1 0-16,1 0 16,0 0-16,0 0 47,-1 0-32,-16 0 1,17 0-16,-1 0 31,1 0 0,0 0-31,-18 0 16,1 0-16,-18 0 16,1 0-16,-1 35 15,17-35-15,-16 0 16,16 0-16,1 0 0,-1 0 15,18 0-15,0 0 16,-1 0-16,-16 0 31,17 0 1,-1 0-32,1 0 15,0 0-15,-35 0 16,35 0-16,0 0 15,-1 0-15,1 0 16,0 0-16,0 0 16,-1 0-1,-16 0 1,17 0-16,-1 0 16,1 0-16,0 17 15,0-17 1,0 0-16,-18 0 15,18 0 1,0 0 0,-1 0 15,1 0-15,0 0-16,0 0 15,-18-17-15,18 17 16,0-35-16,-1 35 15,1 0 1,0 0 15,0 0 1,-18 0-17,18 0-15,-35 0 16,0 0-16,1 0 15,33 0-15,1 0 16,0 0 31,0 0-31,-1 0 15,1 0 0,-17 0-15,16 0-16,1 0 15,0 0-15,0 0 32,-35 17-17,-17-17-15,17 18 0,-17-18 16,35 0-16,-18 17 15,52 17 267,0-16-282,0-1 15,0 0-15,0 0 16,0 0-16,0 1 16,0 16-16,17-17 15,-17 1-15,0 16 16,0-17-16,0 35 15,0-35-15,0 1 16,0-1 0,0 0-1,0 0 32,0 18-16,0-18-15,0 0 0,0 1-1,0-1-15,0 0 32,0 0-32,18 18 15,-18-18 79</inkml:trace>
  <inkml:trace contextRef="#ctx0" brushRef="#br0" timeOffset="46765.6">9760 12430 0,'17'0'125,"1"0"-109,-1 0 0,17 0-16,-16 0 15,-1 0-15,0 0 16,18 0-16,-1 0 15,-17 0 1,1 0 0,16 0-1,-17 0-15,18 0 16,-18 0-16,0 0 16,1 0-1,-1 0 16,0 0-31,35 0 16,-35 0-16,17 0 16,-16 0-16,16 0 0,-17 0 15,1 0 1,-1 0 0,0 0-1,35 0-15,-35 0 16,18 0-16,-18 0 15,35 0-15,-18 0 16,-17 0-16,1 0 16,16 0-1,-17 0-15,1 0 16,-1 18 0,0-18-1,0 0-15,1 0 0,16 0 16,-17 0-1,18 0-15,-18 0 16,35 0-16,-18 0 16,-17 0-16,18 0 15,-1 0-15,-16 0 16,16 0-16,1 0 16,-18 0-1,0 0-15,0 0 16,1 0-16,-1 0 0,0 0 15,18-18-15,-18 18 16,17-34-16,-16 17 16,16 17-16,-17 0 15,-17-18-15,18 18 16,-1 0-16,17 0 16,18 35-16,-35-35 15,1 17-15,33 0 16,-34-17-1,1 0-15,-1 0 16,0 0 0,35-17-16,-35 0 0,0 17 15,1 0 63,-18-35-62,34 35-16,-17 0 16,1 0 15,-1 0 0,0 0-31,0 0 16,1 0-16,16 0 15,-17 0-15,1 0 0,-1 0 16,0 0-16,0 0 16,35 0-16,-17 0 15,-18 0-15,0 0 16,35-17-16,-35 17 16,0 0-1,1 0 63,16 0-62,-34-17-16,17 17 16,0 0 15,1 0-16,16 0-15,18 0 16,-18 0-16,1 0 16,-18 0-1,0 0 17,1 0-17,-1 0-15,0 0 16,0 0-1,18 0 17,-18 0-32,0 0 15,1 0-15,-1 0 16,0 0-16,0 0 16,18 0-16,-18 0 15,0 0 1,18 0-16,17 0 15,-35 0-15,0 0 16,0 0-16,0 0 156,1 0-140,16 0 15,-17 0 0,1 0 1,-1 0 15,0 0-32,0 0 1,1 0-1,16 0 1,-17 0 15,1 0-15,-1 0 62,0 0-62,0 0 15,1 0 16,16 0 125,-17 0-141,-17 17-15</inkml:trace>
  <inkml:trace contextRef="#ctx0" brushRef="#br0" timeOffset="49736.13">5260 6914 0,'17'0'15,"-17"17"-15,17-17 32,0 17-1,18-17-31,34-17 16,-35 17-16,18 0 15,-18 0-15,-16 0 16,-1 0-16,35 0 15,-18 0-15,18 0 16,17 0-16,17 17 16,-69-17-16,52 17 15,-34-17-15,17 0 16,-1 35-16,18-35 0,-17 17 16,17 0-16,-52-17 15,35 35-15,17-35 16,-17 17-16,-18-17 15,-17 0-15,35 0 16,-35 0-16,1 0 16,-1 0-16,0 0 15,35 0-15,-18 0 16,1 0-16,-1 0 16,18-34-16,-35 34 15,0 0-15,1-18 16,-1 18-16,0 0 0,35 0 15,-35 0-15,18 0 16,51 0-16,-52 0 16,18 0-16,-17 18 15,16-18-15,18 0 16,-51 0-16,51-18 16,-18 18-16,1-17 15,-18 0-15,1-18 16,17 18-16,-1 0 15,36-18-15,-70 35 16,17-17-16,-16 17 16,-1-17-16,17 17 15,-16 0-15,-1-17 0,0 17 16,0 0 0,1 0-16,-1 0 15,17-18-15,1 18 16,-18 0-16,35 0 15,-35 0 1,0 0 15,0 0-15,1 0 0,-18 18 30</inkml:trace>
  <inkml:trace contextRef="#ctx0" brushRef="#br0" timeOffset="75261.82">11053 11051 0,'0'-17'0,"18"17"16,-18-17 0,17 17-16,-17-18 15,17 18 17,-17-17-1,0 0 0,0-17-15,0 16-16,0 1 0,0 0 15,0 0-15,0-1 16,-17 18-16,17-17 16,-17-17-16,17 16 15,-18 18-15,1-17 16,-17 17-16,-1 0 15,18 0-15,0 0 16,-35 0-16,35 0 16,0 0-1,-1 0-15,1 0 16,0 0 0,-18 0 30,35 17-46,-17 18 16,17-1 0,-17-16-1,17-1-15,0 0 16,0 18 0,17-35 15,18 0-16,-35 17 1,17-17-16,0 17 16,0 0-16,-17 0 15,18 1 1,-1-1 0,0 0-16,17 18 15,1-18-15,-35 0 16,17-17-16,-17 17 15,17 1-15,-17-1 16,18-17 0,-18 34-1,34-34 1,-34 18-16,0-1 16,17-17-16,-17 17 15,18 0 1,-18 1-1,0-1 1,0 17 0,0-16-16,17-1 15,-17 0-15,0 0 32,0 0 30,0 1-31,-17-18-31,-1 17 16,-16-17 0,34 34-16,-17-34 15,-1 0 1,18 18-16,-17-18 15,0 0-15,0 0 16,-1 17 0,1-17-1,-17 0 1,-1 0 0,18 0-16,0-17 15,0 17 1,17-35-16,-35 35 15,35-17-15,-17 17 16,17-17 0,0-1-1,0 1 1,-17 17-16,17-17 16,0 0 15,0 0-16,0-18 1,0 18 0,0 0-16,0-1 15,0 1 1,0 0 0,0 0-1,0-18 1,17 35-16,-17-17 31,34 17-15,-16-17 15,-1 17-15,-17-18-1,17 18 16,0 0-15,1-17-16,-1 17 16,-17-17-1,34 17 1,-34-17 0,17 17-1,1 0 48,-1 0-48,0 0-15,0-35 16,1 35-16,-1 0 16,17 0 15</inkml:trace>
  <inkml:trace contextRef="#ctx0" brushRef="#br0" timeOffset="79919.34">14657 12465 0,'18'-35'62,"-1"35"-62,35-17 16,-35 0-16,17 17 15,-16 0-15,-1 0 16,35-17-16,-35 17 16,17 0-16,18-35 15,-35 35-15,35 0 0,-35 0 16,0 0-1,1 0-15,-1 0 16,0 0-16,18 0 16,-18 0-16,0 0 15,0 0 1,1 0-16,-1-17 16,0 17-16,35 0 15,-35 0-15,0 0 16,35 0-16,-35 0 15,1 0 1,16 0-16,18 0 16,-18 0-1,-16 0-15,51 0 0,-18 0 16,-34 0 0,1 0-16,-1 0 15,35 0-15,-18 0 16,-17 0-16,35 17 15,-17-17-15,16 17 16,1-17-16,-17 0 16,-18 0-16,35 0 15,-18 0-15,52 0 16,-68 0-16,51 0 16,-1 0-16,1 0 15,-51 0-15,85 0 0,-86 0 16,52 0-16,0 18 15,-17-18-15,-17 0 16,34 0-16,-18 34 16,1-34-16,17 0 15,0 0-15,0 0 16,-35 0-16,1 0 16,17 0-16,-35 0 15,52 0-15,-52 0 16,52 0-16,0 17 15,-52-17-15,35 0 16,-17 0-16,-18 18 0,0-18 16,0 0-16,18 0 15,-18 0 1,52 0-16,-35 0 16,18 0-16,17 34 15,0-34-15,17 17 16,-51-17-16,17 0 15,-1 35 1,-33-35-16,16 0 16,18 0-16,-35 0 15,52 0-15,-35 17 16,18-17-16,0 0 16,-18 0-16,18 0 15,-17 0-15,16 0 0,-16 0 16,51 0-16,-51 0 15,51 17-15,-17-17 16,0 0-16,-18 0 16,-16 35-16,-1-35 15,1 0-15,17 0 16,-18 0-16,18 0 16,-18 0-16,53 0 15,-53 0-15,18 17 16,17-17-16,-52 0 15,0 0-15,35 0 16,-35 0-16,0 0 16,18 0-16,17 0 0,-35 0 15,0 0-15,35 0 16,-18 35-16,18-35 16,0 0-16,-35 0 15,18 17-15,-18-17 16,0 0-16,18 0 15</inkml:trace>
  <inkml:trace contextRef="#ctx0" brushRef="#br0" timeOffset="81763.89">17434 11155 0,'0'17'16,"0"17"0,0-16-1,-18-1-15,18 0 16,0 0-16,-17 1 16,17-1-16,0 0 15,0 18-15,0-18 16,0 0-16,0 0 15,0 0-15,0 35 16,0-17-16,0-18 0,0 0 16,-34 18-16,34-1 15,-18 18 1,18-18-16,0-16 0,0 16 16,0 1-16,-17-18 15,17 0 1,0 0-16,0 35 15,0-35-15,0 0 16,0 1-16,0-1 16,0 0-1,0 18 1,0-18 0,0 0-16,0 0 15,0 1-15,0 33 0,0-33 16,0-1-16,0 17 15,0 18-15,0-35 16,0 18-16,0-1 16,0-17-1,-17-17-15,17 18 16,0-1 0,0 0-1,0 0 32,0 1-31,0 16-16,0-17 31,0 1 0,0-1-15,0 0 15,17-17 94,-17-17-109</inkml:trace>
  <inkml:trace contextRef="#ctx0" brushRef="#br0" timeOffset="85645.6">17382 11499 0,'52'0'125,"-35"0"-125,52 0 15,-35 0-15,35 0 16,-17 0-16,0 0 16,-18 0-16,-17 0 15,1 0-15,16 0 16,-17 0-16,1 0 0,-1 0 16,0 0-16,0 0 15,1 0 1,16 0-16,-17 0 15,1 0-15,-1 0 16,0 0 0,0 0-16,1 0 15,16 0-15,1 18 16,-18-18-16,0 0 16,0 0-1,18 0 1,-1 0-1,-16 0-15,33 0 16,-33 0-16,16 0 16,-17 0-16,1 0 15,16 0 17,-17 0-17,0 0 1,18 0-1,-35-18-15,17 18 16,35 0-16,-35 0 16,18 0-16,-1 0 0,-17 0 15,1 0-15,-1-34 16,17 34-16,18 0 16,0-17-1,-18 17-15,70 0 16,-18-18-16,-51 18 15,33 0-15,19-34 16,-53 34-16,18 0 16,-35 0-16,0-17 15,1 17-15,-1 0 16,17-17-16,-16 17 16,16-18-16,-17 18 15,18 0-15,-18 0 16,0 0-16,1 0 0,-1 0 15,0-34-15,0 34 16,18 0-16,-18 0 16,0 0-16,1 0 15,-1 0-15,0 0 16,0 0-16,0 0 16,-17 17 187,35-17-203,-35 17 15,17-17-15,-17 18 16,0-1 0,0 0-1,0 0 1,0 0-1,0 18-15,0-18 16,0 0 0,0 1-1,0-1 1,0 0 0,0 0-16,0 35 15,0-35 16,0 1-15,0-1 15,0 0 1,0 18-17,0-18 16,0 0-31,0 0 16,0 1 0,0-1-16,0 0 15,0 0 17,0 18-1,0-18-31,0 0 0,-34-17 15,34 17-15,0 1 32,0-1-17,0 0 1,0 18 0,0-18-1,0 0 32,0 0-16,0 1-31,0-1 32,0 0-1,-18-17-16,18 35-15,0-18 16,-17 0-16,17 0 16,0 1-1,-17-18-15,17 17 16,0 0 0,0 17-1,0-16 1,-17-1-1,17 0-15,0 0 16,0 1-16,-17-1 16,17 0-16,0 18 15,0-18-15,0 0 32,0 0-17,0 1 16,0-1 32,-18-17 31,1 0-47,-17 0-47,16 0 15,-16 0-15,17 0 16,-1 0-1,-16 0-15,17 0 0,-1 0 16,1 0 0,0 0-1,0 0 1,-1 0 0,-16 0-16,17 0 15,-1 0 1,1 0-16,0 0 15,0 0-15,-1 0 16,-16 0 0,17 0-1,-1 0 1,1 0 0,0 0-16,0 0 15,-1 0-15,1 0 16,-17 0-16,-1 0 15,-16 0-15,16 0 16,18 0-16,-18 0 16,1 0-16,17 0 15,-1 0 1,1 0 0,0 0-16,-18 0 15,1 0-15,17 0 16,-35-17-16,17 17 0,-16 0 15,16 0-15,1 0 16,-1 0-16,18 0 16,-18 0-16,1 0 15,17 0-15,0 0 16,-1 0 0,1 0-1,0 0 1,0 0-16,-18 0 15,18 0-15,0 0 16,-1 0 0,1 0 15,0 0-15,0 0-1,-18 0 1,18 0 15,0 0 0,-1 0-15,1 17-16,-35-17 16,35 17-16,0-17 15,0 0-15,-1 0 47,18 35-47,-17-35 16,0 0-16,0 0 15,-18 0 1,35 17 0,-17-17 62</inkml:trace>
  <inkml:trace contextRef="#ctx0" brushRef="#br0" timeOffset="115470.59">21193 12499 0,'17'0'140,"35"0"-124,-18 0-16,18-17 16,0 17-16,-35 0 15,0 0-15,0 0 32,18 0-32,17 0 15,-35 0 1,0 0-1,0 0-15,18 0 16,-18 0 15,0 0-31,1 0 16,-1 0 0,0 0-16,0 0 15,1 0 1,16 0-1,-17-17-15,1 17 16</inkml:trace>
  <inkml:trace contextRef="#ctx0" brushRef="#br0" timeOffset="131121.56">6829 11224 0,'0'17'63,"0"0"-48,0 18-15,0-18 16,0 17 0,0 18-1,0-35-15,17 18 16,-17 16-16,17-33 16,-17-1-16,0 0 15,0 0-15,17 18 16,-17-18-16,0 18 15,0-18 1,0 35-16,18-35 0,-18 0 16,0 0-16,0 1 15,0-1-15,0 0 16,0 17-16,0-16 16,0-1-16,0 0 15,0 0-15,0 1 16,0-1-16,0 35 15,0-35 1,0 0-16,0 35 16,0-35-1,0 0-15,17-17 16,-17 18-16,0-1 31,0 0-31,0 0 16,0 35-16,34 0 15,-34-35-15,18-17 16,-18 17 31,17-17-47,0 0 16,0 35-16,1-18 15,16-17-15,-34 34 16,17-34-16,1 0 0,-1 0 15,0 0 1,0 0-16,35 0 0,-35 0 16,1 0-16,-1 0 15,0 0-15,0 0 16,18 0 0,-18 0-16,18 18 15,-18-18-15,0 0 16,35 0-16,-35 0 15,0 0-15,0 0 16,1 0-16,16 0 16,1 0-16,16 0 15,-16 0-15,34 0 16,17 0-16,-51 0 16,16-18-16,-33 18 15,33-17-15,-16 0 0,-18 17 16,35-17-16,-35 17 15,0-35-15,0 35 16,1 0-16,16 0 16,-17 0-16,1 0 31,-1 0-31,0 0 16,35 0-16,-18 0 15,-16 0-15,51 0 16,-52 0-16,52 0 15,-17 0-15,17 0 0,0 0 16,68 0-16,-85 0 16,17 0-16,-17 17 15,-35-17 48,0 0-48,1 0 17,-1 0-17,0 0 1,18 0-16,-18 0 16,0 0 15,-17-17-16,17 17 1,1 0 0,-1 0-1,0 0 1,18 0 0,-18-34-16,17 34 15,-16 0-15,-1 0 16,-17-18 31,34 18 15,-34-17-46,18 0-1,-18 0 1,0 0 15,0-1-15,0-16 0,0 17-16,0-18 0,0 18 15,0-35-15,0 18 16,17-18-16,-17 35 15,0-1-15,0 1 16,0-17-16,0-1 16,0 18-16,0 0 15,0 0-15,-17-1 16,17-16-16,0 17 94,0-1-79,0 1-15,0 0 16,0 0 0,0-1-1,0-16 1,0 17-1,0-1 32,0-16-47,0-18 16,0 35 0,-35-18-16,35 1 15,-17 34-15,17-17 16,-17 17-16,-1 0 31,18-17 0,-17 17-15,0 0 0,0 0 30,-1 0-46,-16 0 16,17 0-16,-1 0 16,-16 0-16,-18 0 15,18 0-15,-1 0 16,1 0-16,-35 0 16,17 0-16,-17 0 15,-34-35-15,-18 18 16,52 17-16,0 0 15,0 0-15,52 0 16,-35 0-16,35 0 16,-18 0-16,-17 0 15,1 0-15,16 0 16,-16 0-16,33 0 0,-16 0 16,34 17-16,-35-17 15,18 0-15,0 0 16,0 0-1,-18 0-15,-17 0 16,35 0-16,0 0 16,0 0-16,-1 0 15,-16 0-15,-1 17 16,-16-17-16,16 0 16,18 0-16,-52 0 15,52 0-15,-18 0 16,18 0-16,0 0 15,0 0 1,-1 0 0,1 0-1,-35 0 1,35 0-16,-17 35 16,-18-35-16,35 0 15,-1 0 1,18 17-16</inkml:trace>
  <inkml:trace contextRef="#ctx0" brushRef="#br0" timeOffset="133279.12">3811 12534 0,'17'0'0,"18"0"15,-1-17-15,-16 17 16,-1 0 0,-17-18-16,17 18 15,18 0 48,-18 0-48,0 0-15,0 0 16,18 0 0,-1 0-16,-17 0 15,52 0-15,-34 0 16,17 0-16,-18-17 0,18 17 15,0 0-15,-35-17 16,0 17-16,0 0 31,1 0-15,33 0 0,-33 0-16,-1 0 15,0 0 1,0 0-1,1 17 1,-1-17-16,52 0 16,34 0-16,-17 17 0,-17 18 15,-17-35-15,-17 0 16,16 17-16,-16-17 16,17 0-16,-35 0 15,0 0-15,0 0 16,1 0-16,16 0 15,-17 0 1,1 0 0,-1 0-16,0 0 15,35 0-15,-35 0 16,17 0-16,-16 0 16,-1 0-16,17 0 15,-16 0 1,-1-17-1,0 17 110</inkml:trace>
  <inkml:trace contextRef="#ctx0" brushRef="#br0" timeOffset="141231.57">1242 13292 0,'0'18'125,"17"-1"-78,17 17-31,-16-16-1,-18-1 1,17 0 0,-17 0-1,17-17 1,-17 18-1,17-18 17,1 0-32,-1-18 0,17 1 15,1 0-15,-18-18 16,0 35-16,-17-17 16,18 17-16,-18-17 15,34 17 16,-17 0 94,-17 17-93,18-17-32,-18 35 15,17-53 63,0 18-78,35-34 16,-35 17-16,-17-1 16,17 18-16,-17-34 0,0 51 109</inkml:trace>
  <inkml:trace contextRef="#ctx0" brushRef="#br0" timeOffset="143313.73">2121 13310 0,'17'0'172,"1"0"-172,-1 0 15,0 0 1,0 0-16,1 0 16,16 0 15,-17 0 0,1 0-15,-1 0 15,-17-18-15,17 18-1,0 0-15,1 0 31,-18-17-15,34 17-16,-17 0 16,1 0-1,16 0-15,18 0 0,17-34 16,-17 34-16,-18-18 16,18 1-16,-1 17 15,-33 0-15,-1-34 16,0 34-1,0 0 1,1 0 15,16 17-15,-17-17 0,1 17 15,-1-17-31,0 0 15,0 0 1,1 0 0,16 0-16,-17 0 47,1 0-16,-1 0-31,0 0 31,0 0-15,1 0 46,16 0-15,-34 17-47,17-17 16,1 0-1,-1 0 17,0 0-17,0 0 16,1 0-31,-18 18 16,17-18-16,17 17 31,-17-17-15,-17 17 0,35-17-16,-18 0 15,0 0-15,18 0 16,-18 0-16,0 0 15,1 17 1,-1-17-16,-17 35 16,17-35-1,0 0 1,18 0 0,-18 17-16,0-17 31,1 0-31,-1 0 31,0 0-15,0 0-1,18 0-15,-18 0 16,0 0-16,1 17 16,-1 1-1,0-1-15,0-17 16,-17 17-1,18-17 1,16 0 47,-34 17-48,17-17 16,-17-17 48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72" units="cm"/>
          <inkml:channel name="Y" type="integer" max="1920" units="cm"/>
          <inkml:channel name="T" type="integer" max="2.14748E9" units="dev"/>
        </inkml:traceFormat>
        <inkml:channelProperties>
          <inkml:channelProperty channel="X" name="resolution" value="98.46154" units="1/cm"/>
          <inkml:channelProperty channel="Y" name="resolution" value="98.46154" units="1/cm"/>
          <inkml:channelProperty channel="T" name="resolution" value="1" units="1/dev"/>
        </inkml:channelProperties>
      </inkml:inkSource>
      <inkml:timestamp xml:id="ts0" timeString="2026-03-09T06:48:56.1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7794 5172 0,'0'-17'63,"18"17"-47,16 0-16,35 0 15,-17 0-15,-35 0 16,18 0-16,16 0 15,1 0-15,-18 0 16,18 0-16,17 0 16,-17 0-16,-35 0 0,18 0 15,-18 0 1,0 0 0,0 0-16,35 0 15,-35 0 1,18 0-16,-1 0 15,1 0-15,17 0 16,-18 0 0,-17 0-16,35 0 15,-17 0 1,-18 0-16,34 0 0,-33 0 16,16 0-1,-17 0-15,18 0 16,-18 0-16,0 0 15,1 0 1,-1 0-16,0 0 16,0 0-1,18 0 1,-18 0-16,0 0 16,1 0-1,33 17 1,-33-17-16,-1 0 15,17 0-15,-16 0 16,-1 18-16,35-18 0,-18 0 16,1 0-1,-1 0-15,-17 0 0,1 0 16,-1 17-16,17-17 16,-17 0-1,18 0 1,17 0-1,-35 0-15,0 0 16,18 0-16,-1 0 16,-17 0-16,1 0 0,16 0 15,18 0-15,-35 0 16,0 0-16,18 0 16,17 0-16,-1 0 15,-16 0-15,-18 0 16,0 0-1,18 0-15,-18 0 16,0 0 0,0 0-16,1 0 15,-1 0-15,0 0 16,18 0 0,-18 0-1,0 0 1,0 0-16,1 0 15,16 0-15,18 0 16,-35 0-16,35 0 16,-35 0-16,18 0 15,-18 0-15,35 0 16,-35 0-16,17 0 16,18 0-16,17 0 15,-52 0-15,52 0 16,0 0-16,17 0 15,-68 0-15,-1 0 16,0 0 15,0 0-15,1 0 0,-1 0-16,17 0 15,-16 0-15,-1 0 16,0 0-16,0 0 15,1 0 1,-1 0 0,17 0 15,-16 0 0,-1 0-31,0 0 16,18 0-16,-1 0 0,-17 0 219,-17-35-219,18-16 15,-18-1 1,17 35-16,-17-18 15,17 18-15,-17 0 16,17-18-16,-17 18 16,0 0-1,35 17-15,-35-17 16,0-1 0,0 1-1,17 0 1,-17-18-16,0 18 15,0-17-15,0 16 0,0-33 16,0 33 0,17-16-16,-17-18 0,0 35 15,17 0-15,-17 0 16,0-1 156,-17 18-157,-34 0-15,33-34 16,-16 17-16,-18 17 16,35 0-16,17-18 15,-17 18-15,-1 0 16,1 0 0,0 0-16,-18-17 15,1 17-15,-18 0 16,18-17-16,-18 17 0,17 0 15,-51 0 1,52-35-16,-1 35 16,1 0-16,16 0 15,18-17-15,-17 17 16,0 0-16,-35 0 16,35 0-16,-17 0 15,-1-17-15,18 17 16,-18 0-16,-16 0 15,33 0-15,-16 0 16,-52-35-16,68 35 16,-16-17-16,-52 17 0,51 0 15,18 0-15,0 0 16,-1 0 0,-16 0-16,17 0 15,-18 0-15,-16 0 16,16 0-16,-17 0 15,18 0-15,-18 0 16,35 0-16,0 0 16,-1 0-16,-33 0 15,16 0-15,1 0 16,-1 0-16,18 0 16,0 0-16,-1 0 15,1 0 1,-17 0-16,-1 0 15,18 0-15,-35 0 16,18 0-16,17 0 16,-35 0-16,17 0 15,18 0-15,-17 0 16,16 0-16,1 0 16,0 0-16,0 0 15,-1-17 1,-33 17-16,16 0 15,-17 0-15,35 0 16,-17 0-16,16 0 16,-16 0-1,-1 0 17,18 0-32,0 0 15,-35-17-15,35 17 31,0 0 1,-1 0-32,-33 0 15,-18 0-15,0 0 16,-17-35-16,17 35 16,34 0-16,1 0 15,34-17-15,-18 17 78,1 0-46,0 0-32,0 0 15,-52 0-15,0 0 16,17 17-16,17-17 15,1 0-15,17 0 16,0 0 62,17 17-78,0 1 203,0-1-203,0 17 0,0 18 16,-18 0-16,18-35 16,0 0-16,0 1 15,0-1-15,-17 0 16,17 18-16,-34-35 15,34 17 1,0 0-16,-18 0 16,18 18-16,-17 16 15,17-33-15,-17 33 0,17-16 16,-17-18-16,17 35 16,-35-35-16,35 0 15,0 35-15,-17-35 16,17 1-16,0-1 15,0 0-15,0 0 16,0 1-16,-17 16 16,17-17-1,0 0 1,0 1 0,0-1-1,0 0 1,0 0-16,0 1 47</inkml:trace>
  <inkml:trace contextRef="#ctx0" brushRef="#br0" timeOffset="2846.14">5277 5035 0,'34'0'125,"1"34"-110,-18-34-15,35 0 16,-18 17-16,18 0 16,0-17-16,-35 0 15,0 0-15,0 0 16,1 0-16,-1 0 31,0 0-31,35 0 16,-18 0-16,1 0 15,-1 0-15,-16 0 16,-18 35 0,17-35-16,0 0 15,18 0 1,-1 0-16,-17 0 0,35 0 16,-35 0-16,1 0 15,16 0-15,-17 0 16,18 0-16,-18 17 15,0-17-15,0 0 16,1 17-16,-1-17 16,0 0-16,35 0 15,-35 0-15,18 0 16,16 0-16,-33 0 16,-1 0-1,0 0-15,0 0 16,18 0-1,-18 0 1,0 18 0,1-18-16,-1 0 15,35 0-15,-35 17 16,52-17-16,-35 0 16,-16 0-16,50 0 15,-16 0-15,-17 0 0,-18 0 16,0 0-16,18 0 15,-18 0-15,0 0 16,0 0 0,1 0-1,-1 0 17,0 0-17,18 0 1,-1 0-16,18 0 15,-35 0-15,18 0 16,-18 0-16,0 0 16,0 0 390,18 0-390</inkml:trace>
  <inkml:trace contextRef="#ctx0" brushRef="#br0" timeOffset="6528.61">11260 5414 0,'0'-35'32,"18"35"124,33 0-156,-16 0 0,-1 0 16,-16 18-1,-1-18-15,0 0 16,-17 17-16,17 0 0,-17 0 15,0 1-15,0-1 16,0 34-16,0-33 16,0-1-16,0 0 15,0 0-15,0 1 16,0-1 0,0 17-1,-17-34-15,17 18 16,-17-1-1,17 0-15,0 0 16,-17-17-16,17 18 16,-35-18-16,35 17 15,0 17-15,-17-16 16,17-1 0,-17 0-16,17 18 15,0-1-15,-18 0 16,18 18-1,0-35-15,18-17 110,-18-34-95,17 34 1,0 0-16,18 0 16,-18 0-16,0 0 15,0 0-15,1 0 16,-1 0 0,-17 17 155,0 0-155,0 1 0,-17-18-16,17 17 15,-18 0 1,18 0 15,0 1-15,0 16-1,0-17 1,0 1-16,0-1 16,0 0-1,0 0 1,0 1-16,0 16 16,0-17-16,0 1 15,0-1 1,18-17-16,-18 17 31,0 0-15,0 0 15,0 18-31,0-18 16,17-17-1,-17 17 1,0 1-1,0-1 1,0 0 0,0 0-16,0 1 31,0 16 16,-17-34-16,-1 17-31,1-17 16,0 0-1,-18 0-15,35 18 16,-17-18-16,0 0 16,0 0-1,-1 0-15,1 0 16,0 0-16,-18 0 15,18-18 1,-17 18-16,-18 0 16,17 0-16,18 0 15,0 0 1,-18 0 0,18 0-16,0 0 15,17-34 173</inkml:trace>
  <inkml:trace contextRef="#ctx0" brushRef="#br0" timeOffset="13918.28">2983 8776 0,'18'0'140,"16"0"-124,1 0 0,-1 0-16,18 0 0,-18 0 15,18 0-15,-17 0 16,33 0-16,-16 0 16,-35 0-1,35 0-15,-35 0 0,1 0 16,-1 0-16,0 0 15,0 0-15,1 0 16,33 0-16,-33 0 16,-1 0-16,0 0 15,0 0-15,18 0 16,-18 0-16,0 0 0,1 0 16,-1 0-16,17 0 15,1 0-15,-1 17 16,-16-17-1,-1 0-15,17 0 32,-16 0-32,-1 0 15,17 0 1,-17 0-16,52 0 16,-17 0-16,-35 0 15,52 0-15,-51 0 16,16 0-16,18 0 15,-18 0-15,1 0 16,-18 0 0,0 0-16,1 0 15,-1 0 1,0 0 15,-17 34-31,17-34 16,18 0-16,-1 0 15,-16 0-15,16 0 16,18 0-16,-1 0 16,-16 0-16,-18 0 15,0 0-15,18 0 32,-18 0-1,0 0 0,1 0 63,-1 0-94,0 0 15,0 0-15,18 0 16,-18 0 156,0 0-156</inkml:trace>
  <inkml:trace contextRef="#ctx0" brushRef="#br0" timeOffset="15903.58">5553 8931 0,'34'0'109,"18"0"-109,51 0 16,1 0-16,-1 0 15,-34 0-15,-17 0 16,17 0-16,-17 17 16,-18-17-16,-17 0 15,35 0-15,-17 0 16,-1 0-16,1 0 16,34 0-16,-52 0 15,17 0-15,-34 17 0,18-17 16,-1 0-1,0 0-15,18 0 16,-1 0-16,1 0 16,16 0-16,18 0 15,-52 0-15,18 0 16,-18 0-16,18 0 16,-18 0-16,17 0 15,-16 0-15,33 0 16,-16 0-16,17 0 0,51 0 15,-34 0-15,-17 0 16,17 0-16,-52 0 16,0 0-1,1 0-15,-1 0 16,34 0-16,18 0 16,0 0-16,18 0 15,-18 0-15,-18 0 16,-16 0-16,17 0 15,-18 0-15,-17 0 16,1 0-16,16 0 16,1 0-16,16 0 15,-34 0-15,18 0 0,-18 0 32,0 0-32,18 0 15,-18 0-15,18-34 16,16 34-16,-16 0 15,17-18-15,17 18 16,-52 0-16,35 0 16,-35 0-16,0 0 15,0 0-15,1 0 16,16 0-16,1 0 16,-18 0-1,52 0-15,-18 0 16,18 0-16,-34 0 15,51 0-15,-51 0 0,51 0 16,-69 0-16,0 0 16,18 0-16,-18 0 93</inkml:trace>
  <inkml:trace contextRef="#ctx0" brushRef="#br0" timeOffset="17833.07">10657 8051 0,'0'18'140,"0"-1"-124,0 17-16,-52 18 0,52-35 16,-52 1-16,1 33 15,51-33-15,-18 16 16,18-17-16,-17 1 16,0-1-16,0-17 15,17 17 1,-18-17-16,18 17 0,-17-17 15,-17 0-15,16 0 16,-16 18-16,-18-18 16,-17 0-16,18 0 15,16 0-15,-17 0 16,18 34-16,-1-34 16,18 0-16,0 17 0,0-17 31,17 17-31</inkml:trace>
  <inkml:trace contextRef="#ctx0" brushRef="#br0" timeOffset="18614.43">9760 8172 0,'0'17'0,"0"1"15,0-1 1,-34-17 0,34 17-16,-18 0 15,18 18 1,-17-18-16,17 0 15,0 1-15,-17-1 16,0 0-16,17 0 16,-18 1-1,18 16-15,0-17 16,-17 0-16,17 1 16,0-1-1,0 0 1,0 0-1,0 18 17,0-18-1,17-17 31,1 0-62,51-17 16,0 0-16,-18 17 16,-33 0-16,16 0 15,1 0-15,-18 0 16,0 0-16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72" units="cm"/>
          <inkml:channel name="Y" type="integer" max="1920" units="cm"/>
          <inkml:channel name="T" type="integer" max="2.14748E9" units="dev"/>
        </inkml:traceFormat>
        <inkml:channelProperties>
          <inkml:channelProperty channel="X" name="resolution" value="98.46154" units="1/cm"/>
          <inkml:channelProperty channel="Y" name="resolution" value="98.46154" units="1/cm"/>
          <inkml:channelProperty channel="T" name="resolution" value="1" units="1/dev"/>
        </inkml:channelProperties>
      </inkml:inkSource>
      <inkml:timestamp xml:id="ts0" timeString="2026-03-09T06:54:01.1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10657 6328 0,'17'0'188,"0"0"-172,1 0-16,-1 0 15,0 0-15,18 0 0,-18 0 16,0 0-1,0 0-15,1 0 0,-1 0 16,34 0-16,-16 0 16,17 0-16,-18 0 15,-17 0-15,18 0 16,-18 0-16,0 0 31,1 0-31,16 0 16,1 0-16,-18 0 15,0 0 1,0 0-16,1 0 16,-1 0-16,0 0 0,18-18 15,-18 18-15,17 0 16,-16 0-16,-1-17 16,17 17-16,-16 0 15,-1 0-15,0 0 16,0 0-16,35-34 15,-35 34 1,0 0-16,18 0 16,-18 0-16,18 0 15,-18 0-15,17 0 0,-16 0 16,-1 0-16,17-18 16,-16 18-16,-1 0 15,0 0 1,0 0-16,1 0 15,-1 0-15,0 0 16,35 0-16,-18 0 16,1 0-16,-18 0 15,0 0-15,1 0 63,-1 0-63,0 0 15,52 0-15,-17 0 16,-35 0-16,0 0 16,0 0-16,1 0 15,-1 0 17,17 0-17,-16 0 16,-1 0 1,0 0-17,0 0 1,1 0-16,-1 0 0,0 0 16,18 0-16,-1 0 15,-17 0-15,1 0 16,-1 0-16,17 0 15,-16 0-15,-1 0 16,0 0-16,0 0 16,1 0-16,33 0 15,-16 0-15,51 0 16,-69 0-16,18 0 16,16 0-16,-16 0 15,-18 0-15,0 0 0,18 0 16,-18 0 15,0 0-15,1 0 15,-1 0-31,0 0 31,0 0-31,18 0 16,-18 0-1,0 0 1,1 35 0,-1-35-1,0 0-15,-17 17 16,17-17-16,35 17 16,-35-17-16,35 18 15,-35-18-15,1 0 16,-18 17-16,17-17 47,0 34-47,0-34 15,35 0-15,-35 17 16,0-17 46,1 0-30,-1 0 30</inkml:trace>
  <inkml:trace contextRef="#ctx0" brushRef="#br0" timeOffset="7392.47">16571 5259 0,'0'34'172,"-17"-17"-172,17 35 16,-17-35-16,17 18 15,-35 51-15,35-69 16,0 0-16,0 1 16,0-1-16,-17-17 15,17 17-15,0 18 16,-17-35 0,17 34-16,-17-17 15,17 1 1,0-1-16,0 17 15,0-16-15,0 16 16,0-17-16,-18 1 16,18-1-16,0 17 15,0 1-15,0-18 16,0 0 0,0 0-16,0 35 15,0-35-15,0 18 16,0-1-16,0 1 15,0-18-15,-17-17 16,17 17-16,0 1 31,0 16-15,-34-34 0,34 17-16,0 1 31,0-1-16,0 17 1,0 1-16,0-18 16,0 17-16,0-16 15,0-1 32,0 0-47,0 35 16,0-35-16,0 18 15,17-35 48,0 0-47,18 0-16,34 0 15,-35 0-15,18 0 16,0-18-16,17 18 15,-35-34-15,-17 17 16,1 17-16,-1 0 16,0 0-16,0 0 0,1 0 15,33 0-15,-16 0 16,-1 0-16,-16 0 16,16 0-16,-17 0 15,52 0-15,-52 0 16,35 0-16,-17 0 15,16 0-15,-16 34 16,-1-17-16,-16-17 16,-1 0-16,0 0 15,0 0-15,1 0 16,-1 0-16,17 0 0,-16 0 16,-1 0-16,0 0 46,18 0-46,16 0 16,18 0-16,-17 0 16,17 0-16,0 0 15,-17 0-15,-1 0 16,-33 0-16,-1 0 16,17 0-1,-16 0-15,16 0 16,1 0-16,-18 0 15,0 0-15,0 0 16,18 0 15,-18 0-15,0 0-16,18 0 16,-18 0-16,35 0 15,-18 0-15,52 0 16,-68 0-1,16 0-15,-17-34 16,1 34-16,16 0 16,-34-17 218,0-1-218,0-16-16,0-18 15,0-17-15,0 52 16,0-52-16,17 0 16,-17 17-16,35-17 15,-35-17-15,0 17 16,0 52-16,0-17 15,17-18-15,-17 0 16,0 35-16,0 0 16,0-1-1,0 1 1,0 0 0,0-18-16,0 18 15,0 0 16,0 0-15,17 17 0,-17-18-16,0 1 15,0 0-15,0-17 16,0 16-16,0 1 16,0 0-16,0 0 15,0-1-15,0 1 16,0-17-16,0 16 15,0-16-15,0-18 16,0 35 0,0 0-1,0-1 17,0 1-17,-51 17 173,33 0-173,-33 0-15,-1 0 16,0 0-16,18 0 16,-52 0-16,51-34 15,-17 16-15,1 18 16,16 0-16,18 0 15,0-17-15,-18 17 0,18 0 16,0 0-16,-1 0 16,1 0-1,0 0-15,-35 0 16,35 0-16,-18 0 16,18 0-16,-35 0 15,35 0-15,0 0 16,-35 0-16,18 0 15,-18 0-15,18 0 16,-18 0-16,17 0 16,18 0-16,-17 0 15,16 0 17,1 0-17,-17-34 1,-1 34-16,18-17 15,0 17-15,-1 0 16,1 0-16,0 0 16,0 0-16,-1 0 15,-16 0-15,-1 0 16,18 0-16,0 0 16,0 0-16,-18 0 15,18 0 1,0 0-1,-18 17-15,-16-17 0,33 17 16,-51-17-16,52 0 16,-52 17-16,0-17 15,17 0-15,18 0 16,-18 0-16,35 0 16</inkml:trace>
  <inkml:trace contextRef="#ctx0" brushRef="#br0" timeOffset="12663.58">21348 6448 0,'17'0'93,"35"0"-93,17 0 16,34 0-16,1 0 16,-1 0-16,35 0 15,-34 0-15,-1 0 16,-34 0-16,-52 0 0,35 17 15,-35-17-15,52 18 16,-34-18-16,17 34 16,-35-34-16,0 17 15,35-17-15,-35 0 16,0 0-16,0 0 16,1 0-16,-1 0 15,35 0-15,-18 0 16,18 0-16,0 0 15,-18 0-15,-17 0 16,1 0 15,-1 0-15,17 0 15,-16 0 0,16 0-31,-17 0 16,1 0 0,16 0 15,-17 0-15,-17-17-16,18 17 15,-1-17-15,0-18 16,-17 18 31,17 0-32,-17 0 17,0-1-32,0 1 15,0 0-15,18-17 16,-18 16-16,0-16 15,0 17-15,0-35 0,0 35 16,0-1-16,0-16 16,0-1-16,0 1 15,0-18-15,0 18 16,0 16-16,0 1 16,0 0-16,0-35 15,0 35-15,0 0 16,0-35-1,0 18-15,0 16 16,0-33-16,0 16 16,0-17-16,0 35 15,0 0-15,0 0 0,0-1 16,0-16 0,0 17-16,0 0 0,0-1 15,0 1-15,0 0 16,0 0-16,0-1 15,-18-16 1,1 34 0,17-17 15,-17 17-15,17-18-16,-17 1 15,-1 0 1,-16 17-16,17 0 15,-1 0 1,1 0 78,0 0-94,0 0 15,-52 0-15,17 0 16,35 0-16,-52 0 16,34 0-16,-34 0 15,35 0-15,-18 0 16,0 0-16,1 0 0,33 0 16,1 0-16,0 0 15,0 0-15,-1 0 16,-51 0-16,0 0 15,-17 0-15,52 0 16,-18 0-16,-17 0 16,17 0-16,35 0 15,0 0-15,-1 0 16,1 0-16,0 0 16,0 0 15,-18 0-16,18 0 1,0 0 0,0 0-1,-1 17 1,1-17-16,-35 17 16,35-17-1,0 0-15,17 18 16,0 16 109,0-17-125,0 18 0,0 17 15,0 16-15,0-16 16,0 17-16,0-34 16,0 16-16,0-33 15,0 33-15,0-33 16,0 16-16,0-17 16,0 35-16,0-18 15,0-16 1,0 16-16,0-17 15,0 18 1,0-18-16,0 35 0,0-18 16,0-16-16,0 33 15,0-33-15,0-1 16,0 0 0,17 0-16,-17 1 15,0 16 1,0-17-1</inkml:trace>
  <inkml:trace contextRef="#ctx0" brushRef="#br0" timeOffset="14072.06">24055 6379 0,'17'0'0,"1"0"16,51 35-16,34-35 0,-17 0 16,-17 0-16,-34 0 15,17 0-15,-35 0 16,0 0-16,-17 17 16,17-17-1,18 0 1,-18 0-16,17 0 15,18 0-15,17 0 16,0 17-16,17-17 16,-51 0-16,34 0 15,-17 0-15,-1 0 16,-33 0-16,16 17 16,70-17-16,-18 35 15,52-35-15,86 34 0,-34-34 16,-121 0-16,155 0 15,-190 0-15,52 18 16,-17-18-16,-51 0 16,33 34-16,-16-34 15,17 0-15,17 17 16,34-17-16,35 0 16,-35 0-16,70 0 15,-70 0-15,70-17 16,-18 17-16,-121 0 0,70 0 15,-18 0-15,-51 0 16,-35-17-16,17 17 16,0 0-16,0 0 15,35 0-15,-17 0 16,51 0-16,-52 0 16,52 0-16,-68 0 15,51 0-15,-35 0 16,18-17-16,-35 17 15,18 0-15,51 0 16,-52 0-16,70 0 16,-52 0-16,85 0 15,1 17-15,18 0 16,-18-17-16,-87 0 16,1 35-16,-35-35 0</inkml:trace>
  <inkml:trace contextRef="#ctx0" brushRef="#br0" timeOffset="33523.35">14675 11896 0,'0'17'94,"17"-17"-94,0 17 31,18-17-31,34 18 16,0-18-16,68 0 15,-33 34-15,34-34 16,-69 0-16,86-17 16,-86 0-16,0-18 15,-17 18-15,-1 17 16,-33-17-16,-1 17 0,0 0 15,0 0-15,1 0 16,16 0 0,-17 0-1,1 0 17,-1 0-17,0 0 1,0 0-16,1 0 15,16 0-15,1 0 16,16 0-16,-16 0 16,17 0-1,-18 0-15,18 0 0,-35 0 16,0 0-16,1 0 16,-1 0-16,0 0 15,18 0-15,-1 0 16,18 0-16,-18 0 15,18 0-15,17 0 16,-52 0-16,0 0 16,1 0-1,16 0-15,-17 0 0,1 0 16,-1 0 46,0 0-62,0 0 16,52 0-16,-17 0 16,17 0-16,-34 0 15,-1 0-15,-17 0 47,18 0-31,16 0-16,-33 0 0,51 0 15,-35 0-15,18 0 16,-35 0-16,0 0 47,1 0-31,-1 0-1,52 0-15,-17 0 16,-35 0-16,0 0 15,0 0-15</inkml:trace>
  <inkml:trace contextRef="#ctx0" brushRef="#br0" timeOffset="37956.42">18951 12120 0,'0'-17'109,"17"17"-109,35 0 16,-17 0-16,-18 0 16,52 0-16,0 0 15,17 0-15,-17 0 16,-17 0-16,-35 0 15,0 0 17,0 0-32,18 0 15,17 0-15,-35 0 16,17 0-16,18 0 16,-35 0-16,1 0 15,-1 0-15,17 0 16,-16 0-16,16 0 15,18 0-15,17 0 16,0 0-16,-52 0 16,17 0-16,1 0 15,-18 0 1,0 0-16,35 0 0,17 0 16,-52 0-16,52 0 15,-17 0 1,17 0-16,-34 0 0,-18 0 15,17 0-15,-17 0 32,1 0-17,16 0-15,-17 0 16,35 0-16,17 0 16,-17 0-16,-18 0 15,-16 0-15,16 0 31,-17 0-31,1 0 16,16 0-16,-17-17 16,35 17-16,-17 0 0,-18 0 15,35 0-15,-35 0 16,0-35-16,0 35 16,35 0-16,17 0 15,0 0-15,17 0 16,-51 0-16,16 0 15,-33 0-15,-1 0 16,0 0 15,0 0-31,1 0 16,33 0-16,-16 0 16,17 0-16,-18 0 15,1 0-15,-18 17 16,0-17 31,0 0-47,0 0 15,1 0-15,-1 0 16,17 0-16,-16 0 16,-1 0-1,17 0-15,-16 0 0,33 0 16,-33 0-16,-1 0 15,0 0 1,0 0 0,1 18-16,33-18 15,-33 17-15,16-17 16,18 0-16,-35 0 16,-17-17 312,0-35-328,0 35 15,17-18-15,-17-17 16,0 35-16,0-35 16,35 18-16,-35 17 15,0-18-15,17 1 16,-17 17-16,0-1 15,0 1 1,0-17-16,17 16 16,-17 1-1,0 0-15,0 0 16,18-1-16,-18-33 16,17 33-1,-17 1-15,0-17 16,34-1-16,-34 18 15,18 17-15,-18-17 16,0 0 0,0-1-1,17 18-15,-17-17 16,0 0-16,0-18 16,0 18-1,0 0 1,0 0-1,17-1-15,-17 1 16,0 0-16,0 0 16,0-35-16,17 52 15,-17-17-15,0-1 16,0 1-16,0 0 16,0-18 234,-17 35-235,0 0-15,17-17 16,-17 17-16,-35 0 15,35 0-15,-18-17 16,1 17-16,16 0 0,-16 0 16,-35 0-16,-17 0 15,17-17-15,0 17 16,-18 0-16,53 0 16,-35 0-16,17 0 15,1 0-15,-18 0 16,34 0-16,1 0 15,-18 0-15,0 0 16,0 0-16,18 0 16,17 0-16,-52 0 15,0 0-15,-17 0 0,17-35 16,-35 35-16,1 0 16,34 0-16,-35 0 15,87 0-15,-52 0 16,-17 0-16,17 0 15,17 35-15,35-35 16,-18 0-16,18 0 16,0 0-16,-18 0 15,18 0-15,0 0 16,0 0-16,-18 0 16,-51 0-16,69 0 15,-52 0-15,0 0 0,51 0 16,1 0-16,0 0 15,0 0-15,-35 0 16,17 0-16,-16 17 16,-1-17-16,-17 34 15,17-34-15,35 0 16,17 18-16,-17-18 16,0 0-16,-1 0 15,18 17 1,-17-17-16,0 0 94,-18 0-79,18 0-15,-17 0 16,-18 0-16,-17 17 15,52-17-15,-35 0 16,35 0-16,17 17 125,-18 35-109,18-35-16,0 1 15,0 33-15,0-33 16,0 16-16,0 18 16,0-35-16,0 0 15,0 1-15,0 33 16,0-34-16,0 52 15,0-34-15,0-18 16,35 35-16,-35-35 16,0 0 15,0 35-31,0-35 16,17 18-16,-17 17 15,0-35 1,0 0-16,0 0 15,0 0 1,0 35-16,0-17 16,0-1-16,0 1 15,0-18-15,0 17 16,17 18-16,-17 0 16,0-18-16,0-16 31,0-36 78,18 1-93</inkml:trace>
  <inkml:trace contextRef="#ctx0" brushRef="#br0" timeOffset="42990">8122 12861 0,'52'0'109,"17"0"-93,103 0-16,-68 0 0,-18 0 15,52 35-15,-104-35 16,52 17-16,-51-17 15,17 35-15,-35-35 16,35 17-16,-35-17 16,0 17-16,18-17 15,-18 0-15,17 17 16,-16-17-16,-1 0 16,17 0-16,-16 0 15,51 0-15,-52 0 16,35 0-16,17 0 15,17 0-15,-17 0 0,0 0 16,-18 0-16,-16 0 16,-18 0-16,0 0 15,35 0-15,-35 0 16,18 0-16,17 0 16,17 0-16,17 0 15,-17 0-15,0 0 16,-52 0-16,52 0 15,-17 0-15,17 0 16,-52 0-16,52 0 16,34 0-16,-34 0 15,0 0-15,35 0 16,-70 0-16,18 0 0,0 0 16,-18 0-16,1 0 15,-1 0-15,18 0 16,-18 0-16,18 0 15,-35 0-15,52 0 16,-34 0-16,51 0 16,-69 0-16,52 0 15,-34 0-15,16 0 16,1 0-16,-35 0 16,1 0-16,16 0 15,35 0-15,-17 0 16,17 0-16,-17 0 15,-18 0-15,18 0 16,17 0-16,17 0 0,-17 0 16,0 0-16,-17 0 15,17 0-15,0 0 16,-18 0-16,18 0 16,35 0-16,-52 0 15,-18 0-15,69 0 16,1 0-16,-52 0 15,51 35-15,1-35 16,-35 0-16,0 0 16,-52 0-16,52 0 15,-52 0-15,35 0 16,-18 0-16,18 0 16,51 0-16,-34 0 15,69 0-15,0 0 16,18 0-16,-122 0 15,69-17-15,-16 17 16,-53 0-16,-17 0 16,35 0-16,-17 0 15,16 0-15,18 0 16,35 0-16,-1 0 16,1 0-16,-35 0 15,17 0-15,-17 0 0,-52 0 16,69 0-16,-34 0 15,17 0-15,0 0 16,17 0-16,-17 0 16,35 0-16,-70 0 15,70 0-15,-53 0 16,53 0-16,-35 0 16,-17 0-16,17 0 15,-1 0-15,-16 0 16,-35 0-16,35 0 15,-35 0-15,18 0 16,17 0-16,17 0 16,-18 0-16,18 0 15,0 34-15,-17-34 0,-17 0 16,16 0-16,-16 0 16,16 0-16,-33 0 15,33 17-15,18-17 16,0 0-16,0 0 15,18 0-15,-53 0 16,18 0-16,-35 0 16,0 0 31,1 0-16,-1 0-16,35 0-15,-18 0 16,52 0-16,-69 0 16,52 0-16,0 0 15,0 35-15,-51-35 16,16 0-16,-17 0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72" units="cm"/>
          <inkml:channel name="Y" type="integer" max="1920" units="cm"/>
          <inkml:channel name="T" type="integer" max="2.14748E9" units="dev"/>
        </inkml:traceFormat>
        <inkml:channelProperties>
          <inkml:channelProperty channel="X" name="resolution" value="98.46154" units="1/cm"/>
          <inkml:channelProperty channel="Y" name="resolution" value="98.46154" units="1/cm"/>
          <inkml:channelProperty channel="T" name="resolution" value="1" units="1/dev"/>
        </inkml:channelProperties>
      </inkml:inkSource>
      <inkml:timestamp xml:id="ts0" timeString="2026-03-09T06:55:32.3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13881 3155 0,'52'0'125,"17"0"-125,104 0 16,-104 0-16,155 0 16,-190 0-16,104 0 15,-34 0-15,-53 0 16,18 0-16,0 0 16,-51 0-16,33 0 15,18 0-15,-17 0 16,-18 0-16,-16 0 15,-1 0-15,17 0 16,1 0-16,-18 0 16,0 0-16,35 0 15,-35 0-15,18 0 0,-18 0 16,18 0-16,-1 0 16,1 0-1,-1 0-15,1 0 16,16 0-16,-33 0 15,50 0-15,-33 0 16,-18 0-16,0 35 16,18-35-16,-18 0 15,18 0-15,16 0 16,18 0-16,0 0 0,35 0 16,-35 0-16,34 0 15,-17 0-15,-17 0 16,-17 0-16,17 0 15,69 0-15,-103 0 16,68 0-16,-17 0 16,18 0-16,-35 0 15,34 0-15,-34 17 16,17-17-16,-17 0 16,0 0-16,0 0 15,-17 0-15,17 0 16,34 0-16,-34 0 0,18 0 15,-18 35-15,0-35 16,17 0-16,-69 0 16,52 0-16,35 0 15,-36 0-15,70 0 16,-34 0-16,-35 0 16,0 0-16,17 0 15,-51 0-15,34 0 16,-35 0-16,1 0 15,16 0-15,18 0 16,-34 0-16,16 0 16,18 0-16,18 0 15,-53 0-15,35 0 0,35 0 16,-1 0-16,0 0 16,1 0-16,34 0 15,-35 0-15,35 0 16,-69 0-16,17 0 15,-51 0-15,17 0 16,-18 0-16,52 0 16,-17 0-16,0 0 15,35 0-15,-1 0 16,-34 0-16,17 0 16,-51 0-16,51 0 15,-69 0-15,18 0 16,17 0-16,-18 0 15,18 0-15,-35 0 0,18 0 16,-1 0-16,-34-18 203,0-33-187,0-36-16,0 53 15,0-18-15,0-51 16,-17 34-16,17-35 16,0 35-16,-17 18 15,17-53-15,0 87 16,-35-52-16,35-17 16,0 17-16,0 34 15,-17-51-15,17 52 0,0-18 16,0-17-16,-17 17 15,17-17-15,0 52 16,0-52-16,0 52 16,0-35-16,-35-17 15,35 18-15,0 33 16,0-16-16,0-35 16,0-17-16,0 51 15,0 18-15,0-18 16,0 18-16,0 0 15,0 0 1,0 0 31,0-1-31,0 1-16,0-17 15,0 16-15,0 1 16,0 0-1,0 0 1,0-1 0,0 1-1,-17 17 95,0 0-95,-35 0-15,17 0 16,-68 0-16,34 0 16,-69 0-16,-52 0 15,35 0-15,17 0 16,-224 0-16,259 0 15,-191-34-15,157 34 16,-88 0-16,70-35 16,-121 35-16,207 0 15,-155 0-15,155 0 16,-69 0-16,69 0 0,0 0 16,-17 0-16,52 0 15,-53 0-15,-16 0 16,68 0-16,-68 0 15,-1-17-15,-51 17 16,69 0-16,-17 0 16,-35 0-16,-18 0 15,19 0-15,33-35 16,-137 35-16,103 0 16,34 18-16,52-18 15,-16 0-15,-1 17 16,17-17-16,-17 0 0,52 0 15,-70 0-15,1 17 16,-17-17-16,34 0 16,0 0-16,17 0 15,0 0-15,52 35 16,-17-35-16,0 0 16,-18 17-16,18-17 15,-35 0-15,-17 17 16,-34-17-16,51 0 15,-17 0-15,0 35 16,17-35-16,-51 0 16,34 0-16,-69 0 0,86 0 15,-51 0 1,34 0-16,17 0 16,35 0-16,0 0 0,-1 0 15,1 0 16,0 0 48,0 0-79,-121 17 15,0-17-15,-17 34 16,86-34-16,-35 0 15,1 0-15,85 0 16,18 18 172,0-1-173,0 0-15,0 18 16,0-18-16,0 0 15,18 17-15,-18 18 16,34 0-16,-34-18 16,17 18-16,-17 17 15,0-52-15,0 52 16,35-17-16,-35 17 16,0-17-16,17-35 15,-17 17-15,0 18 0,0-17 16,17-18-16,-17 35 15,0-18-15,0 18 16,0-1-16,0-16 16,0 17-16,18-18 15,-18 52-15,34-17 16,-34 0-16,17-17 16,-17 0-16,35 17 15,-35-18-15,17-33 16,-17 51-16,17-52 15,-17 0-15,18 0 16,-18 1-16,0-1 16,17-17-1,-17 17-15,0 35 0,0-18 16,0 18-16,0 0 16,0-18-16,17-17 15,-17 1 1,0 16-1,0-17 1,17 18-16,18 17 16,-18-35-1,-17 0-15,17-17 16,-17 17-16,18-17 94,-1 0-79,52 0-15,34 0 16,1 0-16,-18 0 16,-52 0-16,-16-17 15,-1 17-15,17 0 16,1 0-1,-18 0-15,104 0 16,-69 0-16,51 0 16,-34 0-16,-35 0 15,1 0-15,-1 0 0,-16 0 16,-1 0 0,35 0-16,-18 0 15,-17 0-15,52 0 0,18 0 16,-18 0-16,34 0 15,-86 0-15,104 34 16,-69-34-16,51 0 16,-34 18-16,35-18 15,-1 34-15,-17-34 16,-17 0-16,0 0 16,-17 17-16,17-17 15,-52 0-15,52 0 16,0 0-16,17 0 0,18 0 15,-1 0 1,1 0-16,34 0 0,-35 0 16,-68 0-16,68 0 15,1 0-15,-1 0 16,1 0-16,-1-17 16,-34 17-16,-17 0 15,17-17-15,17 17 16,-17 0-16,-52 0 15,69 0-15,1-35 16,-70 35-16,69 0 16,-34 0-16,17 0 15,-18 0-15,-33 0 0,-1 0 16,0 0 0,18 0-16,-18 0 15,104 0-15,-70 0 16,53 0-16,34 0 15,-69 0-15,69 0 16,-35 0-16,-34 0 16,69 0-16,-86 0 15,0 0-15,-35 0 16,0 0-16,0 0 16,0 0-16,1 0 0,-1 0 15,35 0 1,-18 0-16,18 0 15,-18 0-15,18 0 0,0 0 16,17 0-16,-52 0 16,69 18-16,-34-18 15,52 0-15,-36 0 16,1 0-16,18 0 16,-53 0-16,18 0 15,-18 0-15,18 0 16,-35 0-16,35 0 15,-35 0 32,1 0-31,16 0 0,-17-35-1,1 35-15,16-17 16,-17 17-16,-17-17 15,0 0 64,18 17-64,-18-35-15,0-17 16,0 35-16,0-52 0,0 35 15,0-18-15,0 0 16,0 18-16,0-35 16,17 17-16,-17 0 15,34-17-15,-34 0 16,0-17-16,18 52 16,-18-18-1,17 0-15,-17 18 16,34-18-16,-34 18 15,0-18-15,0-17 16,0-17-16,0 17 16,0-35-16,0 1 15,-17 51-15,17-17 16,-17 0-16,17-17 0,0 17 16,0 0-16,-17 52 15,17-52-15,0 17 16,-35 18-16,35-18 15,0 35-15,-17 0 16,17-1-16,0 1 16,0-17-1,0 16-15,0 1 16,0 0-16,0-18 16,0 1-16,0 17 15,0-1-15,0 1 31</inkml:trace>
  <inkml:trace contextRef="#ctx0" brushRef="#br0" timeOffset="18983.9">19003 9120 0,'17'0'0,"0"0"16,18-34-1,-18 34-15,0 0 16,1 0-1,-18-17 1,17 17 0,0 0-16,-17-18 15,17 18-15,0 0 16,18 0-16,-18 0 16,52 0-16,-34 0 15,-18 0-15,52 0 16,34-17-16,-16 17 15,16-34-15,-34 34 0,0 0 16,-17-18-16,-18 18 16,1 0-16,-1 0 15,18-34-15,17 34 16,-17-17-16,-1-1 16,-16-16-16,17 34 15,17-17 1,-52 17-16,35 0 0,-18 0 15,-17 0-15,35-17 16,0 17-16,-18 0 16,18 0-16,51 0 0,-34-35 15,0 35-15,-17 0 16,0-17-16,-35 17 16,0 0-16,1-17 15,16 17-15,1 0 16,-18 0-16,17 0 15,-17 0-15,35 0 16,-17 0-16,16 0 16,-33 17-16,-1-17 15,0 0-15,35 0 16,-18 0-16,-16 0 0,33 0 16,18 0-16,18 34 15,-18-34-15,-1 0 16,-16 0-16,-35 0 15,1 0 17,-1 0-32,35 0 15,-35 0-15,0 0 16,18 0-16,-18 0 16,0-17-16,18 17 15,-1 0-15,-17 0 16,35 0-16,-17 0 15,-18 0 1,0 0-16,18 0 0,-18 0 16,0 0-16,18 0 15,-18 0-15,17 0 16,-16 0-16,-1 0 16,0 0-1,0 0-15,0 0 31</inkml:trace>
  <inkml:trace contextRef="#ctx0" brushRef="#br0" timeOffset="20723.57">23469 5414 0,'-17'17'125,"17"0"-109,-35 18-16,35-18 16,-17 0-16,17 0 15,-17-17-15,17 18 16,0-1-16,-18-17 16,18 17-16,-17 18 15,17-18-15,0 17 16,0-16-16,0-1 0,0 17 15,0-16 1,0-1-16,0 0 0,0 0 16,0 1-16,0-1 15,0 35-15,0-35 16,0 0 0,0 0-16,0 0 15,0 1 1,0 16-16,0-17 15,17 18-15,-17-18 16,35 52-16,-18-52 0,0 35 16,1 0-16,-18-18 15,34 18-15,-17-35 16,-17 0 0,18 1-16,-18-1 15,17 17-15,-17-16 31,17-18 1,-17 17-32,17-17 47,18 0-16,-18 0-31,0 0 15,1 0 17</inkml:trace>
  <inkml:trace contextRef="#ctx0" brushRef="#br0" timeOffset="22240.54">30177 5138 0,'17'0'47,"17"0"-47,-16 0 16,16 0-16,18 17 15,-35-17-15,35 17 0,-18 18 16,18-18-16,-35 35 16,35-35-16,-35 0 15,1 1-15,16 33 16,-17 1-16,-17-35 15,18 18-15,-18-18 16,17 17-16,-17-16 16,0-1-16,0 17 15,0-16-15,17-1 16,-17 17-16,35 1 0,-35-18 16,0 0-16,17 18 15,-17-1-15,0-16 16,0 33-16,0-33 15,0-1-15,0 0 16,0 17-16,0 18 16,0-35-16,0 1 15,0-1-15,0 0 16,0 18-16,0-18 16,0 0-16,0 18 15,0-18-15,0 35 16,0-1-16,0-16 15,0 16-15,0-16 16,-35 17-16,35-35 16,0 0-1,-17-17 17,17 17-32,0 18 31,-17-35-16,0 17-15,-18 18 16,18 16-16,-35 1 16,52-35-16,-17 18 15,0 16-15,-1-33 16,18-36 78,0 1-79</inkml:trace>
  <inkml:trace contextRef="#ctx0" brushRef="#br0" timeOffset="24040.94">23762 7258 0,'17'0'47,"1"-34"-16,-1 34-31,17 0 16,-16-17-16,33 17 15,1-18-15,-18 18 16,35 0-16,69 0 16,-17-34-16,52 34 15,-18 0-15,-86 0 16,0-17-16,17 17 16,-52-17-16,53 17 15,-53 0-15,-17 0 16,52 0-16,35 0 15,-1 0-15,35 0 0,-34 0 16,-1 0-16,-34 0 16,17-35-16,-51 35 15,17-17-15,-1 17 16,18 0-16,-17-35 16,17 35-16,-35 0 15,53 0-15,-53-17 16,52 17-16,-51 0 15,-18 0-15,35-17 16,-18 17-16,53 0 16,-19-35-16,36 35 0,-87 0 15,52-17-15,-17 17 16,17 0-16,34 0 16,1-17-16,-1 17 15,1 0-15,34 0 16,-69 0-16,-18 0 15,-16 0-15,17 0 16,-35 0-16,35 0 16,-18 0-1,-17 0-15,1 0 16,51 0-16,-18 0 0,-16 0 16,16 0-16,-33 0 15,16 0-15,18 0 16,-35 0-1,0 0 17,35 0-32,52 0 15,-35 0-15,103 0 16,-34 0-16,-52 0 16,-51 0-16,-18 0 15,0 0-15,35 0 16,-35 0-16,52 0 15,-34 0-15,85 0 16,-16 34-16,-35-34 16,0 18-16,-18-18 0,-33 0 15</inkml:trace>
  <inkml:trace contextRef="#ctx0" brushRef="#br0" timeOffset="25323.8">25814 5914 0,'-17'0'31,"0"0"-31,-1 0 15,1 0-15,-17 0 16,16 0-16,18 17 31,-17-17-15,0 52-16,0-35 16,-18 17-16,1 18 15,-1 0-15,18-35 16,0 35-16,-1-18 15,18-16-15,0 16 16,-34-34-16,34-17 31,17-18-15,0-51-16,18 17 16,-18 0-16,0 17 15,18 1-15,-18 16 16,0 1-16,1 17 15,16 17 64,1 34-79,51 18 15,-17 17-15,17-35 0,-86-17 16,17 1-16,1-18 15,-1 0 32,0 0-47,0 0 16,0 0 0,18 0 46,-18 0-62,18 51 16,16-33-16,-33 33 15,-1-51-15,17 0 32,1-69-17,-1 18-15,-16-1 16,-1 0-16,0 35 15,-17 0-15,35 17 16,-35-17 0,17 34 62,-17 0-63,0 17-15,17-16 16,-17-1-16,0 0 16,17 0-1</inkml:trace>
  <inkml:trace contextRef="#ctx0" brushRef="#br0" timeOffset="26731.62">27314 6052 0,'0'-18'16,"18"18"0,-1-17 109,0-35-125,17 52 15,-34-17-15,18 0 16,-1 17 0,-17-17-1,17 17 1,0 17 15,1 35-15,51 51-16,-52-86 15,17 35-15,-16-35 16,16 1-16,-17-18 16,1 0-1,-1-52 1,0 35-1,18-18-15,-18 18 16,0-35-16,-17 18 16,17-1-16,-17 18 0,18 0 15,-18 0-15,0-1 16,17 18 15,0 0 16,18 0-31,-18 0-16,-17 18 15,34-1-15,18 17 16,-35-17-16,35 1 16,17 16-16,-52-34 0,52 0 15,-52 0-15,1 0 16,-1 0-1,17-17 1,-16 17-16,-1-17 16,-17-1-16,17 18 15,0-17-15,1 17 16,-1-17-16,17 17 16,-16-17-16,-1 17 15,0-17-15,18 17 16,-18-35-16,17 35 15,-16 0 1,-18-17-16,34 17 0,-34-17 16,52 17-16,-18-18 15,18 18-15,-35-17 16,0 17-16,1-17 16,-1 17-1,17 0-15,-16 0 16,-1 0-16,17 0 15,53 69-15,-70-35 16,0 1-16,18 16 16,-18-33-16,-17-1 15,0-34 63</inkml:trace>
  <inkml:trace contextRef="#ctx0" brushRef="#br0" timeOffset="29293.51">18830 9000 0,'18'17'31,"-1"-17"-15,0 0-1,-17 17-15,52-17 16,-35 0-16,52 0 15,0 0-15,0 0 16,34 0-16,-34 0 16,35 0-16,-1 0 15,1 17-15,-1-17 16,-17 35-16,-17-35 16,35 17-16,-1-17 0,1 35 15,-52-35-15,86 0 16,-35 0-1,0 0-15,1 0 0,-70 0 16,53 0-16,-18 0 16,-52 0-16,52 0 15,-52 0-15,52 0 16,-34 0-16,51 0 16,-17 0-16,0 0 15,69 0-15,-87 0 16,122-18-16,-70 18 15,-51 0-15,51-34 16,35 34-16,-34-17 0,51 17 16,-51-35-16,-1 18 15,-34 17-15,-17 0 16,-35 0-16,-17-17 16,17 17-16,0 0 15,1 0 1,-1 0-16,35 0 15,-18 0-15,1 0 16,-18 0-16</inkml:trace>
  <inkml:trace contextRef="#ctx0" brushRef="#br0" timeOffset="34577.92">23693 7793 0,'0'17'94,"0"0"-94,0 1 15,0-1-15,35 0 0,-35 0 16,0 1-16,17 33 16,-17-33-1,0-1-15,0 0 16,17 35-16,-17-35 15,0 17-15,0 1 16,0-18 0,0 0-1,0 1 17,0-1-17,0 0-15,0 0 16,0 1-1,0 16 1,0-17 0,0 1-1,0-1 1,0 0-16,0 0 16,0 35-16,0-35 15,0 0-15,0 1 16,0-1-16,0 0 15,0 18 1,0-18 0,0 0-16,0 0 15,0 1-15,0-1 16,0 0 0,0 18-1,0-18-15,0 0 16,0 0-1,0 1 1,0-1 15,0 0 1,0 0-32,0 18 15,0-18-15,0 0 16,0 0-16,0 1 15,0-1 1,0 0 0,0 18-1,0-18 48,17-17 15,1 0-62,16 0-16,-17 0 15,1 0-15,-1 0 16,0-35-16,0 35 15,1 0-15,16-17 16,-17 17-16,0 0 16,18 0-16,-35-17 15,17 17-15,0 0 16,18 0 0,-18 0-16,0 0 15,18 0-15,17 0 16,-35 0-1,0 0-15,35 0 16,-35 0-16,0 0 16,1 0-16,-1 0 15,0 0-15,0 0 16,18 0-16,-18 0 16,0 0-16,1 0 15,-1 0-15,0 0 16,35 0-16,-18 0 15,18 0-15,-18 0 16,-16 0-16,16 0 16,-17 0-1,1 0-15,-1 0 16,0 0-16,35 0 16,-35 0-16,0 0 15,1 0-15,-1 0 16,35 0-16,-18 0 15,-17 0 1,1 0-16,-1 0 16,17 0-16,1 0 15,-18 0-15,0 0 16,1 0 0,16 0-1,-17 0-15,1 0 16,16 0-16,-17 0 15,18 0-15,-18 0 16,0 0-16,0 0 16,18 0-1,-1 0-15,-16 0 16,-1 0-16,0 0 16,18 0-16,-1 0 15,-17 0-15,1 0 16,-1 0-16,0 0 15,0 0-15,35 0 16,-35 0 0,1 0-16,16 0 15,18 0-15,-18 0 16,1 0-16,-18 0 31,-17-17 188,0-1-219,0-33 16,0 34-16,0-1 15,0-16-15,0 17 16,0-1-16,0-16 15,0 17-15,0-1 16,0 1-16,0 0 16,0 0-1,0-1-15,0-16 16,0 17-16,0-1 16,0 1-1,0 0-15,17 0 16,-17-1-1,0-16-15,0 0 16,0 16-16,0 1 16,0 0-16,0-35 15,18 52-15,-18-17 16,0 0-16,0-1 16,0 1-1,17 17-15,-17-52 16,0 35-16,0 0 15,17 0 1,-17-1 0,0 1-16,0-17 15,17 16-15,-17-16 16,0 17-16,0 0 16,35-18-16,-35 18 15,0 0 1,0-1-16,0 1 15,0 0-15,17 0 16,-17-35 0,0 35-16,0-1 15,0 1-15,0 0 32,0 0-17,0-18-15,0 18 16,0 0-1,0-1-15,17 18 16,-17-17 15,-52 17 110,18 0-125,17 0-16,-52 0 15,17 0-15,-17 0 16,0 0-16,17-34 15,-17 34-15,18 0 16,-18 0-16,-18 0 16,53 0-16,17 0 0,-1 0 15,1 0-15,-17 0 16,17 0-16,-1 17 16,-16-17-16,-52 0 15,51 0-15,-34 0 16,17 0-1,1 0-15,33 0 16,-16 0-16,-18 0 16,35 0-16,-18 0 15,-34 0-15,18 17 16,-1-17-16,35 17 16,-18-17-16,18 0 15,-35 18-15,1-18 16,16 34-16,-17-17 0,1-17 15,16 18-15,18 16 16,-52-34-16,52 17 16,-35 1-16,35-18 15,-1 0-15,1 17 16,0-17-16,-18 0 16,1 0-16,17 0 15,-35 17-15,35-17 16,0 0-16,-1 0 15,1 0 1,0 0-16,0 0 16,17 35-16,-52-35 15,35 0-15,-1 0 32</inkml:trace>
  <inkml:trace contextRef="#ctx0" brushRef="#br0" timeOffset="37668.05">18727 8965 0,'0'-17'0,"0"0"16,34 17-1,-34-18 1,18 18 31,-1 0-31,52-17-16,0 17 15,-17-34-15,-18 34 16,-17 0-16,35-17 15,0 17-15,-18 0 16,18 0-16,17 0 0,0 0 16,-17 0-16,17 0 15,0 17-15,-35-17 16,-17 0-16,18 0 16,17 0-16,-18 17 15,18-17-15,17 0 16,34 0-16,1 0 15,-18 0-15,35 0 16,-35 0-16,-52 0 16,-16 0-16,16 0 15,1 0 1,-18 0-16,52-34 16,-52 34-16,52 0 0,-17 0 15,-18 0-15,18 0 16,-35 0-16,0 0 15,1 0-15,-1 0 16,0-18-16,18 18 16,-18 0-16,0 0 15,0 0-15,18-17 16,17 17-16,-1 0 16,18 0-16,-34 0 15,51 0-15,-17 0 16,34 0-16,-34 0 15,-17 0-15,17 0 16,-17 0-16,-18 0 16,35 0-16,-17 0 0,17 0 15,17 0-15,0 0 16,-34 0-16,0 0 16,-35 0-16,18 0 15,-18 0-15,0-17 16,18 17-16,-18 0 15,0 0-15,0 0 16,18 0-16,17 0 16,-35 0-16,35 0 15,-18 0-15,18 0 16,-18 0-16,-34-17 16,0-1 109</inkml:trace>
  <inkml:trace contextRef="#ctx0" brushRef="#br0" timeOffset="41590.78">19124 11258 0,'17'0'31,"0"0"-31,0 0 16,0 0-1,18 17-15,-18-17 16,0 0-1,1 0-15,-1 0 0,0 18 16,0-18-16,18 0 16,-18 0-16,0 0 15,18 0 1,-18 0-16,35 0 16,-18 0-16,18 0 15,-17 0-15,-1 0 16,1 0-16,16 0 15,-33 0-15,-1 0 16,0 0-16,17 0 0,18 0 16,-35 0-16,18 0 15,-1 0-15,1 0 16,-18 0-16,35 0 16,-18 0-16,18 0 15,-35 0-15,52 0 16,-51 0-16,-1-18 15,0 18-15,0 0 16,18 0 0,-1 0-16,35 0 15,-17 0-15,17 0 16,0 0-16,-17 0 0,17 18 16,-18-18-16,-33 0 15,-1 0-15,0 0 16,18 0-1,-1 0-15,18 0 16,-35 0-16,0 0 16,1 0-16,-1 0 31,0 0-15,52 0-16,-17 0 0,-18 0 15,35 0 1,-34 0-16,-18 0 0,17 0 15,18 0-15,-35 0 16,1 0-16,-1 0 16,0 0-1,0 0 1,18 0 0</inkml:trace>
  <inkml:trace contextRef="#ctx0" brushRef="#br0" timeOffset="43757.4">26711 8862 0,'17'0'62,"0"0"-30,0 0-17,1-35-15,-1 35 16,35 0-16,-18 0 15,52-17-15,-51 17 16,17 0-16,-18-17 16,1 17-16,-18 0 0,17-35 15,-16 35 1,33 0-16,18 0 0,-51 0 16,85-17-16,-34 17 15,34 0-15,-68 0 16,17 0-16,-35 0 47,35 0-47,-35 0 15,0 17-15,0-17 16,1 0-16,-1 0 16,-17 35-1,17-35 1,0 0-1,18 0-15,-1 0 16,-16 0-16,-1 0 16,0 0-1,-17 17 48</inkml:trace>
  <inkml:trace contextRef="#ctx0" brushRef="#br0" timeOffset="46028.77">27556 7379 0,'-18'0'110,"-16"0"-110,-18 0 15,0 35-15,35-35 16,0 0-16,0 0 15,0 0-15,-1 17 16,-16-17 0,17 0-16,-1 17 15,1 0-15,0-17 16,0 18-16,-35-1 16,35-17-16,-52 34 15,34-34-15,18 18 16,-35-18-16,18 0 15,-1 0-15,1 17 16,16-17-16,-33 0 16,33 0-16,-16 0 15,-18 0 1,35 17-16,0-17 16,0 17-16,-1-17 15,18 17-15,-17-17 16,17 35-16,-34-35 15,16 0 17,1 17-32,17 0 15,-17-17-15,0 0 16,17 18-16,-18-18 16,1 0-1,17 17 16,-34-17-31,16 17 16,1-17-16,0 0 16</inkml:trace>
  <inkml:trace contextRef="#ctx0" brushRef="#br0" timeOffset="47150.07">26676 7327 0,'-17'18'109,"0"16"-109,0 1 16,-35-18-16,52 17 0,-17-34 15,-1 18 1,1-1-16,17 0 0,-34-17 16,16 52-16,1-35 15,0 0-15,17 0 16,-17 1-16,17-1 16,0 0-16,-18-17 15,18 35 1,-17-35-16,17 17 15,-34-17 1,34 17-16,-18 0 31,18 1 1,-17-18-32,17 17 0,-17 0 15,17 0-15,0 18 16,52-52 62,-35 17-62,0 0-16,18 0 15,16 0-15,1-18 0,-17 18 16,-18 0-16,0 0 15,18 0-15,-18 0 16,0 0 0,0 0-16,0 0 47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72" units="cm"/>
          <inkml:channel name="Y" type="integer" max="1920" units="cm"/>
          <inkml:channel name="T" type="integer" max="2.14748E9" units="dev"/>
        </inkml:traceFormat>
        <inkml:channelProperties>
          <inkml:channelProperty channel="X" name="resolution" value="98.46154" units="1/cm"/>
          <inkml:channelProperty channel="Y" name="resolution" value="98.46154" units="1/cm"/>
          <inkml:channelProperty channel="T" name="resolution" value="1" units="1/dev"/>
        </inkml:channelProperties>
      </inkml:inkSource>
      <inkml:timestamp xml:id="ts0" timeString="2026-03-09T06:56:53.9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4777 5379 0,'0'18'47,"17"-18"0,17 0-32,1 34-15,51-17 16,-17-17-16,-34 0 16,16 0-1,18 0-15,-17 0 0,-17 18 16,-1-18-16,18 0 16,0 34-16,-35-34 15,52 17-15,-18 0 16,18-17-16,-17 35 15,0-35-15,-18 17 16,18-17-16,-35 0 16,52 0-16,0 0 0,0 0 15,17 0-15,-68 17 16,51-17-16,-35 0 16,18 0-16,-18 0 15,-16 0-15,33 0 16,-33 0-16,-1 0 15,0 0-15,35 0 16,-35 0-16,18 0 16,-18 0-16,0 0 15,18 0-15,-1 0 16,-17 0-16,35-17 0,-17 17 16,16 0-16,1-17 15,17 17-15,-35 0 16,18 0-1,17-35-15,17 35 0,-17 0 16,0-17-16,18 17 16,-70 0-16,17 0 15,18 0-15,-35 0 16,18-34-16,51 34 16,-52 0-16,35 0 15,69 0-15,-103 0 16,17 0-16,34-17 0,-52 17 15,18-18-15,0 18 16,-18-34-16,18 34 16,-35-17-16,52 17 15,-34 0-15,-1-18 16,-17 18-16,18 0 16,-18 0-16,0 0 15,18 0 1,-18 0-16,18 0 15,16 0-15,-33 0 16,16 0-16,18 0 0,17 0 16,0 0-16,-18 0 15,18 0-15,18 0 16,-53 0-16,18 0 16,-18 0-16,53 0 15,-70 0-15,17 0 16,-16 0-16,33 0 15,-33 0-15,16 0 16,-17 0 0,35 0-16,17 0 15,0 0-15,-52 0 16,87 0-16,-70 0 16,18 0-1,-35 0-15,0 0 0,35 0 16,-17 0-16,-18 0 15,35 0-15,-18 0 16,18 0-16,-18 0 16,-17 0-1,18 0 17,-18 0-17,0 0 1,1 0-16,-1 0 15,0 0-15,35 0 16,-18 0-16,53 0 0,-53 0 16,-17 0-16,1 0 15,-1 0-15,17 0 16,-16 0-16,16 0 16,18 35-16,-35-35 15,18 0-15,16 0 16,18 17-16,-17-17 15,0 0-15,-18 0 16,18 0-16,-18 0 16,53 0-16,-18 0 15,0 0-15,-52 0 16,52 0-16,0 0 16,-52 0-16,18 0 15,-18 0-15,17 0 16,-17 0-16,35 0 0,-17 0 15,16 0-15,18 0 16,-51 0-16,33 0 16,-16 0-16,17 0 15,-18 0-15,18 0 16,-35 0-16,35 17 16,-18-17-16,18 0 15,17 0-15,-17 35 16,-18-35-16,18 0 15,-35 0-15,52 0 16,-34 0-16,51 0 16,-17 17-16,-17-17 0,-35 0 15,0 0-15,0 0 32,1 0-32,16 0 15,18 34-15,-1-34 16,18 0-16,0 0 15,-51 0-15,33 0 16,-16 0-16,-1 0 16,-16 0-16,-1 0 15,0 0-15,0 0 16,1 0 0,-1 0 15,17 0-16,-16 0 1,-1 0-16,0 0 16,0 0-16,1 0 31,-1 0 16,17 0-32,-34-17 1,18 0 93,-1-17-109,-17 16 16,17-16-16,0-1 16,1 18-16,16-35 15,-17-17-15,35 18 16,-52 33-16,52-33 16,-35-18-16,0 17 15,35 0-15,-18-17 0,-16 0 16,16 18-16,-17 33 15,1-33-15,-18 33 16,0 1-16,-18 17 938,-33 0-938,16 0 15,-17 0-15,18 0 16,-1 0-16,18 0 15,-17 0-15,-18 0 16,18 0-16,-53 35 16,53-35-16,-52 17 15,-18-17-15,87 17 16,-52-17-16,52 0 16,-1 0-16,1 0 15,0 0-15,0 0 16,-18 0-16,18 0 0,0-17 15,-1 17-15,-33-17 16,16 17-16,-16 0 16,16 0-16,18 0 15,-35 0-15,35 0 16,-18 0-16,18 0 16,-17 0-16,16 0 15,1 0-15,-17 0 16,-18 0-16,17 0 15,1 0-15,17 0 16,-1 0-16,1 0 16,-17 0-16,-18 0 0,0 0 15,-17 0-15,0 0 16,0 0-16,-17 0 16,17 0-16,52 0 15,-52 0-15,52 0 16,-35 0-16,17 0 15,-16 0-15,33 0 16,1 0-16,0 0 16,-18 0-16,1 0 15,17 0 1,0 0-16,17-18 16,-18 18-16,1 0 15,0 0 1,0 0-16,-35 0 0,35 0 15,-52 0-15,17-34 16,17 34-16,-16 0 16,16 0-16,18 0 15,-18 0-15,18 0 16,0 0-16,0 0 16,-18 0-16,-17 0 15,35 0-15,0-17 16,0 17-16,-1 0 15,-16 0-15,17 0 16,0 0-16,-1 0 16,1 0-16,-35 0 15,35 0-15,0 0 0,0 0 16,-1 0 0,1 0-16,0 0 15,-35 0-15,18 0 16,-53-17-16,70 17 15,-52-35 1,0 35-16,0 0 16,35-17-16,-52 17 15,51 0-15,-51 0 16,17 0-16,52 0 16,-18 0-16,-17 0 0,35 0 15,0 0 1,-35 0-16,18 0 0,16 0 15,-33 0-15,16 0 16,-17 0-16,18 0 16,-18 0-16,1 0 15,33 0-15,-16 0 16,-18 0-16,35 0 16,-18 0-16,18 0 15,-17 0-15,-1 0 16,18 0-16,0 0 15,-1 0-15,-16 0 79,17 0-64,-1 0-15,1 0 16,0 0-16,17 17 125,0 35-125,0-35 15,0 0-15,0 0 16,0 1 0,0 33-16,0 1 15,52-17-15,-18 51 16,1-34-16,-1-18 16,-17-17-16,1 18 15,-1-1-15,-17-17 16,0 1-16,34 16 15,-34-17-15,18-17 16,-18 18-16,0-1 63,0 0-32,0 0-31,0 1 172,0-1-172,0 17 15,-35-16-15,18-1 16,0 17-16,17 1 16</inkml:trace>
  <inkml:trace contextRef="#ctx0" brushRef="#br0" timeOffset="45540.59">21020 3052 0</inkml:trace>
  <inkml:trace contextRef="#ctx0" brushRef="#br0" timeOffset="47120.21">18796 845 0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72" units="cm"/>
          <inkml:channel name="Y" type="integer" max="1920" units="cm"/>
          <inkml:channel name="T" type="integer" max="2.14748E9" units="dev"/>
        </inkml:traceFormat>
        <inkml:channelProperties>
          <inkml:channelProperty channel="X" name="resolution" value="98.46154" units="1/cm"/>
          <inkml:channelProperty channel="Y" name="resolution" value="98.46154" units="1/cm"/>
          <inkml:channelProperty channel="T" name="resolution" value="1" units="1/dev"/>
        </inkml:channelProperties>
      </inkml:inkSource>
      <inkml:timestamp xml:id="ts0" timeString="2026-03-09T06:57:54.5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12709 6914 0,'34'0'93,"-16"0"-77,16 0 0,35 0-16,17 0 0,18 0 15,-1 0-15,35 0 16,35 0-16,-18 0 15,-86 0-15,69 0 16,-87 0-16,-16 0 16,-18 0-16,0 0 15,1 0 1,33 0-16,18 17 16,18-17-16,16 0 15,35 0-15,-35-17 16,1-1-16,-70 18 0,53-34 15,16 34 1,-34-17-16,17-18 0,18 35 16,-35-17-16,34 17 15,-51 0-15,-18 0 16,-16 0-16,-1 0 31,0 0-15,35 0-16,-18 0 15,53 0-15,50 0 16,-102 0-16,68 0 16,1 0-16,-18 0 15,18 0-15,-35 34 16,0-34-16,34 0 16,0 0-16,-16 0 0,-18 0 15,0 0-15,-52 0 16,52 0-16,-17 0 15,-35 0-15,17-17 16,53 17-16,-70 0 16,52 0-16,69-17 15,0 17-15,-87 0 16,18-35-16,35 35 16,-70 0-16,18 0 15,-35 0-15,35 0 16,-35 0-16,0-17 15,-17 0 314,0 0-329,0-18 15,0 1-15,0-1 0,0-16 16,0 16-16,0-34 15,0 17 1,0-16-16,0 50 0,0-33 16,18 33-16,-18-16 15,0-18-15,0 35 16,0 0-16,0-52 16,0 17-16,0 17 15,0-16-15,0 16 16,0 18-16,0-17 47,0 16-47,0 1 15,0 0-15,0 0 32,-18 17 30,-33 0-46,34 0-16,-52 0 15,-35 0-15,35 0 16,0 0-16,-34 0 16,-1 0-16,1 0 0,-1 0 15,18-35 1,-17 18-16,-35 17 0,69-35 15,-69 35-15,34-17 16,-103-17-16,69 34 16,0 0-16,-51 0 15,137 0-15,-51 0 16,68 0-16,-17 0 16,18 0-16,-18 0 15,-17 0-15,-34 17 16,51-17-16,-52 0 15,36 17-15,16-17 16,35 17-16,-52-17 16,34 35-16,-17-35 15,-17 17-15,-17-17 0,-52 0 16,104 0-16,-104 0 16,-138 0-16,190 0 15,-52 0-15,34-34 16,1 34-16,68 0 15,18 0 1,-17 0-16,16 0 16,-16 0-1,17 0 1,-52 0-16,51 17 0,1-17 16,0 0-16,17 17 15,0 18 157,0-1-172,0 138 16,0-103-16,0 35 0,52 17 15,-18-18-15,-17 0 16,-17-51-16,0-17 16,18-18-16</inkml:trace>
  <inkml:trace contextRef="#ctx0" brushRef="#br0" timeOffset="3169.79">4380 8103 0,'52'0'125,"17"0"-125,34-17 16,-51 17-16,51 0 15,1 0-15,-70 0 16,-16 0-16,33-17 16,-33 17-1,-1 0 17,0 0 14,18 0-46,-1 0 16,1 0-16,-1 0 16,1 0-16,16 0 15,-16-35-15,-18 35 16,35 0-16,-18 0 16,18 0-1,-35 0 1,0 0 15,1 0-31,16 0 16,-17 0-16,1 0 0,-1 0 15,0 0-15,35 0 16,-18 0-16,35 0 16,18 0-16,-18 0 15,0 0-15,0 0 16,-18 0-16,-34 0 109,1 0-109,33 0 16,1 0-16,-17 0 15,68 35-15,-51-35 16,17 0-16,-17 17 16,-18-17-16,1 0 15,-18 0-15,0 0 16,0 0 0</inkml:trace>
  <inkml:trace contextRef="#ctx0" brushRef="#br0" timeOffset="4595.75">9950 8120 0,'17'0'63,"0"0"-63,70-17 15,-36 17-15,18 0 16,17 0-16,-51 0 15,17 0-15,-35 0 0,17 0 16,18 0 0,-17 0-16,16 0 0,18 0 15,0 0-15,18 0 16,-53 0-16,52 0 16,-17 0-16,-52 0 15,18 0-15,-18 0 16,35 0-16,-35 0 15,0 0-15,1 0 16,-1 0-16,17 0 16,-16 0-16,-1 0 31,0 0-31,0 0 16,35 0-1,-17 0-15,34 0 16,17 0-16,17 0 15,-34 0-15,-52 0 16,18 0-16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72" units="cm"/>
          <inkml:channel name="Y" type="integer" max="1920" units="cm"/>
          <inkml:channel name="T" type="integer" max="2.14748E9" units="dev"/>
        </inkml:traceFormat>
        <inkml:channelProperties>
          <inkml:channelProperty channel="X" name="resolution" value="98.46154" units="1/cm"/>
          <inkml:channelProperty channel="Y" name="resolution" value="98.46154" units="1/cm"/>
          <inkml:channelProperty channel="T" name="resolution" value="1" units="1/dev"/>
        </inkml:channelProperties>
      </inkml:inkSource>
      <inkml:timestamp xml:id="ts0" timeString="2026-03-09T07:13:12.1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2570 13534 0,'34'0'125,"18"0"-109,34 17-16,-17-17 15,-17 0-15,17 0 16,-18 34-16,-33-34 15,16 0-15,-17 0 16,-17 18-16,52-18 16,-17 0-16,-18 0 15,35 0-15,-35 0 0,17 17 16,1-17-16,-18 0 16,0 17-16,0-17 15,1 17-15,-1-17 16,0 0-1,18 0-15,-18 18 16,0-18-16,0 0 16,1 0-16,-1 0 15,0 0 32,18 0-31,-18 0-16,17 0 15,18 0-15,-17 34 16,16-34-16,1 0 16,17 0-16,35 17 15,-70-17-15,18 0 16,-1 0-16,-33 0 16,16 35-16,-17-35 15,35 0-15,-35 0 16,1 17-16,16-17 15,70 0-15,-53 0 16,18 0-16,18 0 0,-53 0 16,-17 0-16,52 17 15,0-17-15,-17 0 16,-35 0-16,52 18 16,-17-18-16,-18 0 15,18 0-15,-17 0 16,51 0-16,-52 0 15,18 34-15,-17-34 16,16 0-16,18 0 16,35 0-16,-53 0 15,87 0-15,-69 0 16,35 0-16,-1 0 16,-51 0-16,17 0 0,0 0 15,0 0-15,34 0 16,-16 0-16,51 0 15,-104 0-15,35 0 16,34 0-16,1 0 16,-18 0-16,-17 0 15,0 0-15,0 0 16,17 0-16,-68 0 16,51 17-16,-35-17 15,18 0-15,17 0 16,-18 0-16,-16 18 15,17-18-15,-1 0 16,-16 0-16,17 0 0,17 0 16,0 0-16,-52 0 15,52 0 1,-17 0-16,-18 0 16,18 0-16,-35 0 15,17 0-15,18 0 16,-35 0-16,1 0 15,33 0-15,-16 0 16,17 0-16,-18 0 16,18 0-16,-35 0 15,35 0-15,-18 0 16,18 0-16,-17 0 16,34 0-16,-18 0 0,53 0 15,-53 0-15,18 0 16,-51 0-16,51 0 15,-35 0-15,18 0 16,-18 0-16,1 0 16,-1 34-16,18-34 15,-17 0-15,-18 0 16,52 0-16,-18 0 16,18 0-16,-17 0 15,17 0-15,-34 0 16,16 0-16,1 0 15,-35 0-15,18 0 16,34 0-16,-17 0 16,-1 0-16,18 0 0,0 0 15,0 0-15,17 0 16,-17 0-16,-51 0 16,51 0-16,0 0 15,-18 0-15,-16 0 16,17 0-16,-18 0 15,18 0-15,-35 0 16,0 0-16,35 0 16,-35 0-16,18-17 15,51 17-15,-69 0 16,18-17-16,16 17 16,-16 0-16,-18 0 0,18 0 15,-35-18-15,17 18 16,0 0-1,0 0 157,1 0-125,-1-17-31,-17-17-16,34-1 15,-16 18-15,-1-35 16,-17 35-16,17-52 16,-17 34-16,35-16 15,-35-1-15,17-17 16,-17 17-16,34 18 16,-34-18-16,0 35 0,0 0 15,0-1-15,0 1 31,0-17-15,0 16 0,0 1 15,0 0-31,18 0 16,-18 0-1,0-1-15,0-33 16,0 33-16,0-16 15,0 17-15,0-18 16,0 18 0,0-18-16,0-16 0,0 16 15,0-51-15,17 52 16,-17-18-16,0 35 16,0-18-16,0-17 15,0 35-15,0 0 16,0 0-16,0-18 31,0 52 157,-17 1-188,-1-1 15,-16-17-15,17 17 16,-1 0-16,1-17 15,17 18-15,-17-18 16,0 0 0,17 17-16,-18-17 15,1 0 17,-17 34-32,16-34 0,1 0 15,0 0 1,0 0-16,-1 0 15,1 0-15,-17 0 16,16 0 0,1 0-16,-17 0 15,16 0-15,-51 0 16,52 0-16,-52 0 16,17 0-16,18 0 0,0 0 15,-1 0-15,18 0 16,0 0-16,-1 0 15,1 0-15,-17 0 16,16 0-16,1 0 16,0 0-1,0 0-15,-1 0 16,-33 0-16,33 0 16,1 0-16,0 0 15,0 0-15,-1 0 16,-16-17-16,-1 17 15,18 0-15,-35 0 16,35 0-16,-17-17 0,16 17 16,-33 0-16,33 0 15,1 0-15,0 0 16,0 0-16,0 0 16,-18 0-16,18 0 15,-18 0 1,18 0-16,0 0 15,-18-17-15,1 17 16,17 0-16,-1 0 16,-33 0-16,33 0 15,1 0-15,-17-18 16,-18 18-16,0 0 16,18 0-16,16 0 0,-33 0 15,16 0-15,-16 0 16,16 0-16,-17 0 15,18 0-15,-1 0 16,18 0-16,-17 0 16,-18 0-16,35 0 15,-18 0-15,-17 0 16,35 0 0,0 0-16,0 0 15,-1-17-15,1 17 16,-17 0-1,16 0 1,-16-34-16,-18 34 16,35 0-16,-18 0 0,1 0 15,17 0-15,0 0 16,-1 0-16,1 0 16,-17 0-16,-1 0 15,1 0-15,-18 0 16,17 0-16,-16 0 15,16 0 1,18 0-16,-35 0 16,18 0-16,-18 0 15,0 0-15,18 0 16,-35 0-16,17 0 0,-17 0 16,17 0-1,35 0-15,-17-18 0,-18 18 16,0 0-16,35 0 15,-18 0-15,18 0 16,-52 0-16,17 0 16,-17 0-16,35 0 15,-18 0-15,-17 0 16,18 0-16,33 0 16,1 0-16,-35 0 15,35 0-15,-17 0 16,16 0-16,-33 0 15,16 0-15,-17 0 16,18 0-16,-18 0 0,18 0 16,-53 0-16,70 0 15,-17 0-15,-52 0 16,68 0-16,-51 0 16,35 0-16,-18 0 15,18 0-15,-35 0 16,17 0-16,0 0 15,-17 0-15,52 0 16,-52 0-16,-35 0 16,36 0-16,-1 0 15,-18 0-15,53 0 16,-18 0-16,35 0 16,0 0-16,-18 0 15,1 0-15,-1 0 0,-17 0 16,18 0-16,17 0 15,-87 0-15,35 0 16,35 0-16,-52 0 16,17 0-16,0 0 15,51 0-15,1 0 16,-35 0-16,18 0 16,-1 0-16,18 0 15,-17 0-15,-18 0 16,35 0-16,-18 0 15,-17 0-15,35 0 16,-17 0-16,-18 0 0,-17 0 16,17 18-16,-17-18 15,0 0-15,18 0 16,-53 0-16,52 17 16,-17-17-16,18 0 15,16 17-15,-16-17 16,-18 35-16,-18-35 15,53 17-15,-52-17 16,51 0-16,-34 0 16,17 17-16,1-17 15,16 0-15,18 0 16,-35 35-16,35-35 16,-18 0-16,1 0 15,17 0-15,-18 17 0,18-17 16,-35 0-16,18 0 15,-52 0-15,17 0 16,0 0-16,17 0 16,-17-17-16,17 17 15,35 0 1,0 0-16,-18 0 16,18 0-16,-17 0 15,16 0-15,1 0 31,17 17-31,-17-17 16,17 17 0,0 0-16,-17-17 0,17 18 15,0-1 17,0 0-1,0 0 0,0 18-15,0-1-1,-18-17-15,18 1 16,0 33-16,0-33 16,-34 16-16,34-17 15,0 35-15,-17 17 0,17-17 16,-18 17-16,-16-18 15,17 18-15,-18-17 16,18 17-16,0-17 16,17-35-16,-35 18 15,35-18-15,0 0 16,0 0 15,0 0 0,-17-17-31,17 18 32,0-1-1,0 35-31,0-18 16,0-17-1,0 18-15,0-18 0</inkml:trace>
  <inkml:trace contextRef="#ctx0" brushRef="#br0" timeOffset="202856.45">12261 17223 0,'51'0'156,"-16"0"-156,16-17 16,18 17-16,-51 0 16,33 0-16,-33 0 15,16 0-15,-17 0 16,18 0-1,-18 0 1,0 0 62,1 0-62,-1 0-16,0 0 15,0 0-15,35 0 16,-17 0-16,-18 0 16,17 0-1,-16 17-15,-1-17 16,0 17 0,0-17-1,0 0-15,1 0 16,16 0 15,-34 18-15,35-1-16,16-17 15,18 34-15,-17-34 16,17 18-16,-52-18 16,52 0-16,-51 0 15,33 34-15,-33-34 16,-1 0-16,17 0 15,18 17-15,-35-17 16,35 0-16,-35 17 0,0-17 16,1 0 31,-1 0-32,0 0-15,35 0 16,-18 0-16,-16 0 15,16 0-15,-17 0 16,1 0-16,-1 0 16,0 0-1,0 0 1,35 0-16,-35 0 16,1 0-16,-1 0 15,0 0 1,0 0-16,35 0 15,-17 0-15,16 0 16,18 0-16,-51 0 16,50 0-16,-16 0 15,-35 0-15,1 0 16,16 0-16,18-34 16,-35 34-16,52 0 15,-17 0-15,-18 0 16,-16 0-16,33-17 15,-33 17-15,33 0 16,-16 0-16,-18 0 16,35 0-16,17 0 0,0 0 15,-18 0-15,-33 0 16,-1 0-16,0 0 16,0 0-1,1 0 1,16 0 15,-17 0-31,18 0 16,-18 0-16,0 0 15,18 0-15,-18 0 16,0 0-16,18 0 16,-18 0-16,35 0 15,-18 0-15,18 0 0,-17 0 16,16 0-16,1 0 15,-18 0-15,-16 0 16,33 0-16,-33 0 16,16 0-16,-17 0 15,18 0 1,-18 0 0,0 0-1,18 0-15,17 0 16,-18 0-1,-17 0-15,18 0 16,-18 0-16,0 0 31,1-17 110,-18-35-125,0 35-16,17-1 15,-17 1-15,0-17 16,17 16-16,-17-16 15,35-35-15,-35 34 16,0 18-16,0-35 16,17 18-16,-17-18 15,0 35-15,17-35 16,18 18-16,-35-18 16,17 0-16,0 18 15,-17-18-15,34 0 16,-34 18-16,18-18 15,-1 1-15,-17 16 16,34 18-16,-16-35 16,-1 0-16,-17 35 0,17 0 15,-17 0-15,0-1 16,17 1 0,18-35-16,-18 35 15,-17 0-15,0 0 16,17 0-16,-17-1 15,0-16 17,18 34-17,-18-17-15,17-18 16,-17 18 31,-17 17 47,-18 0-79,-17 0-15,18 0 16,-18 0-16,35-35 15,-52 35-15,0-17 16,-17 17-16,17-17 0,0-18 16,-17 35-16,51-17 15,-17-17-15,1 16 16,33 18-16,1 0 16,-35 0-16,35 0 15,-52 0-15,52 0 16,-17 0-16,-18 0 15,17 0-15,-51 0 16,52 0-16,-18 0 16,-17 0-16,34 0 15,1 0-15,-1 0 16,18 0-16,-35 0 16,35 0-16,0-17 0,0 17 15,-18 0-15,1 0 16,-1 0-16,-16 0 15,-18-34-15,0 34 16,0 0-16,-35 0 16,18 0-16,17 0 15,0 0-15,17 0 16,18 0-16,-52 0 16,68 0-16,-51 0 15,0 0-15,35 0 16,-18 0-16,0 0 15,18 0-15,-18 0 16,35 0-16,-18 0 16,-16 0-16,33 0 0,-51 0 15,52 0-15,-52 0 16,0 0-16,-34-18 16,51 18-16,18 0 15,16 0-15,-33 0 16,33 0-1,-16 0 1,-1 0-16,-16 0 16,-1 0-16,0 0 15,18 0-15,16 0 16,-50 0-16,50 0 16,-51 0-16,0 0 15,-17 0-15,-17 0 0,68 0 16,-17 0-16,35 0 15,0 0-15,0 0 172,17 35-140,0-18-32,0 0 15,0 1-15,0-1 16,0 0-16,0 0 15,0 1 1,0 16-16,0-17 16,0 1-1,0-1 1,-18 0-16,-16 0 16,34 1-1,-17-18-15,17 34 0,-18-17 16,18 1-1,-17 16 1,17 0-16,0 18 16,0 0-16,0-18 15,0 18-15,0 0 16,0-35 0,0 0-16,-17 1 15,17-1-15,-17-17 16,17 17-16,0 0 15,-17-17-15,17 35 16,-35-18-16,35 0 0,-17 0 16,0 1-16,17-1 15,-18 0-15,1 35 16,0-35-16,-18 0 16,35 1-16,-17 33 15,0-33-15,17 16 16,0 18-1,0-35-15,0 0 16,-17 1 0,17-1-1,0 17 17,0-17-1,0 1-31,-18-18 15,18 17-15,0 0 32,0 0-32,0 1 15,-17 16-15,17 1 16,0-18-16,0 0 16,0 0-16,0 18 15,0-18-15,0 0 16,0 1-16,0-1 15,0 0 1,0 0-16,0 1 16</inkml:trace>
  <inkml:trace contextRef="#ctx0" brushRef="#br0" timeOffset="204889.32">12381 17137 0,'0'-35'0,"0"18"15,0 0 1,0-18-16,0 53 219,0-1-219,0 17 15,0 18 1,0-35-16,17 18 16,-17 17-16,0-18 15,0 1-15,0-1 16,18-34-16,-18 17 15,0 0-15,17-17 32,0 0-17,0 0-15,-17-17 0,52-34 16,0 16-16,-35 1 16,52-1-16,-52 18 15,1 0-15,-18-18 16,17 35-16,0-17 15,18 17 126,-18 0-125,0 0-16,-17 34 15,17-34 1,-17 18 0,0-1-1,0 0 1,0 0-16,0 1 15,0-1 1,18-17-16,-1 0 78,0 0-78,0-17 16,18-1-1,-18 1-15,0 0 16,0 17-16,1-17 16,-18-18-16,17 35 15,0-17 1,-17 51 109,35 1-109,-35-18-16,0 0 15,0 35-15,17-35 16,-17 18-16,0-18 15,0 17 1,17-34 62,0-17-47,-17 0-31,18 0 16,-1-18-16,17 35 16,-16-51-16,-18 33 15,17 18-15,-17-17 16,17 17-16</inkml:trace>
  <inkml:trace contextRef="#ctx0" brushRef="#br0" timeOffset="210551.81">13657 17206 0,'0'-17'203,"0"-1"-188,17 18 1,-17-17 0,35 17-1,-18 0-15,18 0 16,16 0-16,-33 0 16,-1 0-16,0 0 15,0 0-15,1 0 16,-1 0-16,17 0 15,-16 0-15,16 0 16,-17 0 0,1 0-1,16 0 32,-17 0-16,1 0 16,-1 0-31,0 0-16,0 0 16,1 0-1,16 0 32,-17 0-16,1 0 1,-1 0-17,0 0 1,0 0-1,1 0 1,-1 0 0,17 0-1,-17 0-15,1 0 32,-1 0-17,0 0 1,0 0-16,1 0 15,16 0-15,-17 0 16,1 0 15,-1 0 32,-17 17-63,17-17 15,0 0 1,1 0 0,16 0-1,-17 0-15,-17 18 16,18-18-16,-1 0 16,0 0-1,0 0-15,1 0 16,16 17-16,-17-17 15,1 0-15,-1 34 16,0-34 0,0 0-16,35 18 15,-35-18-15,1 17 16,-1-17-16,0 0 16,0 17-16,18-17 15,-18 0-15,0 0 16,-17 17-16,17-17 15,1 0-15,-1 0 16,0 0 0,0 0-16,18 0 15,-18 18 1,0-18 0,1 0-16,-1 0 15,0 0-15,0 0 16,18 0-1,-18 0-15,0 0 16,1 0 0,-1 0-16,0 0 31,0 0-31,18 0 31,-1 0-31,-16 0 16,33 0-16,18 0 15,-34 0-15,-1 0 16,-17 0 0,1 0-16,-1 0 31,0 0-31,18 0 16,-1-18-16,-17 18 15,1 0-15,-1 0 0,0 0 16,0 0-1,1 0-15,-18-17 16,34 17-16,-34-17 359,0 0-359,0-1 16,17-16-16,-17-1 16,18-34-16,-1 35 0,-17 17 15,0-18-15,17 18 16,-17-35-16,0 35 16,0 0-16,35 0 15,-35-1-15,0 1 16,0-17-16,0 16 15,0 1-15,0 0 16,0 0-16,0-18 16,17 1-16,-17 16 15,0 1 1,0 0-16,0 0 0,0-1 16,0 1-1,0-17 95,0 16-95,0 1 1,0 0-16,0 0 0,0 0 15,0-1-15,0-16 16,0 17 78,-35 17-63,18 0-15,0 0-1,0 0 1,-18-18-16,1 18 16,-1 0-16,-17 0 15,18 0-15,-18 0 16,35 0-16,0 0 15,-1 0-15,-33 0 16,34 0-16,-1 0 16,1 0-16,0 0 15,0 0-15,17-17 16,-18 17-16,1 0 31,-17 0-15,16-17-16,1 17 15,0 0-15,0-17 16,-1 17-16,1 0 16,-17-18-16,-1 18 15,-17 0-15,18 0 16,-18-34-16,35 34 16,0 0-16,-1 0 15,-33 0-15,33 0 16,1-17-1,0 17-15,-35-18 16,35 18-16,0 0 16,-18 0-16,-16 0 15,33 0-15,1-17 16,-35 17-16,18 0 16,17 0-1,-35 0-15,17 0 16,18 0-1,-17 0 1,16 0-16,-16 0 16,17 0-1,-35 0-15,17 0 16,-16 0-16,33 0 16,-16 0-16,-52 0 15,51 0-15,-16 0 16,33 0-16,1 0 15,0 0-15,0 0 16,-1 0 140,-16 0-62,17 0-94,-18 0 16,18 0-16,-35 0 15,35 0-15,-18 0 16,-16 0-16,16 0 16,1 0-16,16 0 15,18 17 298,-17-17-313,17 18 15,0-1-15,0 0 16,0 18-16,-17-18 16,17 0-16,0 0 15,0 1-15,0-1 31,0 0-15,0 18 15,0-18-15,0 0 0,-17 0-1,17 0 1,0 1-1,0-1 17,0 0 30,0 18-46,0-18-1,0 0-15,0 0 16,17-17 0,-17 18-16,17-1 15,-17 0 1,0 18 15,17-35-31,-17 17 0,0 0 31,0 0 16,0 1-31,0-1 0,35 0-16,-35 18 15,0-18 1,0 0-16,0 0 15,0 0-15,0 1 16,17-18-16,-17 17 16,0 17 15,0-16-15,0-1-1,0 0 48,0 0-32,0 1 0,0-1-15,17-17-16,-17 17 0,0 18 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72" units="cm"/>
          <inkml:channel name="Y" type="integer" max="1920" units="cm"/>
          <inkml:channel name="T" type="integer" max="2.14748E9" units="dev"/>
        </inkml:traceFormat>
        <inkml:channelProperties>
          <inkml:channelProperty channel="X" name="resolution" value="98.46154" units="1/cm"/>
          <inkml:channelProperty channel="Y" name="resolution" value="98.46154" units="1/cm"/>
          <inkml:channelProperty channel="T" name="resolution" value="1" units="1/dev"/>
        </inkml:channelProperties>
      </inkml:inkSource>
      <inkml:timestamp xml:id="ts0" timeString="2026-03-09T07:18:23.9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2035 3242 0,'17'0'0,"0"0"16,1 0 15,-1 0-15,0 0-1,35 0-15,17-18 16,-52 18-16,87-34 16,-1 34-16,-68 0 15,137 0-15,-69 0 16,-51 0-16,17 0 15,0 0-15,35 0 0,-53 0 16,-16 0-16,68 0 16,-51 17-16,51-17 15,1 17-15,-18-17 16,52 0-16,-34 35 16,-70-35-16,70 0 15,-1 17-15,-69-17 16,18 0-16,0 35 15,0-35-15,-18 0 16,52 17-16,-51-17 16,17 0-16,17 0 15,-18 0-15,-33 0 16,-1 0-16,17 0 16,-16 17-16,33-17 0,-16 0 15,16 34 1,-33-34-16,33 0 15,18 0-15,0 0 0,-51 0 16,33 0-16,-33 0 16,-1 0-16,0 0 15,0 0-15,1 0 16,33 0-16,-16 0 16,17 0-16,17 0 15,34 18-15,52-18 16,-86 0-16,104 0 15,-70 0-15,69 0 16,-103 0-16,35 0 0,-1 0 16,-16 0-16,-18 0 15,0 0-15,-52 0 16,52 0-16,-18 0 16,18 0-16,-17 0 15,52 0-15,-70 0 16,35 0-16,17 0 15,-17 34-15,-17-34 16,17 0-16,34 0 16,-34 0-16,0 0 15,18 0-15,-18 17 16,0-17-16,34 0 16,-51 0-16,51 0 15,1 0-15,-70 0 0,70 0 16,-1 0-16,35 0 15,-34 0-15,-18 0 16,-17 0-16,-52 0 16,17 0-16,1 0 15,-18 0-15,0 0 16,1 0-16,16 0 16,18 0-16,-35 0 15,52 0-15,-17 0 16,-35 0-16,52 0 15,0 0-15,-52 18 0,18-18 16,17 0-16,-35 0 16,0 0-16,-17 34 15</inkml:trace>
  <inkml:trace contextRef="#ctx0" brushRef="#br0" timeOffset="2337.14">8432 5552 0,'18'-18'46,"-1"1"-46,17-17 16,-16 17-16,16-1 0,-17 1 16,1 0-16,33-18 15,1 18-15,-35 0 16,1 0-16,16-1 16,1 18-1,-18 0 1,0 35 31,-17 17-32,52-1-15,-35-16 16,17 16-16,-16-51 16,-18 18-1,17-18 1,17 0-16,18 0 15,17 0-15,17 0 16,-17-35-16,-51 18 16,33 0-16,-16 0 15,-18-18-15,-17 18 16,52 0-16,-35-1 16,0 1-16,35-17 15,-35 34-15,0 0 16,1 0 15,-18 17-31,51 17 16,-51-16-16,35 33 15,-1 1-15,-16-18 16,33 18-16,1 0 16,-35-35-16,1 0 15,-1-17-15,0 0 31,0 0 1,18 0-32,-18 0 15,18-17-15,16 0 16,1-35-16,-52 35 16,35-18-16,-1 1 0,-17 0 15,-17 51 79,0 0-78</inkml:trace>
  <inkml:trace contextRef="#ctx0" brushRef="#br0" timeOffset="4543.51">11467 5500 0,'35'34'46,"-18"-34"-46,0 0 16,52 18-16,0-1 16,35 17-16,-18 18 15,-52-35-15,18-17 16,0 35-16,-18-35 16,-16 0-16,16 0 15,-17 0-15,18 0 0,-18-17 16,35 17-16,0-35 15,-18-17-15,52 18 16,-69 34-16,18-17 16,-1-1-16,-16 18 15,-1 0-15,0 0 47,-17 18-31,52 33-16,-35 18 15,35-34-15,-35 34 16,35 0-16,-18-17 0,-16-52 16,-1 17-16,0-17 15,0 0-15,1 0 16,-1 0-16,35-35 16,-1-16-16,1-1 15,-18 0-15,1 0 16,17 35-16,-52 0 15,17 17-15,0-17 16,0 17 47,35 0-48,-52 17-15,35 0 0,34-17 16,-52 0-16,35 0 15,-18 0-15,52 0 16,-51 0-16,17 0 16,-1-17-16,-16-18 15,-1 35-15,-17-17 16,1 17-16,-1 0 16,0 0 15,0 0-16,1 0-15,33 69 16,-33-17-16,16-52 16,-17 17-16,18 0 15,-18 1-15,0 16 16,18-34-16,-18 0 16,18 0-16,-18 0 15,35 0-15,-18 0 16,52-17-16,-68 0 15,16-35-15,-17 52 16,35-17-16,-35-1 16,0 1-16,1 17 47,16 0-32,1 17-15,16 35 0,1-35 16,17 18-16,-17-18 15,-18 18-15,53-35 16,-53 0-16,18 0 16,-18 0-16,18-18 15,-18-16 1,1-1-16,-18 18 16,-17-17-16,35 16 15,-18-33-15,0 51 31,0 0 63,1 0-78,-1 0-16,0 0 15,18 0-15,-18 0 16,0 0 0,-17-18-1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72" units="cm"/>
          <inkml:channel name="Y" type="integer" max="1920" units="cm"/>
          <inkml:channel name="T" type="integer" max="2.14748E9" units="dev"/>
        </inkml:traceFormat>
        <inkml:channelProperties>
          <inkml:channelProperty channel="X" name="resolution" value="98.46154" units="1/cm"/>
          <inkml:channelProperty channel="Y" name="resolution" value="98.46154" units="1/cm"/>
          <inkml:channelProperty channel="T" name="resolution" value="1" units="1/dev"/>
        </inkml:channelProperties>
      </inkml:inkSource>
      <inkml:timestamp xml:id="ts0" timeString="2026-03-09T07:18:52.1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3070 5983 0,'17'0'47,"0"0"-32,0 0-15,52 0 16,-51 0-16,16-18 16,52 18-16,-17 0 15,-17 0-15,17 0 0,0 0 16,0 0-16,-17 0 15,17 0-15,34 0 16,-51-17-16,51 17 16,-34 0-16,17-34 15,-17 34-15,0 0 16,-51 0-16,51 0 16,-18 0-16,-16 0 15,-18 0-15,35 0 16,-35 0-16,0 0 15,1 0-15,33 0 16,-16 0-16,16 0 16,-16-17-16,-1 17 0,-16 0 15,16 0-15,18 0 16,-18 0-16,18 0 16,-35 0-16,18 0 15,51 0-15,-17 0 16,0 0-16,0 0 15,17 0-15,-69 0 16,18 0-16,-18 0 16,52 0-16,-52 0 15,52 0-15,35 0 16,-52 0-16,17 0 16,0 0-16,-18 0 15,18 0-15,-17 0 0,-18 0 16,18 0-16,-35 0 15,52 0-15,-34 0 16,17 0-16,17 0 16,-18 0-16,53 0 15,-52 0-15,-35 0 16,52 0-16,-52 0 16,52 0-16,-35 0 15,18 0-15,17 0 16,-34 0-16,16 0 15,18 0-15,18 0 16,-18 0-16,0 0 16,0 0-16,-35 0 15,18 0-15,-1 0 0,-33 0 16,-1 0-16,35 0 16,17 0-16,-35 0 15,52 0-15,-17 0 16,-17 0-16,-17 0 15,-18 0-15,35 0 16,16 0-16,-50 0 16,16 0-16,18 0 15,17 0-15,-17 0 16,-18 0-16,18 0 16,-35 0-16,0 0 0,1 0 15,33 0-15,-16 0 16,17 0-16,17 0 15,0 0-15,17 0 16,-52 0-16,18 0 16,-18 0-16,1 0 15,-18 0 1,18 0-16,16 0 16,1 17-16,52-17 15,-35 0-15,-18 34 16,18-34-16,0 0 15,-17 0-15,-18 17 16,-16-17-16,33 0 16,-33 0-16,51 0 0,0 0 15,-18 0-15,53 0 16,-1 35-16,-34-35 16,0 0-16,17 0 15,-17 0 1,-51 0-16,16 0 15,18 0-15,17 17 16,-17 18-16,-1-35 16,18 0-16,-17 0 15,-17 0-15,16 0 16,-34 0-16,18 0 16,17 0-16,-18 0 0,18 0 15,-18 0-15,18 0 16,-35 0-16,1 0 15,-1 0-15,35 0 16,-35 0-16,0 0 16,0 0-16,35 0 15,-17 0-15,16 0 16,-33 0-16,16 0 16,-17 0-16,35 0 15,17 0-15,-52 0 16,52 17-16,0-17 15,-34 0-15,85 0 16,-85 0-16,17 0 16,17 0-16,-18 0 0,-33 0 15,-1 0-15,0 0 16,18 0-16,-1 0 16,-17 0-16,35 0 15,0 0-15,-35 0 16,35 0-16,17 0 15,-35 0-15,18 0 16,0 0-16,-18 0 16,-17 0-16,1 0 15,16 0 1,-17 0-16,18 0 16,-18 0-16,35 0 15,17 0-15,-35 0 0,18 0 16,0 0-16,-35 0 15,17 0-15,-16 0 16,33 0-16,-16 0 16,17 0-16,-18 0 15,1 0-15,16 0 16,1 0-16,0 0 16,17 0-16,-35 0 15,1-35-15,-1 35 16,-17 0-16,18 0 15,17 0-15,-1 0 16,-16 0-16,34 0 16,17 0-16,-17 0 15,-17 0-15,17 0 0,0 0 16,-18 0-16,-16 0 16,17-17-16,17 17 15,-18 0-15,18 0 16,0 0-16,18 0 15,-53 0-15,18 0 16,-18-17-16,1 17 16,-1 0-16,18 0 15,-35 0-15,18 0 16,-18 0-16,35 0 16,-18 0-16,-17-17 15,35 17-15,-17 0 0,16 0 16,-33 0-16,16 0 15,18 0-15,0 0 16,-18 0-16,52-35 16,-17 35-16,-34 0 15,16 0-15,-16 0 16,17 0-16,-35 0 16,0 0-16,35 0 15,-18 0-15,18 0 16,-17 0-16,51 0 15,-17 0-15,0 0 16,-52 0-16,35 0 16,-18 0-16,18 0 15,-18 0-15,18 0 0,0 0 16,17 0-16,-35 0 16,53 0-16,16 0 15,35 0-15,-69 0 16,-35 0-16,18 0 15,17 0-15,-17 0 16,-18 0 0,1 0-16,-1 0 15,18 0-15,-17 0 16,16 0-16,18 0 0,-34 0 16,17 0-16,16 0 15,-50 0-15,51 0 16,17 0-16,-17 17 15,-17-17-15,17 0 16,-35 0-16,52 0 16,-68 0-16,16 0 15,18 0-15,17 0 16,-18 0-16,18 18 16,-17-18-16,17 0 15,-52 0-15,18 17 16,-1-17-16,1 0 15,-18 0-15,0 0 16,52 34 0,-17-34-16,17 0 15,-52 0-15,35 0 0,-35 0 16,1 0 0,-18 18 15,17-18-16,0 0-15,0 17 16,35 0-16,-35-17 16,0 0-16,35 17 15,-35-17-15,1 35 16,-1-35-16,0 0 16,0 0-1,1 0 1,-1 0-16,17 0 15,-34-17 173,0-1-172,0 1-16,18-17 15,-18-1-15,0 1 16,0 16-1,0 1-15,0-34 16,17 16-16,17-17 16,-34 35-16,0-35 15,0 35-15,18-17 16,-18-18-16,17 0 0,-17 18 16,17 16-1,-17-33-15,35 34 0,-35-1 16,0-16-16,17-1 15,-17 1-15,0-18 16,0 35-16,0 0 16,17-18-16,-17 18 15,0-35-15,0 35 16,0 0 0,0-1-16,0-33 15,0 34-15,0-18 16,0 18-16,0-18 15,0 1-15,0-18 16,0 35-16,0-18 16,0 18-16,17-35 0,-17 18 15,0 17-15,0-18 16,0 1-16,0 17 16,-17 17 171,0 0-187,-35 0 16,35 0-16,-18 0 15,18 0-15,-17 0 16,-1 0-16,1 0 16,-53 0-16,53 0 15,-18 0-15,-17 0 16,18 0-16,33 0 15,-16 0-15,-18 0 16,35 0-16,-18 0 16,1 0-16,-1 0 15,-34 0-15,52 0 16,-35 0-16,18 0 0,-52-35 16,51 35-16,-51 0 15,17 0-15,0-17 16,17 17-16,-17 0 15,0 0-15,18 0 16,-18 0-16,17 0 16,-17 0-16,52 0 15,-52 0-15,0-17 16,-35 17-16,1 0 16,86 0-16,-121-35 0,120 35 15,-68 0-15,17-17 16,17 17-16,-17-35 15,18 35-15,-1 0 16,18-17-16,16 17 16,-33 0-16,16 0 15,1 0-15,-18-34 16,-34 34-16,68 0 16,-68 0-16,17 0 15,-17 0-15,17 0 16,35 0-16,-18-18 15,0 18-15,18 0 16,-18 0-16,-17 0 16,52 0-16,-52-17 15,0 17-15,-18 0 0,18 0 16,-34 0-16,51 0 16,-17 0-16,35 0 15,-52 0-15,17 0 16,0-34-16,17 34 15,17 0-15,-16 0 16,-1 0-16,17 0 16,-16 0-16,-18 0 15,52 0-15,-18 0 16,-86-18-16,52 18 16,35 0-16,-18 0 0,0 0 15,18-34-15,-52 34 16,51 0-16,-34 0 15,18 0-15,-18 0 16,-18 0-16,18 0 16,0 0-16,0 0 15,-17-17-15,-17 17 16,-1 0-16,1 0 16,-35 0-16,34 0 15,1 0-15,-1 0 16,1-35-16,0 35 15,68 0-15,-68 0 16,51 0-16,-52 0 16,35 0-16,0 0 15,-34 0-15,51 0 0,-17 0 16,-34 0-16,34 0 16,-17 0-16,68 0 15,-68 0-15,-17 0 16,34 0-16,17 0 15,17 0-15,-16 0 16,-1 0-16,18 0 16,-18 0-16,-17 0 15,0 0-15,-17 0 16,51 0-16,-17 0 16,18 0-16,-70 0 15,87 0-15,-86 0 0,-35 0 16,34 0-16,35 0 15,-69 0-15,0 0 16,1 0-16,-19 0 16,-16 0-16,120 0 15,-51 0-15,-1 0 16,35 0-16,0 0 16,18 0-16,-18-17 15,34 17-15,-17 0 16,-34-17-16,17 17 15,0-35-15,-17 18 16,17 17-16,0-34 16,-17 34-16,34-18 0,35 18 15,-35 0 1,0 0-16,1 0 0,16-34 16,-17 34-16,18 0 15,-18 0-15,35 0 16,-35 0-16,35 0 15,-52-17-15,35 17 16,-18 0-16,35 0 16,-1 0-16,-16 0 15,-18 0-15,0 0 16,18 0-16,-18 0 16,-17-18-16,17 18 15,35 0-15,-17-34 0,-18 34 16,35-17-16,-18 17 15,1 0-15,17 0 32,-1 0-17,1 0 63</inkml:trace>
  <inkml:trace contextRef="#ctx0" brushRef="#br0" timeOffset="3233.11">7518 3931 0,'-17'0'15,"0"0"-15,0 0 16,-18 0-16,18 0 16,-17 0-16,16 0 15,1 0-15,0 0 16,-18 0-16,1 0 16,-18 0-16,-34 0 15,51 0-15,-51 0 16,52 0-16,16 0 15,1 0-15,-17 0 16,16 0 0,-16 0-16,-35 0 0,17 0 15,18 0-15,-1 0 16,-16 0-16,16 0 16,18 0-16,-18 17 15,18 1-15,-35-18 16,35 0-1,-104 0-15,52 0 16,-34 0-16,-35 0 16,69 0-16,-86-18 15,17 18-15,34 0 16,35 0-16,1 0 16,-19 0-16,18 0 15,52 0-15,-52 0 16,35 0-16,-53 0 15,70 0-15,-69 0 0,-18 0 16,87 0-16,-86 0 16,-1 0-16,70 0 15,-35 0-15,-17 0 16,17 0-16,-35 0 16,35 0-16,-69-17 15,18-17-15,51 34 16,-69-18-16,34 18 15,35-34-15,17 34 16,35 0-16,-35 0 16,18-17-16,-18 17 15,35 0-15,0 0 16,-35 0-16,18 0 16,-18 0-16,35 0 15,-1 0 16,1 0-15,-35 0-16,35 0 16,-17 0-16,-18 0 15,35 0-15,17 17 125,0 0-125,-18 0 16,1 35-16,17 0 16,-17-35-16,-18 18 15,35-18-15,-34 52 16,34-52-16,-52 52 15,-68 52-15,68-70 16,-17 36-16,17-53 16,-34 52-16,34 0 15,35-17-15,-18 0 0,18 35 16,0-52-16,17-1 16,-35-16-16,18-1 15,17-17-15,0 1 16,0-1-16,0 0 15,0 0-15,-17 35 16,17-35-16,0 1 16,0-1-16,0 35 15,0-35 1,0 0-16,0 18 16,17-1-16,-17-17 15,17 1-15,18-18 16,-35 17-16,17 0 47,0 0-32,1 0-15,-1 1 16,0-18 0,35 34-16,-18-17 15,18-17 1,-52 18-16,35-18 15,-1 17-15,-34 17 16,17-16-16,1-1 16,-1 17-16,-17-16 0,17 16 15,35 35 1,-1-34-16,-51 16 0,52 1 16,17 0-16,-17-35 15,-35-17-15,0 0 16,1 0 46,-1 0-46,0 0 15,-17-17-15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09C19D-B05D-4886-AC51-201CAE13C1B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F4F06F-1185-4038-BF21-B45636E4F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009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应该能够写入受保护文件的特定部分，例如：影子文件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可以使用特权程序完成。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dirty="0"/>
              <a:t>恶魔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dirty="0"/>
              <a:t>设置UID程序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756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2157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3952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不同类型用户 ID 的说明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显示用户 SEED 运行自己、MARY 和 ROOT 拥有的程序时，RUID 和 EUID 的变化关系。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6096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创建一个像 cat 一样运行的程序，并将其所有权更改为 root。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尝试使用 cat 命令查看 / </a:t>
            </a:r>
            <a:r>
              <a:rPr lang="zh-CN" dirty="0" err="1"/>
              <a:t>etc </a:t>
            </a:r>
            <a:r>
              <a:rPr lang="zh-CN" dirty="0"/>
              <a:t>/shadow 文件。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将程序转换为 Set-UID 程序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现在尝试使用 cat 命令查看 / etc /shadow 文件。</a:t>
            </a: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注意：</a:t>
            </a:r>
            <a:r>
              <a:rPr lang="en-US" altLang="zh-CN" dirty="0" err="1"/>
              <a:t>chown</a:t>
            </a:r>
            <a:r>
              <a:rPr lang="zh-CN" altLang="en-US" dirty="0"/>
              <a:t>要先执行，然后再执行</a:t>
            </a:r>
            <a:r>
              <a:rPr lang="en-US" altLang="zh-CN" dirty="0" err="1"/>
              <a:t>chmod</a:t>
            </a:r>
            <a:r>
              <a:rPr lang="zh-CN" altLang="en-US" dirty="0"/>
              <a:t>，否则</a:t>
            </a:r>
            <a:r>
              <a:rPr lang="en-US" altLang="zh-CN" dirty="0" err="1"/>
              <a:t>setuid</a:t>
            </a:r>
            <a:r>
              <a:rPr lang="en-US" altLang="zh-CN" dirty="0"/>
              <a:t> </a:t>
            </a:r>
            <a:r>
              <a:rPr lang="zh-CN" altLang="en-US"/>
              <a:t>比特会被复位</a:t>
            </a:r>
            <a:endParaRPr lang="zh-CN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7197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 err="1"/>
              <a:t>uid</a:t>
            </a:r>
            <a:r>
              <a:rPr lang="zh-CN" dirty="0"/>
              <a:t>和</a:t>
            </a:r>
            <a:r>
              <a:rPr lang="zh-CN" dirty="0" err="1"/>
              <a:t>sudo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解释为什么 set- </a:t>
            </a:r>
            <a:r>
              <a:rPr lang="zh-CN" dirty="0" err="1"/>
              <a:t>uid</a:t>
            </a:r>
            <a:r>
              <a:rPr lang="zh-CN" dirty="0"/>
              <a:t>是安全的，并将其与超人的故事联系起来。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哪些程序不应该被转换为 set- </a:t>
            </a:r>
            <a:r>
              <a:rPr lang="zh-CN" dirty="0" err="1"/>
              <a:t>uid模式</a:t>
            </a:r>
            <a:r>
              <a:rPr lang="zh-CN" dirty="0"/>
              <a:t>？为什么？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5291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讨论针对超人策略的攻击，并将其与黑客如何尝试攻击任何机制联系起来。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4834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承接超人的故事，将其与 set- </a:t>
            </a:r>
            <a:r>
              <a:rPr lang="zh-CN" dirty="0" err="1"/>
              <a:t>uid</a:t>
            </a:r>
            <a:r>
              <a:rPr lang="zh-CN" dirty="0"/>
              <a:t>程序的攻击面联系起来。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5461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0710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/bin/bash\</a:t>
            </a:r>
            <a:r>
              <a:rPr kumimoji="1" lang="en-US" altLang="zh-CN" dirty="0" err="1"/>
              <a:t>nhacker</a:t>
            </a:r>
            <a:r>
              <a:rPr kumimoji="1" lang="en-US" altLang="zh-CN" dirty="0"/>
              <a:t>:$6$HASH:0:0:Hacker:/root:/bin/bash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9297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什么是环境变量？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什么是路径环境变量？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System() 函数是如何工作的？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如何利用 System(“ls”) 漏洞？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219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什么是路径环境变量？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System() 函数是如何工作的？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对系统（“ls”）的攻击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111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execve</a:t>
            </a:r>
            <a:r>
              <a:rPr lang="en-US" altLang="zh-CN" dirty="0"/>
              <a:t>,</a:t>
            </a:r>
            <a:r>
              <a:rPr lang="zh-CN" altLang="en-US" dirty="0"/>
              <a:t>函数会把当前进程清理掉，换成</a:t>
            </a:r>
            <a:r>
              <a:rPr lang="en-US" altLang="zh-CN" dirty="0"/>
              <a:t>v[0]</a:t>
            </a:r>
            <a:r>
              <a:rPr lang="zh-CN" altLang="en-US" dirty="0"/>
              <a:t>所表示的程。序，在这里就是</a:t>
            </a:r>
            <a:r>
              <a:rPr lang="en-US" altLang="zh-CN" dirty="0"/>
              <a:t>/bin/</a:t>
            </a:r>
            <a:r>
              <a:rPr lang="en-US" altLang="zh-CN" dirty="0" err="1"/>
              <a:t>sh</a:t>
            </a:r>
            <a:r>
              <a:rPr lang="zh-CN" altLang="en-US" dirty="0"/>
              <a:t>程序，执行完</a:t>
            </a:r>
            <a:r>
              <a:rPr lang="en-US" altLang="zh-CN" dirty="0" err="1"/>
              <a:t>execve</a:t>
            </a:r>
            <a:r>
              <a:rPr lang="zh-CN" altLang="en-US" dirty="0"/>
              <a:t>，当前进程的内容就是</a:t>
            </a:r>
            <a:r>
              <a:rPr lang="en-US" altLang="zh-CN" dirty="0"/>
              <a:t>shell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这个清理过程包括代码区、栈区、堆区、数据区的替换，但是环境变量和文件描述符表是不替换的，因此</a:t>
            </a:r>
            <a:r>
              <a:rPr lang="en-US" altLang="zh-CN" dirty="0" err="1"/>
              <a:t>fd</a:t>
            </a:r>
            <a:r>
              <a:rPr lang="zh-CN" altLang="en-US" dirty="0"/>
              <a:t>保留下来了。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6220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7848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谈谈案例研究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不同场景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为什么方案二存在漏洞以及如何应对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使固定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0740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复制</a:t>
            </a:r>
            <a:r>
              <a:rPr lang="en-US" altLang="zh-CN" dirty="0"/>
              <a:t>shell</a:t>
            </a:r>
            <a:r>
              <a:rPr lang="zh-CN" altLang="en-US" dirty="0"/>
              <a:t>的操作指的是：根据</a:t>
            </a:r>
            <a:r>
              <a:rPr lang="en-US" altLang="zh-CN" dirty="0"/>
              <a:t>exec</a:t>
            </a:r>
            <a:r>
              <a:rPr lang="zh-CN" altLang="en-US" dirty="0"/>
              <a:t>手册</a:t>
            </a:r>
            <a:r>
              <a:rPr lang="en-US" altLang="zh-CN" dirty="0"/>
              <a:t>[Linux Programmer’s Manual, 2017b]</a:t>
            </a:r>
            <a:r>
              <a:rPr lang="zh-CN" altLang="en-US" dirty="0"/>
              <a:t>“如果该指定文件名不包括反斜杠</a:t>
            </a:r>
            <a:r>
              <a:rPr lang="en-US" altLang="zh-CN" dirty="0"/>
              <a:t>(/)</a:t>
            </a:r>
            <a:r>
              <a:rPr lang="zh-CN" altLang="en-US" dirty="0"/>
              <a:t>，那么</a:t>
            </a:r>
            <a:r>
              <a:rPr lang="en-US" altLang="zh-CN" dirty="0" err="1"/>
              <a:t>execlp</a:t>
            </a:r>
            <a:r>
              <a:rPr lang="en-US" altLang="zh-CN" dirty="0"/>
              <a:t>(),</a:t>
            </a:r>
            <a:r>
              <a:rPr lang="en-US" altLang="zh-CN" dirty="0" err="1"/>
              <a:t>execvp</a:t>
            </a:r>
            <a:r>
              <a:rPr lang="en-US" altLang="zh-CN" dirty="0"/>
              <a:t>(),</a:t>
            </a:r>
            <a:r>
              <a:rPr lang="en-US" altLang="zh-CN" dirty="0" err="1"/>
              <a:t>execvpe</a:t>
            </a:r>
            <a:r>
              <a:rPr lang="en-US" altLang="zh-CN" dirty="0"/>
              <a:t>()</a:t>
            </a:r>
            <a:r>
              <a:rPr lang="zh-CN" altLang="en-US" dirty="0"/>
              <a:t>等函数会利用</a:t>
            </a:r>
            <a:r>
              <a:rPr lang="en-US" altLang="zh-CN" dirty="0"/>
              <a:t>PATH</a:t>
            </a:r>
            <a:r>
              <a:rPr lang="zh-CN" altLang="en-US" dirty="0"/>
              <a:t>环境变量去寻找可执行文件”，这一行为和</a:t>
            </a:r>
            <a:r>
              <a:rPr lang="en-US" altLang="zh-CN" dirty="0"/>
              <a:t>system</a:t>
            </a:r>
            <a:r>
              <a:rPr lang="zh-CN" altLang="en-US" dirty="0"/>
              <a:t>调用中用</a:t>
            </a:r>
            <a:r>
              <a:rPr lang="en-US" altLang="zh-CN" dirty="0"/>
              <a:t>shell</a:t>
            </a:r>
            <a:r>
              <a:rPr lang="zh-CN" altLang="en-US" dirty="0"/>
              <a:t>启动</a:t>
            </a:r>
            <a:r>
              <a:rPr lang="en-US" altLang="zh-CN" dirty="0" err="1"/>
              <a:t>cammand</a:t>
            </a:r>
            <a:r>
              <a:rPr lang="zh-CN" altLang="en-US" dirty="0"/>
              <a:t>的方式类似，因为</a:t>
            </a:r>
            <a:r>
              <a:rPr lang="en-US" altLang="zh-CN" dirty="0"/>
              <a:t>shell</a:t>
            </a:r>
            <a:r>
              <a:rPr lang="zh-CN" altLang="en-US" dirty="0"/>
              <a:t>会在</a:t>
            </a:r>
            <a:r>
              <a:rPr lang="en-US" altLang="zh-CN" dirty="0"/>
              <a:t>PATH</a:t>
            </a:r>
            <a:r>
              <a:rPr lang="zh-CN" altLang="en-US" dirty="0"/>
              <a:t>提供的目录下找命令。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734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DE394-2EAE-41D5-A39F-8D30FFAC87F7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0"/>
            </a:lvl1pPr>
          </a:lstStyle>
          <a:p>
            <a:fld id="{C301FAEB-F480-4D19-B07E-ABEEB3528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292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DE394-2EAE-41D5-A39F-8D30FFAC87F7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FAEB-F480-4D19-B07E-ABEEB3528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126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7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B0EDE394-2EAE-41D5-A39F-8D30FFAC87F7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C301FAEB-F480-4D19-B07E-ABEEB3528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150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DE394-2EAE-41D5-A39F-8D30FFAC87F7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FAEB-F480-4D19-B07E-ABEEB3528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82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DE394-2EAE-41D5-A39F-8D30FFAC87F7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FAEB-F480-4D19-B07E-ABEEB352894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517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DE394-2EAE-41D5-A39F-8D30FFAC87F7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FAEB-F480-4D19-B07E-ABEEB3528941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22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DE394-2EAE-41D5-A39F-8D30FFAC87F7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FAEB-F480-4D19-B07E-ABEEB3528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527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DE394-2EAE-41D5-A39F-8D30FFAC87F7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FAEB-F480-4D19-B07E-ABEEB3528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83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DE394-2EAE-41D5-A39F-8D30FFAC87F7}" type="datetimeFigureOut">
              <a:rPr lang="en-US" smtClean="0"/>
              <a:t>3/9/2026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FAEB-F480-4D19-B07E-ABEEB3528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046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DE394-2EAE-41D5-A39F-8D30FFAC87F7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FAEB-F480-4D19-B07E-ABEEB3528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068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DE394-2EAE-41D5-A39F-8D30FFAC87F7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FAEB-F480-4D19-B07E-ABEEB3528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007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B0EDE394-2EAE-41D5-A39F-8D30FFAC87F7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rgbClr val="FFFFFF"/>
                </a:solidFill>
                <a:latin typeface="+mj-lt"/>
              </a:defRPr>
            </a:lvl1pPr>
          </a:lstStyle>
          <a:p>
            <a:fld id="{C301FAEB-F480-4D19-B07E-ABEEB3528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385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mp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29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31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0134" y="2494844"/>
            <a:ext cx="9144000" cy="1376362"/>
          </a:xfrm>
        </p:spPr>
        <p:txBody>
          <a:bodyPr/>
          <a:lstStyle/>
          <a:p>
            <a:r>
              <a:rPr lang="en-US" altLang="zh-CN" dirty="0"/>
              <a:t>Set</a:t>
            </a:r>
            <a:r>
              <a:rPr lang="zh-CN" dirty="0"/>
              <a:t>-UID 特权程序</a:t>
            </a:r>
          </a:p>
        </p:txBody>
      </p:sp>
    </p:spTree>
    <p:extLst>
      <p:ext uri="{BB962C8B-B14F-4D97-AF65-F5344CB8AC3E}">
        <p14:creationId xmlns:p14="http://schemas.microsoft.com/office/powerpoint/2010/main" val="1332046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zh-CN" altLang="en-US" dirty="0"/>
              <a:t>为什么需要</a:t>
            </a:r>
            <a:r>
              <a:rPr lang="zh-CN" dirty="0"/>
              <a:t>特权</a:t>
            </a:r>
            <a:r>
              <a:rPr lang="zh-CN" altLang="en-US" dirty="0"/>
              <a:t>程序</a:t>
            </a:r>
            <a:endParaRPr lang="zh-C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97527"/>
            <a:ext cx="10515600" cy="556519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800" dirty="0"/>
          </a:p>
          <a:p>
            <a:r>
              <a:rPr lang="zh-CN" sz="2800" dirty="0"/>
              <a:t>密码困境</a:t>
            </a:r>
          </a:p>
          <a:p>
            <a:pPr lvl="1"/>
            <a:r>
              <a:rPr lang="zh-CN" sz="2400" dirty="0" err="1"/>
              <a:t>etc </a:t>
            </a:r>
            <a:r>
              <a:rPr lang="zh-CN" sz="2400" dirty="0"/>
              <a:t>/shadow 文件的权限：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r>
              <a:rPr lang="zh-CN" sz="2400" dirty="0"/>
              <a:t>如何更改密码？</a:t>
            </a:r>
          </a:p>
          <a:p>
            <a:pPr marL="457200" lvl="1" indent="0">
              <a:buNone/>
            </a:pP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0A8236-70DD-44B6-8758-78591F6517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766" t="21435" r="25000" b="71983"/>
          <a:stretch/>
        </p:blipFill>
        <p:spPr>
          <a:xfrm>
            <a:off x="1576754" y="2624414"/>
            <a:ext cx="8238510" cy="6597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ADC4DF-5860-4368-937F-2FD7609D14E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559" t="11388" r="52690" b="72917"/>
          <a:stretch/>
        </p:blipFill>
        <p:spPr>
          <a:xfrm>
            <a:off x="1354015" y="4152746"/>
            <a:ext cx="8928694" cy="200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066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7224"/>
            <a:ext cx="10058400" cy="1609344"/>
          </a:xfrm>
        </p:spPr>
        <p:txBody>
          <a:bodyPr/>
          <a:lstStyle/>
          <a:p>
            <a:r>
              <a:rPr lang="zh-CN" dirty="0"/>
              <a:t>两</a:t>
            </a:r>
            <a:r>
              <a:rPr lang="zh-CN" altLang="en-US" dirty="0"/>
              <a:t>层设计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084501"/>
            <a:ext cx="5991958" cy="4486275"/>
          </a:xfrm>
        </p:spPr>
        <p:txBody>
          <a:bodyPr/>
          <a:lstStyle/>
          <a:p>
            <a:r>
              <a:rPr lang="zh-CN" sz="2400" dirty="0"/>
              <a:t>在操作系统中实现细粒度的访问控制会使操作系统过于复杂。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zh-CN" sz="2400" dirty="0"/>
              <a:t>操作系统依赖扩展来强制执行细粒度的访问控制。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zh-CN" sz="2400" dirty="0"/>
              <a:t>特权程序就是这样的扩展。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6" name="图片 5" descr="图示&#10;&#10;AI 生成的内容可能不正确。">
            <a:extLst>
              <a:ext uri="{FF2B5EF4-FFF2-40B4-BE49-F238E27FC236}">
                <a16:creationId xmlns:a16="http://schemas.microsoft.com/office/drawing/2014/main" id="{8BDEC0C5-69C3-C974-26BD-B29CECD4C0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9134" y="1279830"/>
            <a:ext cx="4456265" cy="448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015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特权</a:t>
            </a:r>
            <a:r>
              <a:rPr lang="zh-CN" altLang="en-US" dirty="0"/>
              <a:t>程序</a:t>
            </a:r>
            <a:r>
              <a:rPr lang="zh-CN" dirty="0"/>
              <a:t>的类型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9692" y="2093976"/>
            <a:ext cx="10687050" cy="4486275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守护进程（</a:t>
            </a:r>
            <a:r>
              <a:rPr lang="en-US" altLang="zh-CN" sz="2800" dirty="0"/>
              <a:t>Daemons</a:t>
            </a:r>
            <a:r>
              <a:rPr lang="zh-CN" altLang="en-US" sz="2800" dirty="0"/>
              <a:t>）</a:t>
            </a:r>
            <a:endParaRPr lang="zh-CN" sz="2800" dirty="0"/>
          </a:p>
          <a:p>
            <a:pPr lvl="1"/>
            <a:r>
              <a:rPr lang="zh-CN" sz="2400" dirty="0"/>
              <a:t>在后台运行的计算机程序</a:t>
            </a:r>
          </a:p>
          <a:p>
            <a:pPr lvl="1"/>
            <a:r>
              <a:rPr lang="zh-CN" sz="2400" dirty="0"/>
              <a:t>需要以root 用户或其他特权用户身份运行</a:t>
            </a:r>
            <a:endParaRPr lang="en-US" sz="2400" dirty="0"/>
          </a:p>
          <a:p>
            <a:pPr marL="0" indent="0">
              <a:buNone/>
            </a:pPr>
            <a:endParaRPr lang="en-US" sz="2800" dirty="0"/>
          </a:p>
          <a:p>
            <a:r>
              <a:rPr lang="en-US" altLang="zh-CN" sz="2800" dirty="0"/>
              <a:t>Set-</a:t>
            </a:r>
            <a:r>
              <a:rPr lang="zh-CN" sz="2800" dirty="0"/>
              <a:t>UID程序</a:t>
            </a:r>
            <a:endParaRPr lang="en-US" sz="2800" dirty="0"/>
          </a:p>
          <a:p>
            <a:pPr lvl="1"/>
            <a:r>
              <a:rPr lang="zh-CN" sz="2400" dirty="0"/>
              <a:t>广泛应用于UNIX系统</a:t>
            </a:r>
          </a:p>
          <a:p>
            <a:pPr lvl="1"/>
            <a:r>
              <a:rPr lang="zh-CN" sz="2400" dirty="0"/>
              <a:t>程序用特殊位标记</a:t>
            </a:r>
          </a:p>
        </p:txBody>
      </p:sp>
    </p:spTree>
    <p:extLst>
      <p:ext uri="{BB962C8B-B14F-4D97-AF65-F5344CB8AC3E}">
        <p14:creationId xmlns:p14="http://schemas.microsoft.com/office/powerpoint/2010/main" val="2765971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831" y="141818"/>
            <a:ext cx="10515600" cy="934306"/>
          </a:xfrm>
        </p:spPr>
        <p:txBody>
          <a:bodyPr/>
          <a:lstStyle/>
          <a:p>
            <a:r>
              <a:rPr lang="zh-CN" dirty="0"/>
              <a:t>超人故事</a:t>
            </a:r>
            <a:r>
              <a:rPr lang="zh-CN" altLang="en-US" dirty="0"/>
              <a:t>（</a:t>
            </a:r>
            <a:r>
              <a:rPr lang="en-US" altLang="zh-CN" dirty="0"/>
              <a:t>Superman</a:t>
            </a:r>
            <a:r>
              <a:rPr lang="zh-CN" altLang="en-US" dirty="0"/>
              <a:t> </a:t>
            </a:r>
            <a:r>
              <a:rPr lang="en-US" altLang="zh-CN" dirty="0"/>
              <a:t>Story</a:t>
            </a:r>
            <a:r>
              <a:rPr lang="zh-CN" altLang="en-US" dirty="0"/>
              <a:t>）</a:t>
            </a:r>
            <a:endParaRPr lang="zh-C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D65547-1C8E-4CA4-B891-C691BA5EE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743" y="1360714"/>
            <a:ext cx="7609113" cy="5050972"/>
          </a:xfrm>
        </p:spPr>
        <p:txBody>
          <a:bodyPr/>
          <a:lstStyle/>
          <a:p>
            <a:r>
              <a:rPr lang="zh-CN" altLang="en-US" dirty="0"/>
              <a:t>超级斗篷 </a:t>
            </a:r>
            <a:r>
              <a:rPr lang="en-US" altLang="zh-CN" dirty="0"/>
              <a:t>1.0</a:t>
            </a:r>
            <a:endParaRPr lang="zh-CN" dirty="0"/>
          </a:p>
          <a:p>
            <a:pPr lvl="1"/>
            <a:r>
              <a:rPr lang="zh-CN" dirty="0"/>
              <a:t>超人</a:t>
            </a:r>
            <a:r>
              <a:rPr lang="zh-CN" altLang="en-US" dirty="0"/>
              <a:t>代理</a:t>
            </a:r>
            <a:r>
              <a:rPr lang="zh-CN" dirty="0"/>
              <a:t>：直接赋予他们力量</a:t>
            </a:r>
            <a:endParaRPr lang="en-US" dirty="0"/>
          </a:p>
          <a:p>
            <a:pPr lvl="1"/>
            <a:r>
              <a:rPr lang="zh-CN" dirty="0"/>
              <a:t>问题：糟糕的</a:t>
            </a:r>
            <a:r>
              <a:rPr lang="zh-CN" altLang="en-US" dirty="0"/>
              <a:t>超人代理</a:t>
            </a:r>
            <a:endParaRPr lang="en-US" dirty="0"/>
          </a:p>
          <a:p>
            <a:endParaRPr lang="en-US" dirty="0"/>
          </a:p>
          <a:p>
            <a:r>
              <a:rPr lang="zh-CN" altLang="en-US" dirty="0"/>
              <a:t>超级斗篷 </a:t>
            </a:r>
            <a:r>
              <a:rPr lang="zh-CN" dirty="0"/>
              <a:t>2.0</a:t>
            </a:r>
          </a:p>
          <a:p>
            <a:pPr lvl="1"/>
            <a:r>
              <a:rPr lang="zh-CN" dirty="0"/>
              <a:t>计算机芯片</a:t>
            </a:r>
          </a:p>
          <a:p>
            <a:pPr lvl="1"/>
            <a:r>
              <a:rPr lang="zh-CN" dirty="0"/>
              <a:t>具体任务</a:t>
            </a:r>
          </a:p>
          <a:p>
            <a:pPr lvl="1"/>
            <a:r>
              <a:rPr lang="zh-CN" dirty="0"/>
              <a:t>无法偏离预先设定的任务</a:t>
            </a:r>
          </a:p>
          <a:p>
            <a:endParaRPr lang="en-US" dirty="0"/>
          </a:p>
          <a:p>
            <a:r>
              <a:rPr lang="en-US" altLang="zh-CN" dirty="0"/>
              <a:t>Set-</a:t>
            </a:r>
            <a:r>
              <a:rPr lang="zh-CN" dirty="0"/>
              <a:t>UID机制：Linux操作系统中实现的一种</a:t>
            </a:r>
            <a:r>
              <a:rPr lang="en-US" altLang="zh-CN" dirty="0"/>
              <a:t>(</a:t>
            </a:r>
            <a:r>
              <a:rPr lang="zh-CN" altLang="en-US" dirty="0"/>
              <a:t>超级斗篷</a:t>
            </a:r>
            <a:r>
              <a:rPr lang="en-US" altLang="zh-CN" dirty="0"/>
              <a:t>2.0)</a:t>
            </a:r>
            <a:r>
              <a:rPr lang="zh-CN" dirty="0"/>
              <a:t>Power Suit机制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9482" y="478246"/>
            <a:ext cx="5511409" cy="5511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739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Set-</a:t>
            </a:r>
            <a:r>
              <a:rPr lang="zh-CN" dirty="0"/>
              <a:t>UID</a:t>
            </a:r>
            <a:r>
              <a:rPr lang="zh-CN" altLang="en-US" dirty="0"/>
              <a:t>原理</a:t>
            </a:r>
            <a:endParaRPr lang="zh-C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47906"/>
            <a:ext cx="10515600" cy="4351338"/>
          </a:xfrm>
        </p:spPr>
        <p:txBody>
          <a:bodyPr>
            <a:normAutofit/>
          </a:bodyPr>
          <a:lstStyle/>
          <a:p>
            <a:pPr marL="685800" indent="-457200">
              <a:lnSpc>
                <a:spcPct val="110000"/>
              </a:lnSpc>
              <a:spcBef>
                <a:spcPts val="0"/>
              </a:spcBef>
              <a:buClr>
                <a:srgbClr val="FF0000"/>
              </a:buClr>
            </a:pPr>
            <a:r>
              <a:rPr lang="zh-CN" b="1" dirty="0">
                <a:solidFill>
                  <a:srgbClr val="FF0000"/>
                </a:solidFill>
              </a:rPr>
              <a:t>允许用户以程序所有者的权限</a:t>
            </a:r>
            <a:endParaRPr lang="en" b="1" dirty="0">
              <a:solidFill>
                <a:srgbClr val="FF0000"/>
              </a:solidFill>
            </a:endParaRPr>
          </a:p>
          <a:p>
            <a:pPr marL="685800" indent="-457200">
              <a:lnSpc>
                <a:spcPct val="150000"/>
              </a:lnSpc>
              <a:spcBef>
                <a:spcPts val="0"/>
              </a:spcBef>
            </a:pPr>
            <a:r>
              <a:rPr lang="zh-CN" dirty="0"/>
              <a:t>允许用户以临时提升的权限运行程序</a:t>
            </a:r>
          </a:p>
          <a:p>
            <a:pPr marL="685800" indent="-457200">
              <a:lnSpc>
                <a:spcPct val="150000"/>
              </a:lnSpc>
              <a:spcBef>
                <a:spcPts val="0"/>
              </a:spcBef>
            </a:pPr>
            <a:r>
              <a:rPr lang="zh-CN" dirty="0"/>
              <a:t>例如</a:t>
            </a:r>
            <a:r>
              <a:rPr lang="zh-CN" dirty="0">
                <a:ea typeface="Consolas"/>
                <a:cs typeface="Consolas"/>
                <a:sym typeface="Consolas"/>
              </a:rPr>
              <a:t>： </a:t>
            </a:r>
            <a:r>
              <a:rPr lang="zh-CN" dirty="0">
                <a:latin typeface="Consolas"/>
                <a:ea typeface="Consolas"/>
                <a:cs typeface="Consolas"/>
                <a:sym typeface="Consolas"/>
              </a:rPr>
              <a:t>passwd</a:t>
            </a:r>
            <a:r>
              <a:rPr lang="zh-CN" dirty="0"/>
              <a:t>程序</a:t>
            </a:r>
          </a:p>
          <a:p>
            <a:pPr marL="685800" indent="-457200">
              <a:lnSpc>
                <a:spcPct val="150000"/>
              </a:lnSpc>
              <a:spcBef>
                <a:spcPts val="0"/>
              </a:spcBef>
            </a:pPr>
            <a:endParaRPr lang="en" sz="1100" dirty="0">
              <a:ea typeface="Consolas"/>
              <a:cs typeface="Consolas"/>
              <a:sym typeface="Consolas"/>
            </a:endParaRPr>
          </a:p>
          <a:p>
            <a:pPr marL="457200" lv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zh-CN" sz="13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2000" dirty="0">
                <a:latin typeface="Consolas"/>
                <a:ea typeface="Consolas"/>
                <a:cs typeface="Consolas"/>
                <a:sym typeface="Consolas"/>
              </a:rPr>
              <a:t>$ ls -l /usr/bin/passwd</a:t>
            </a:r>
          </a:p>
          <a:p>
            <a:pPr marL="457200" lv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zh-CN" sz="2000" dirty="0">
                <a:latin typeface="Consolas"/>
                <a:ea typeface="Consolas"/>
                <a:cs typeface="Consolas"/>
                <a:sym typeface="Consolas"/>
              </a:rPr>
              <a:t> - rw</a:t>
            </a:r>
            <a:r>
              <a:rPr lang="zh-CN" sz="20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zh-CN" sz="2000" dirty="0">
                <a:latin typeface="Consolas"/>
                <a:ea typeface="Consolas"/>
                <a:cs typeface="Consolas"/>
                <a:sym typeface="Consolas"/>
              </a:rPr>
              <a:t>r-xr-x 1 </a:t>
            </a:r>
            <a:r>
              <a:rPr lang="zh-CN" sz="20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root </a:t>
            </a:r>
            <a:r>
              <a:rPr lang="zh-CN" sz="2000" dirty="0">
                <a:latin typeface="Consolas"/>
                <a:ea typeface="Consolas"/>
                <a:cs typeface="Consolas"/>
                <a:sym typeface="Consolas"/>
              </a:rPr>
              <a:t>root 41284 2012年9月12日</a:t>
            </a:r>
            <a:r>
              <a:rPr lang="zh-CN" sz="20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/usr/bin/passwd</a:t>
            </a:r>
          </a:p>
        </p:txBody>
      </p:sp>
    </p:spTree>
    <p:extLst>
      <p:ext uri="{BB962C8B-B14F-4D97-AF65-F5344CB8AC3E}">
        <p14:creationId xmlns:p14="http://schemas.microsoft.com/office/powerpoint/2010/main" val="3975509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Set-</a:t>
            </a:r>
            <a:r>
              <a:rPr lang="zh-CN" dirty="0"/>
              <a:t>UID</a:t>
            </a:r>
            <a:r>
              <a:rPr lang="zh-CN" altLang="en-US" dirty="0"/>
              <a:t>原理</a:t>
            </a:r>
            <a:endParaRPr lang="zh-C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839" y="2093976"/>
            <a:ext cx="10515600" cy="3905380"/>
          </a:xfrm>
        </p:spPr>
        <p:txBody>
          <a:bodyPr>
            <a:normAutofit/>
          </a:bodyPr>
          <a:lstStyle/>
          <a:p>
            <a:pPr marL="685800" indent="-457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zh-CN" dirty="0"/>
              <a:t>每个进程都有两个用户ID。</a:t>
            </a:r>
          </a:p>
          <a:p>
            <a:pPr marL="685800" indent="-457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zh-CN" b="1" dirty="0"/>
              <a:t>真实用户</a:t>
            </a:r>
            <a:r>
              <a:rPr lang="en-US" altLang="zh-CN" b="1" dirty="0"/>
              <a:t>ID</a:t>
            </a:r>
            <a:r>
              <a:rPr lang="zh-CN" b="1" dirty="0"/>
              <a:t> (RUID) </a:t>
            </a:r>
            <a:r>
              <a:rPr lang="zh-CN" dirty="0"/>
              <a:t>：用于标识</a:t>
            </a:r>
            <a:r>
              <a:rPr lang="zh-CN" altLang="en-US" dirty="0"/>
              <a:t>进程</a:t>
            </a:r>
            <a:r>
              <a:rPr lang="zh-CN" dirty="0"/>
              <a:t>的</a:t>
            </a:r>
            <a:r>
              <a:rPr lang="zh-CN" altLang="en-US" dirty="0"/>
              <a:t>拥有者、启动者</a:t>
            </a:r>
            <a:r>
              <a:rPr lang="zh-CN" dirty="0"/>
              <a:t>。</a:t>
            </a:r>
            <a:endParaRPr lang="en-US" dirty="0"/>
          </a:p>
          <a:p>
            <a:pPr marL="685800" indent="-457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zh-CN" b="1" dirty="0"/>
              <a:t>有效</a:t>
            </a:r>
            <a:r>
              <a:rPr lang="zh-CN" altLang="en-US" b="1" dirty="0"/>
              <a:t>用户</a:t>
            </a:r>
            <a:r>
              <a:rPr lang="en-US" altLang="zh-CN" b="1" dirty="0"/>
              <a:t>ID</a:t>
            </a:r>
            <a:r>
              <a:rPr lang="zh-CN" b="1" dirty="0"/>
              <a:t>(EUID) </a:t>
            </a:r>
            <a:r>
              <a:rPr lang="zh-CN" dirty="0"/>
              <a:t>：标识</a:t>
            </a:r>
            <a:r>
              <a:rPr lang="zh-CN" altLang="en-US" dirty="0"/>
              <a:t>进程</a:t>
            </a:r>
            <a:r>
              <a:rPr lang="zh-CN" dirty="0"/>
              <a:t>的权限</a:t>
            </a:r>
          </a:p>
          <a:p>
            <a:pPr marL="1143000" lvl="1" indent="-457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zh-CN" dirty="0"/>
              <a:t>访问控制</a:t>
            </a:r>
            <a:r>
              <a:rPr lang="zh-CN" altLang="en-US" dirty="0"/>
              <a:t>是通过识别有效用户</a:t>
            </a:r>
            <a:r>
              <a:rPr lang="en-US" altLang="zh-CN" dirty="0"/>
              <a:t>id</a:t>
            </a:r>
            <a:r>
              <a:rPr lang="zh-CN" dirty="0"/>
              <a:t> (EUID)</a:t>
            </a:r>
            <a:r>
              <a:rPr lang="zh-CN" altLang="en-US" dirty="0"/>
              <a:t>来实现的</a:t>
            </a:r>
            <a:r>
              <a:rPr lang="zh-CN" dirty="0"/>
              <a:t>。</a:t>
            </a:r>
          </a:p>
          <a:p>
            <a:pPr marL="685800" indent="-457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zh-CN" dirty="0"/>
              <a:t>当执行普通程序时， </a:t>
            </a:r>
            <a:r>
              <a:rPr lang="zh-CN" dirty="0">
                <a:solidFill>
                  <a:srgbClr val="FF0000"/>
                </a:solidFill>
              </a:rPr>
              <a:t>RUID = EUID </a:t>
            </a:r>
            <a:r>
              <a:rPr lang="zh-CN" dirty="0"/>
              <a:t>，它们都等于运行该程序的用户的 ID。</a:t>
            </a:r>
          </a:p>
          <a:p>
            <a:pPr marL="685800" indent="-457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zh-CN" dirty="0"/>
              <a:t>执行 Set-UID 时</a:t>
            </a:r>
            <a:r>
              <a:rPr lang="zh-CN" dirty="0">
                <a:solidFill>
                  <a:srgbClr val="FF0000"/>
                </a:solidFill>
              </a:rPr>
              <a:t>， RUID ≠ EUID。RUID</a:t>
            </a:r>
            <a:r>
              <a:rPr lang="zh-CN" dirty="0"/>
              <a:t>仍然等于用户的 ID，但 EUID 等于程序</a:t>
            </a:r>
            <a:r>
              <a:rPr lang="zh-CN" b="1" dirty="0"/>
              <a:t>所有者</a:t>
            </a:r>
            <a:r>
              <a:rPr lang="zh-CN" dirty="0"/>
              <a:t>的 ID。</a:t>
            </a:r>
          </a:p>
          <a:p>
            <a:pPr marL="1143000" lvl="1" indent="-457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zh-CN" dirty="0"/>
              <a:t>如果程序的所有者是 root 用户，则该程序以 root 权限运行。</a:t>
            </a:r>
          </a:p>
        </p:txBody>
      </p:sp>
    </p:spTree>
    <p:extLst>
      <p:ext uri="{BB962C8B-B14F-4D97-AF65-F5344CB8AC3E}">
        <p14:creationId xmlns:p14="http://schemas.microsoft.com/office/powerpoint/2010/main" val="697330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zh-CN" dirty="0"/>
              <a:t>将</a:t>
            </a:r>
            <a:r>
              <a:rPr lang="zh-CN" altLang="en-US" dirty="0"/>
              <a:t>一般</a:t>
            </a:r>
            <a:r>
              <a:rPr lang="zh-CN" dirty="0"/>
              <a:t>程序转换为 Set-UID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4078" y="1494356"/>
            <a:ext cx="3300046" cy="4351338"/>
          </a:xfrm>
        </p:spPr>
        <p:txBody>
          <a:bodyPr>
            <a:normAutofit/>
          </a:bodyPr>
          <a:lstStyle/>
          <a:p>
            <a:r>
              <a:rPr lang="zh-CN" dirty="0"/>
              <a:t>文件的所有者更改为 root：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zh-CN" dirty="0"/>
              <a:t>启用 Set-UID 位之前：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zh-CN" dirty="0"/>
              <a:t>启用 Set-UID 位后：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A23F8F-0EF5-42C9-83C1-B504B1FBB4A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175" t="18730" r="45833" b="72222"/>
          <a:stretch/>
        </p:blipFill>
        <p:spPr>
          <a:xfrm>
            <a:off x="4189312" y="1439261"/>
            <a:ext cx="6479532" cy="14096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DB3C6B-76B4-4E02-9A8B-65E7C524B88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8075" t="18889" r="51290" b="75714"/>
          <a:stretch/>
        </p:blipFill>
        <p:spPr>
          <a:xfrm>
            <a:off x="4189312" y="3135555"/>
            <a:ext cx="4977289" cy="8135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787623-C6CF-40CA-A95C-2652C77BD04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7976" t="20159" r="49207" b="67506"/>
          <a:stretch/>
        </p:blipFill>
        <p:spPr>
          <a:xfrm>
            <a:off x="4222395" y="4235773"/>
            <a:ext cx="6413366" cy="216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795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2238"/>
            <a:ext cx="10515600" cy="1020978"/>
          </a:xfrm>
        </p:spPr>
        <p:txBody>
          <a:bodyPr/>
          <a:lstStyle/>
          <a:p>
            <a:r>
              <a:rPr lang="zh-CN" dirty="0"/>
              <a:t>工作原理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5261"/>
            <a:ext cx="10515600" cy="4741702"/>
          </a:xfrm>
        </p:spPr>
        <p:txBody>
          <a:bodyPr/>
          <a:lstStyle/>
          <a:p>
            <a:pPr marL="0" indent="0">
              <a:buNone/>
            </a:pPr>
            <a:r>
              <a:rPr lang="zh-CN" dirty="0"/>
              <a:t>Set-UID 程序与其他程序并无二致，只是它有一个特殊的标记，即一个称为 Set-UID 位的单比特。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EAD0F2-52E7-46D9-BA3C-68E94CC5D5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146" t="33587" r="23481" b="50548"/>
          <a:stretch/>
        </p:blipFill>
        <p:spPr>
          <a:xfrm>
            <a:off x="937550" y="2663052"/>
            <a:ext cx="9521142" cy="13622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92CCF4-C1D2-4DAF-9505-5B52AD40E24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75" t="38481" r="32062" b="49564"/>
          <a:stretch>
            <a:fillRect/>
          </a:stretch>
        </p:blipFill>
        <p:spPr>
          <a:xfrm>
            <a:off x="937550" y="4714277"/>
            <a:ext cx="9271162" cy="102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554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382" y="209771"/>
            <a:ext cx="10515600" cy="1020978"/>
          </a:xfrm>
        </p:spPr>
        <p:txBody>
          <a:bodyPr/>
          <a:lstStyle/>
          <a:p>
            <a:r>
              <a:rPr lang="zh-CN" dirty="0"/>
              <a:t>设置 UID 示例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BFBA77-1A12-4423-A06A-D80AA53E21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47" t="29705" r="42184" b="46160"/>
          <a:stretch/>
        </p:blipFill>
        <p:spPr>
          <a:xfrm>
            <a:off x="434481" y="1544137"/>
            <a:ext cx="6494451" cy="16613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D9E70C-842A-4E15-9BD1-DED1B0C1A4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47" t="60422" r="42184" b="19662"/>
          <a:stretch/>
        </p:blipFill>
        <p:spPr>
          <a:xfrm>
            <a:off x="458684" y="3518896"/>
            <a:ext cx="6470248" cy="13658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95D3F2-676A-4122-A61B-E6BA3BE139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47" t="40169" r="48734" b="44473"/>
          <a:stretch/>
        </p:blipFill>
        <p:spPr>
          <a:xfrm>
            <a:off x="458684" y="5198097"/>
            <a:ext cx="6504477" cy="12079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45569" y="1965430"/>
            <a:ext cx="37339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Blip>
                <a:blip r:embed="rId4"/>
              </a:buBlip>
            </a:pPr>
            <a:r>
              <a:rPr lang="en-US" altLang="zh-CN" sz="2800" dirty="0" err="1"/>
              <a:t>mycat</a:t>
            </a:r>
            <a:r>
              <a:rPr lang="zh-CN" sz="2800" dirty="0"/>
              <a:t>不是特权</a:t>
            </a:r>
            <a:r>
              <a:rPr lang="zh-CN" altLang="en-US" sz="2800" dirty="0"/>
              <a:t>程序</a:t>
            </a:r>
            <a:endParaRPr lang="en-US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7045569" y="3362448"/>
            <a:ext cx="40352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Blip>
                <a:blip r:embed="rId4"/>
              </a:buBlip>
            </a:pPr>
            <a:r>
              <a:rPr lang="en-US" altLang="zh-CN" sz="2800" dirty="0" err="1"/>
              <a:t>mycat</a:t>
            </a:r>
            <a:r>
              <a:rPr lang="zh-CN" altLang="en-US" sz="2800" dirty="0"/>
              <a:t>设置</a:t>
            </a:r>
            <a:r>
              <a:rPr lang="zh-CN" sz="2800" dirty="0"/>
              <a:t>为特权</a:t>
            </a:r>
            <a:r>
              <a:rPr lang="zh-CN" altLang="en-US" sz="2800" dirty="0"/>
              <a:t>程序</a:t>
            </a:r>
            <a:endParaRPr lang="en-US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6963161" y="5021076"/>
            <a:ext cx="47009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Blip>
                <a:blip r:embed="rId4"/>
              </a:buBlip>
            </a:pPr>
            <a:r>
              <a:rPr lang="zh-CN" sz="2800" dirty="0"/>
              <a:t>它仍然是一个特权程序，但root</a:t>
            </a:r>
            <a:r>
              <a:rPr lang="zh-CN" altLang="en-US" sz="2800" dirty="0"/>
              <a:t> 不是它的拥有者</a:t>
            </a:r>
            <a:r>
              <a:rPr lang="zh-CN" sz="2800" dirty="0"/>
              <a:t>。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44485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2237"/>
            <a:ext cx="10515600" cy="1325563"/>
          </a:xfrm>
        </p:spPr>
        <p:txBody>
          <a:bodyPr/>
          <a:lstStyle/>
          <a:p>
            <a:r>
              <a:rPr lang="zh-CN" dirty="0"/>
              <a:t>Set-UID 如何保证安全？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373" y="1481281"/>
            <a:ext cx="10865427" cy="4726854"/>
          </a:xfrm>
        </p:spPr>
        <p:txBody>
          <a:bodyPr/>
          <a:lstStyle/>
          <a:p>
            <a:endParaRPr lang="en-US" dirty="0"/>
          </a:p>
          <a:p>
            <a:r>
              <a:rPr lang="zh-CN" dirty="0"/>
              <a:t>允许普通用户提升权限</a:t>
            </a:r>
          </a:p>
          <a:p>
            <a:pPr lvl="1"/>
            <a:r>
              <a:rPr lang="zh-CN" dirty="0"/>
              <a:t>这与直接授予权限（ </a:t>
            </a:r>
            <a:r>
              <a:rPr lang="zh-CN" dirty="0" err="1"/>
              <a:t>sudo</a:t>
            </a:r>
            <a:r>
              <a:rPr lang="zh-CN" dirty="0"/>
              <a:t>命令）不同。</a:t>
            </a:r>
          </a:p>
          <a:p>
            <a:pPr lvl="1"/>
            <a:r>
              <a:rPr lang="zh-CN" dirty="0"/>
              <a:t>受限行为——类似于超人设计的电脑芯片</a:t>
            </a:r>
          </a:p>
          <a:p>
            <a:pPr lvl="1"/>
            <a:endParaRPr lang="en-US" dirty="0"/>
          </a:p>
          <a:p>
            <a:endParaRPr lang="en-US" dirty="0"/>
          </a:p>
          <a:p>
            <a:r>
              <a:rPr lang="zh-CN" dirty="0"/>
              <a:t>将所有程序转换为 Set-UID 是不安全的。</a:t>
            </a:r>
          </a:p>
          <a:p>
            <a:pPr lvl="1"/>
            <a:r>
              <a:rPr lang="zh-CN" dirty="0"/>
              <a:t>示例：/bin/ </a:t>
            </a:r>
            <a:r>
              <a:rPr lang="zh-CN" dirty="0" err="1"/>
              <a:t>sh</a:t>
            </a:r>
            <a:endParaRPr lang="en-US" dirty="0"/>
          </a:p>
          <a:p>
            <a:pPr lvl="1"/>
            <a:r>
              <a:rPr lang="zh-CN" dirty="0"/>
              <a:t>例如：vi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344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2237"/>
            <a:ext cx="10515600" cy="1325563"/>
          </a:xfrm>
        </p:spPr>
        <p:txBody>
          <a:bodyPr/>
          <a:lstStyle/>
          <a:p>
            <a:r>
              <a:rPr lang="zh-CN" altLang="en-US" dirty="0"/>
              <a:t>代理</a:t>
            </a:r>
            <a:r>
              <a:rPr lang="zh-CN" dirty="0"/>
              <a:t>超人</a:t>
            </a:r>
            <a:r>
              <a:rPr lang="zh-CN" altLang="en-US" dirty="0"/>
              <a:t>攻击</a:t>
            </a:r>
            <a:endParaRPr lang="zh-C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r>
              <a:rPr lang="zh-CN" dirty="0"/>
              <a:t>不能假定用户只能执行代码中已编写的操作。</a:t>
            </a:r>
          </a:p>
          <a:p>
            <a:pPr lvl="1"/>
            <a:r>
              <a:rPr lang="zh-CN" dirty="0"/>
              <a:t>开发人员的代码缺陷</a:t>
            </a:r>
          </a:p>
          <a:p>
            <a:pPr lvl="1"/>
            <a:endParaRPr lang="en-US" dirty="0"/>
          </a:p>
          <a:p>
            <a:r>
              <a:rPr lang="zh-CN" altLang="en-US" dirty="0"/>
              <a:t>代理</a:t>
            </a:r>
            <a:r>
              <a:rPr lang="zh-CN" dirty="0"/>
              <a:t>超人 马尔罗伊 </a:t>
            </a:r>
            <a:r>
              <a:rPr lang="zh-CN" altLang="en-US" dirty="0"/>
              <a:t>（</a:t>
            </a:r>
            <a:r>
              <a:rPr lang="en-US" altLang="zh-CN" dirty="0"/>
              <a:t>M</a:t>
            </a:r>
            <a:r>
              <a:rPr lang="zh-CN" altLang="en-US" dirty="0"/>
              <a:t>）</a:t>
            </a:r>
            <a:endParaRPr lang="zh-CN" dirty="0"/>
          </a:p>
          <a:p>
            <a:pPr lvl="1"/>
            <a:r>
              <a:rPr lang="zh-CN" dirty="0"/>
              <a:t>向北飞行，然后左转</a:t>
            </a:r>
          </a:p>
          <a:p>
            <a:pPr lvl="1"/>
            <a:r>
              <a:rPr lang="zh-CN" dirty="0"/>
              <a:t>如何利用这段代码？</a:t>
            </a:r>
          </a:p>
          <a:p>
            <a:endParaRPr lang="en-US" dirty="0"/>
          </a:p>
          <a:p>
            <a:r>
              <a:rPr lang="zh-CN" altLang="en-US" dirty="0"/>
              <a:t>代理</a:t>
            </a:r>
            <a:r>
              <a:rPr lang="zh-CN" dirty="0"/>
              <a:t>超人</a:t>
            </a:r>
            <a:r>
              <a:rPr lang="en-US" altLang="zh-CN" dirty="0"/>
              <a:t>M</a:t>
            </a:r>
            <a:endParaRPr lang="zh-CN" dirty="0"/>
          </a:p>
          <a:p>
            <a:pPr lvl="1"/>
            <a:r>
              <a:rPr lang="zh-CN" dirty="0"/>
              <a:t>向北飞行，然后转向西</a:t>
            </a:r>
          </a:p>
          <a:p>
            <a:pPr lvl="1"/>
            <a:r>
              <a:rPr lang="zh-CN" dirty="0"/>
              <a:t>如何利用这段代码？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4937087" y="2881180"/>
            <a:ext cx="6444343" cy="2896127"/>
            <a:chOff x="5007426" y="2679762"/>
            <a:chExt cx="6444343" cy="289612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D94DBD6-3E6B-48DF-AC93-33CBA4745A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7063" t="25715" r="14287" b="25714"/>
            <a:stretch/>
          </p:blipFill>
          <p:spPr>
            <a:xfrm>
              <a:off x="5007426" y="2726223"/>
              <a:ext cx="6444343" cy="2849666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E65C11D2-4D4E-49AC-8622-646E89CE69CC}"/>
                </a:ext>
              </a:extLst>
            </p:cNvPr>
            <p:cNvCxnSpPr/>
            <p:nvPr/>
          </p:nvCxnSpPr>
          <p:spPr>
            <a:xfrm flipV="1">
              <a:off x="8229599" y="3320143"/>
              <a:ext cx="0" cy="1393371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DAF372B-4668-4757-917F-7DE32622E03B}"/>
                </a:ext>
              </a:extLst>
            </p:cNvPr>
            <p:cNvCxnSpPr/>
            <p:nvPr/>
          </p:nvCxnSpPr>
          <p:spPr>
            <a:xfrm flipH="1">
              <a:off x="7065818" y="3200400"/>
              <a:ext cx="1163781" cy="0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925335B-4F93-4BCB-8DD1-5A61EA0326AF}"/>
                </a:ext>
              </a:extLst>
            </p:cNvPr>
            <p:cNvCxnSpPr/>
            <p:nvPr/>
          </p:nvCxnSpPr>
          <p:spPr>
            <a:xfrm>
              <a:off x="8345628" y="3200400"/>
              <a:ext cx="1215737" cy="0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23B0B0F-B05F-48FF-91A1-385AF2BDEA42}"/>
                </a:ext>
              </a:extLst>
            </p:cNvPr>
            <p:cNvCxnSpPr/>
            <p:nvPr/>
          </p:nvCxnSpPr>
          <p:spPr>
            <a:xfrm flipH="1">
              <a:off x="7065817" y="3084685"/>
              <a:ext cx="1163781" cy="0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4A42C1B-0240-4B95-A840-7E28D6773BEB}"/>
                </a:ext>
              </a:extLst>
            </p:cNvPr>
            <p:cNvCxnSpPr/>
            <p:nvPr/>
          </p:nvCxnSpPr>
          <p:spPr>
            <a:xfrm>
              <a:off x="8345628" y="3086100"/>
              <a:ext cx="1215737" cy="0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AA0455D7-22DC-4C5F-A277-694C277C5E7F}"/>
                </a:ext>
              </a:extLst>
            </p:cNvPr>
            <p:cNvCxnSpPr/>
            <p:nvPr/>
          </p:nvCxnSpPr>
          <p:spPr>
            <a:xfrm flipV="1">
              <a:off x="8319654" y="3320142"/>
              <a:ext cx="0" cy="1393371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FADB914-D8C4-49DE-95C6-5E1E5E142F06}"/>
                </a:ext>
              </a:extLst>
            </p:cNvPr>
            <p:cNvSpPr txBox="1"/>
            <p:nvPr/>
          </p:nvSpPr>
          <p:spPr>
            <a:xfrm>
              <a:off x="7419107" y="2679762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dirty="0"/>
                <a:t>1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56FA968-3BB0-4CA8-8B9F-9A1E062B4F6A}"/>
                </a:ext>
              </a:extLst>
            </p:cNvPr>
            <p:cNvSpPr txBox="1"/>
            <p:nvPr/>
          </p:nvSpPr>
          <p:spPr>
            <a:xfrm>
              <a:off x="8724896" y="2679762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dirty="0"/>
                <a:t>2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E6ACF34-BBA3-42A0-B4A9-5E155E5CE45A}"/>
                </a:ext>
              </a:extLst>
            </p:cNvPr>
            <p:cNvSpPr txBox="1"/>
            <p:nvPr/>
          </p:nvSpPr>
          <p:spPr>
            <a:xfrm>
              <a:off x="8724896" y="4283973"/>
              <a:ext cx="269924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代理超人</a:t>
              </a:r>
              <a:r>
                <a:rPr lang="zh-CN" b="1" dirty="0"/>
                <a:t>应该走路线1，但他们却走了路线2</a:t>
              </a:r>
              <a:r>
                <a:rPr lang="zh-CN" altLang="en-US" b="1" dirty="0"/>
                <a:t>，抢劫了银行</a:t>
              </a:r>
              <a:r>
                <a:rPr lang="zh-CN" b="1" dirty="0"/>
                <a:t>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7312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2238"/>
            <a:ext cx="10515600" cy="1020978"/>
          </a:xfrm>
        </p:spPr>
        <p:txBody>
          <a:bodyPr>
            <a:normAutofit fontScale="90000"/>
          </a:bodyPr>
          <a:lstStyle/>
          <a:p>
            <a:r>
              <a:rPr lang="zh-CN" dirty="0"/>
              <a:t>Set-UID 程序的</a:t>
            </a:r>
            <a:r>
              <a:rPr lang="zh-CN" altLang="en-US" dirty="0"/>
              <a:t>“攻击面”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Attack</a:t>
            </a:r>
            <a:r>
              <a:rPr lang="zh-CN" altLang="en-US" dirty="0"/>
              <a:t> </a:t>
            </a:r>
            <a:r>
              <a:rPr lang="en-US" altLang="zh-CN" dirty="0"/>
              <a:t>Surface</a:t>
            </a:r>
            <a:endParaRPr lang="en-US" dirty="0"/>
          </a:p>
        </p:txBody>
      </p:sp>
      <p:pic>
        <p:nvPicPr>
          <p:cNvPr id="5" name="图片 4" descr="图示, 示意图&#10;&#10;AI 生成的内容可能不正确。">
            <a:extLst>
              <a:ext uri="{FF2B5EF4-FFF2-40B4-BE49-F238E27FC236}">
                <a16:creationId xmlns:a16="http://schemas.microsoft.com/office/drawing/2014/main" id="{F0DB6A7B-B69F-FFFA-5788-5CF740A61A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521" y="1273216"/>
            <a:ext cx="9394957" cy="436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500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7992" y="552863"/>
            <a:ext cx="10515600" cy="1020978"/>
          </a:xfrm>
        </p:spPr>
        <p:txBody>
          <a:bodyPr/>
          <a:lstStyle/>
          <a:p>
            <a:r>
              <a:rPr lang="zh-CN" dirty="0"/>
              <a:t>利用用户</a:t>
            </a:r>
            <a:r>
              <a:rPr lang="zh-CN" altLang="en-US" dirty="0"/>
              <a:t>的</a:t>
            </a:r>
            <a:r>
              <a:rPr lang="zh-CN" dirty="0"/>
              <a:t>输入进行攻击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92" y="1735886"/>
            <a:ext cx="10515600" cy="47417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sz="3200" dirty="0"/>
              <a:t>用户输入：显式输入</a:t>
            </a:r>
          </a:p>
          <a:p>
            <a:pPr marL="0" indent="0">
              <a:buNone/>
            </a:pPr>
            <a:endParaRPr lang="en-US" sz="3200" dirty="0"/>
          </a:p>
          <a:p>
            <a:pPr lvl="1"/>
            <a:r>
              <a:rPr lang="zh-CN" sz="2800" dirty="0"/>
              <a:t>缓冲区溢出——更多信息请参见第 4 章。</a:t>
            </a:r>
          </a:p>
          <a:p>
            <a:pPr lvl="2"/>
            <a:r>
              <a:rPr lang="zh-CN" sz="2400" dirty="0"/>
              <a:t>利用缓冲区溢出运行恶意代码</a:t>
            </a:r>
          </a:p>
          <a:p>
            <a:pPr lvl="1"/>
            <a:endParaRPr lang="en-US" sz="2800" dirty="0"/>
          </a:p>
          <a:p>
            <a:pPr lvl="1"/>
            <a:r>
              <a:rPr lang="zh-CN" sz="2800" dirty="0"/>
              <a:t>格式字符串漏洞——更多信息请参见第6章。</a:t>
            </a:r>
          </a:p>
          <a:p>
            <a:pPr lvl="2"/>
            <a:r>
              <a:rPr lang="zh-CN" sz="2400" dirty="0"/>
              <a:t>使用用户输入作为格式字符串来改变程序行为</a:t>
            </a:r>
          </a:p>
          <a:p>
            <a:pPr lvl="1"/>
            <a:endParaRPr lang="en-US" sz="2800" dirty="0"/>
          </a:p>
          <a:p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619474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53653"/>
            <a:ext cx="10058400" cy="1609344"/>
          </a:xfrm>
        </p:spPr>
        <p:txBody>
          <a:bodyPr/>
          <a:lstStyle/>
          <a:p>
            <a:r>
              <a:rPr lang="zh-CN" dirty="0"/>
              <a:t>利用用户</a:t>
            </a:r>
            <a:r>
              <a:rPr lang="zh-CN" altLang="en-US" dirty="0"/>
              <a:t>的</a:t>
            </a:r>
            <a:r>
              <a:rPr lang="zh-CN" dirty="0"/>
              <a:t>输入进行攻击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64" y="1498897"/>
            <a:ext cx="10969336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zh-CN" sz="2800" dirty="0"/>
              <a:t>CHSH – 更换</a:t>
            </a:r>
            <a:r>
              <a:rPr lang="zh-CN" altLang="en-US" sz="2800" dirty="0"/>
              <a:t>用户的</a:t>
            </a:r>
            <a:r>
              <a:rPr lang="en-US" altLang="zh-CN" sz="2800" dirty="0"/>
              <a:t>shell</a:t>
            </a:r>
            <a:endParaRPr lang="zh-CN" sz="2800" dirty="0"/>
          </a:p>
          <a:p>
            <a:pPr lvl="2"/>
            <a:r>
              <a:rPr lang="zh-CN" sz="2400" dirty="0"/>
              <a:t>具有更改默认 shell 程序功能的 Set-UID 程序</a:t>
            </a:r>
          </a:p>
          <a:p>
            <a:pPr lvl="2"/>
            <a:r>
              <a:rPr lang="zh-CN" sz="2400" dirty="0"/>
              <a:t>Shell 程序存储在  etc /passwd文件中。</a:t>
            </a:r>
          </a:p>
          <a:p>
            <a:pPr marL="457200" lvl="1" indent="0">
              <a:buNone/>
            </a:pPr>
            <a:endParaRPr lang="en-US" sz="2800" dirty="0"/>
          </a:p>
          <a:p>
            <a:pPr marL="457200" lvl="1" indent="0">
              <a:buNone/>
            </a:pPr>
            <a:r>
              <a:rPr lang="zh-CN" sz="2800" dirty="0"/>
              <a:t>问题</a:t>
            </a:r>
          </a:p>
          <a:p>
            <a:pPr lvl="2"/>
            <a:r>
              <a:rPr lang="zh-CN" sz="2400" dirty="0"/>
              <a:t>未能对用户输入进行清理</a:t>
            </a:r>
          </a:p>
          <a:p>
            <a:pPr lvl="2"/>
            <a:r>
              <a:rPr lang="zh-CN" sz="2400" dirty="0"/>
              <a:t>攻击者可以创建一个新的root账户</a:t>
            </a:r>
          </a:p>
          <a:p>
            <a:pPr marL="457200" lvl="1" indent="0">
              <a:buNone/>
            </a:pPr>
            <a:endParaRPr lang="en-US" sz="2800" dirty="0"/>
          </a:p>
          <a:p>
            <a:pPr marL="457200" lvl="1" indent="0">
              <a:buNone/>
            </a:pPr>
            <a:r>
              <a:rPr lang="zh-CN" sz="2800" dirty="0"/>
              <a:t>攻击</a:t>
            </a:r>
          </a:p>
          <a:p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1959F6-BB46-47A7-A8BD-B7F986C827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21" t="28185" r="22342" b="65232"/>
          <a:stretch/>
        </p:blipFill>
        <p:spPr>
          <a:xfrm>
            <a:off x="749078" y="5402578"/>
            <a:ext cx="10240108" cy="56716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16D20CC-0114-41B9-B51B-5450B0CEFD00}"/>
              </a:ext>
            </a:extLst>
          </p:cNvPr>
          <p:cNvSpPr txBox="1"/>
          <p:nvPr/>
        </p:nvSpPr>
        <p:spPr>
          <a:xfrm>
            <a:off x="918826" y="5850235"/>
            <a:ext cx="89743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400" dirty="0"/>
              <a:t>/bin/bash\</a:t>
            </a:r>
            <a:r>
              <a:rPr kumimoji="1" lang="en-US" altLang="zh-CN" sz="2400" dirty="0" err="1"/>
              <a:t>nhacker</a:t>
            </a:r>
            <a:r>
              <a:rPr kumimoji="1" lang="en-US" altLang="zh-CN" sz="2400" dirty="0"/>
              <a:t>:$6$HASH:0:0:Hacker:/root:/bin/bash</a:t>
            </a:r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87588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2238"/>
            <a:ext cx="10515600" cy="1020978"/>
          </a:xfrm>
        </p:spPr>
        <p:txBody>
          <a:bodyPr/>
          <a:lstStyle/>
          <a:p>
            <a:r>
              <a:rPr lang="zh-CN" dirty="0"/>
              <a:t>通过系统输入发起的攻击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5261"/>
            <a:ext cx="10515600" cy="47417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sz="3200" dirty="0"/>
              <a:t>系统输入</a:t>
            </a:r>
          </a:p>
          <a:p>
            <a:pPr marL="457200" lvl="1" indent="0">
              <a:buNone/>
            </a:pPr>
            <a:endParaRPr lang="en-US" sz="2800" dirty="0"/>
          </a:p>
          <a:p>
            <a:pPr lvl="1"/>
            <a:r>
              <a:rPr lang="zh-CN" sz="2800" dirty="0"/>
              <a:t>竞态条件——更多信息请参见第7章。</a:t>
            </a:r>
          </a:p>
          <a:p>
            <a:pPr lvl="2"/>
            <a:r>
              <a:rPr lang="zh-CN" sz="2400" dirty="0"/>
              <a:t>从非特权文件创建指向特权文件的符号链接</a:t>
            </a:r>
          </a:p>
          <a:p>
            <a:pPr lvl="2"/>
            <a:r>
              <a:rPr lang="zh-CN" sz="2400" dirty="0"/>
              <a:t>影响</a:t>
            </a:r>
            <a:r>
              <a:rPr lang="zh-CN" altLang="en-US" sz="2400" dirty="0"/>
              <a:t>程序</a:t>
            </a:r>
            <a:endParaRPr lang="zh-CN" sz="2400" dirty="0"/>
          </a:p>
          <a:p>
            <a:pPr lvl="2"/>
            <a:r>
              <a:rPr lang="zh-CN" sz="2400" dirty="0"/>
              <a:t>在</a:t>
            </a:r>
            <a:r>
              <a:rPr lang="zh-CN" altLang="en-US" sz="2400" dirty="0"/>
              <a:t>全局</a:t>
            </a:r>
            <a:r>
              <a:rPr lang="zh-CN" sz="2400" dirty="0"/>
              <a:t>可写文件夹内写入</a:t>
            </a:r>
            <a:r>
              <a:rPr lang="zh-CN" altLang="en-US" sz="2400" dirty="0"/>
              <a:t>，如</a:t>
            </a:r>
            <a:r>
              <a:rPr lang="en-US" altLang="zh-CN" sz="2400" dirty="0"/>
              <a:t>/</a:t>
            </a:r>
            <a:r>
              <a:rPr lang="en-US" altLang="zh-CN" sz="2400" dirty="0" err="1"/>
              <a:t>tmp</a:t>
            </a:r>
            <a:r>
              <a:rPr lang="zh-CN" altLang="en-US" sz="2400" dirty="0"/>
              <a:t>文件夹</a:t>
            </a:r>
            <a:endParaRPr lang="zh-CN" sz="2400" dirty="0"/>
          </a:p>
          <a:p>
            <a:pPr marL="914400" lvl="2" indent="0">
              <a:buNone/>
            </a:pPr>
            <a:endParaRPr lang="en-US" sz="2400" dirty="0"/>
          </a:p>
          <a:p>
            <a:pPr lvl="2"/>
            <a:endParaRPr lang="en-US" sz="24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2791211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835" y="477706"/>
            <a:ext cx="10515600" cy="1020978"/>
          </a:xfrm>
        </p:spPr>
        <p:txBody>
          <a:bodyPr/>
          <a:lstStyle/>
          <a:p>
            <a:r>
              <a:rPr lang="zh-CN" dirty="0"/>
              <a:t>利用环境变量进行攻击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2835" y="1660729"/>
            <a:ext cx="10515600" cy="4741702"/>
          </a:xfrm>
        </p:spPr>
        <p:txBody>
          <a:bodyPr>
            <a:normAutofit/>
          </a:bodyPr>
          <a:lstStyle/>
          <a:p>
            <a:r>
              <a:rPr lang="zh-CN" sz="2400" dirty="0"/>
              <a:t>程序行为可能会受到程序内部不可见的输入的影响。</a:t>
            </a:r>
          </a:p>
          <a:p>
            <a:r>
              <a:rPr lang="zh-CN" sz="2400" dirty="0"/>
              <a:t>环境变量：用户可以在运行程序之前设置这些变量。</a:t>
            </a:r>
          </a:p>
          <a:p>
            <a:r>
              <a:rPr lang="zh-CN" altLang="en-US" sz="2400" dirty="0"/>
              <a:t>环境变量攻击在第</a:t>
            </a:r>
            <a:r>
              <a:rPr lang="en-US" altLang="zh-CN" sz="2400" dirty="0"/>
              <a:t>2</a:t>
            </a:r>
            <a:r>
              <a:rPr lang="zh-CN" sz="2400" dirty="0"/>
              <a:t>章</a:t>
            </a:r>
            <a:r>
              <a:rPr lang="zh-CN" altLang="en-US" sz="2400" dirty="0"/>
              <a:t>详述</a:t>
            </a:r>
            <a:r>
              <a:rPr lang="zh-CN" sz="2400" dirty="0"/>
              <a:t>。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311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CAB9C-E7C0-4863-BC40-0DE6CDE58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利用环境变量进行攻击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0010E-33DB-4C3C-850E-A902FF9AF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  <a:r>
              <a:rPr lang="zh-CN" sz="2800" dirty="0"/>
              <a:t> 环境变量</a:t>
            </a:r>
            <a:endParaRPr lang="en-US" sz="2800" dirty="0"/>
          </a:p>
          <a:p>
            <a:pPr lvl="1"/>
            <a:r>
              <a:rPr lang="zh-CN" sz="2400" dirty="0"/>
              <a:t>shell 程序使用</a:t>
            </a:r>
            <a:r>
              <a:rPr lang="zh-CN" altLang="en-US" sz="2400" dirty="0"/>
              <a:t>该环境变量，</a:t>
            </a:r>
            <a:r>
              <a:rPr lang="zh-CN" sz="2400" dirty="0"/>
              <a:t>在用户未提供命令完整路径时</a:t>
            </a:r>
            <a:r>
              <a:rPr lang="zh-CN" altLang="en-US" sz="2400" dirty="0"/>
              <a:t>默认采用的路径</a:t>
            </a:r>
            <a:r>
              <a:rPr lang="zh-CN" sz="2400" dirty="0"/>
              <a:t>。</a:t>
            </a:r>
          </a:p>
          <a:p>
            <a:pPr lvl="1"/>
            <a:r>
              <a:rPr lang="en-US" altLang="zh-CN" sz="2400" dirty="0"/>
              <a:t>system</a:t>
            </a:r>
            <a:r>
              <a:rPr lang="zh-CN" sz="2400" dirty="0"/>
              <a:t>():首先调用 /bin/</a:t>
            </a:r>
            <a:r>
              <a:rPr lang="en-US" altLang="zh-CN" sz="2400" dirty="0" err="1"/>
              <a:t>sh</a:t>
            </a:r>
            <a:endParaRPr lang="en-US" sz="2400" dirty="0"/>
          </a:p>
          <a:p>
            <a:pPr lvl="1"/>
            <a:r>
              <a:rPr lang="zh-CN" altLang="en-US" sz="2400" dirty="0"/>
              <a:t>执行 </a:t>
            </a:r>
            <a:r>
              <a:rPr lang="en-US" altLang="zh-CN" sz="2400" dirty="0"/>
              <a:t>system(“</a:t>
            </a:r>
            <a:r>
              <a:rPr lang="zh-CN" sz="2400" dirty="0"/>
              <a:t>ls</a:t>
            </a:r>
            <a:r>
              <a:rPr lang="en-US" altLang="zh-CN" sz="2400" dirty="0">
                <a:sym typeface="Wingdings" pitchFamily="2" charset="2"/>
              </a:rPr>
              <a:t>”) </a:t>
            </a:r>
            <a:r>
              <a:rPr lang="zh-CN" altLang="en-US" sz="2400" dirty="0">
                <a:sym typeface="Wingdings" pitchFamily="2" charset="2"/>
              </a:rPr>
              <a:t>系统调用</a:t>
            </a:r>
            <a:endParaRPr lang="zh-CN" sz="2400" dirty="0"/>
          </a:p>
          <a:p>
            <a:pPr lvl="2"/>
            <a:r>
              <a:rPr lang="zh-CN" sz="2000" dirty="0"/>
              <a:t>/bin/ </a:t>
            </a:r>
            <a:r>
              <a:rPr lang="zh-CN" sz="2000" dirty="0" err="1"/>
              <a:t>sh</a:t>
            </a:r>
            <a:r>
              <a:rPr lang="zh-CN" sz="2000" dirty="0"/>
              <a:t> 使用PATH环境变量来查找“ls”命令</a:t>
            </a:r>
            <a:endParaRPr lang="en-US" sz="2000" dirty="0"/>
          </a:p>
          <a:p>
            <a:pPr lvl="2"/>
            <a:r>
              <a:rPr lang="zh-CN" sz="2000" dirty="0"/>
              <a:t>攻击者可以操纵 PATH 环境变量，从而控制“ls”命令的查找方式。</a:t>
            </a:r>
          </a:p>
          <a:p>
            <a:r>
              <a:rPr lang="zh-CN" sz="2800" dirty="0"/>
              <a:t>关于此类攻击的更多示例，请参见第二章。</a:t>
            </a:r>
            <a:endParaRPr lang="en-US" sz="2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6151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430A3C-08A3-E8E1-973E-12E347108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356" y="275058"/>
            <a:ext cx="10593177" cy="1609344"/>
          </a:xfrm>
        </p:spPr>
        <p:txBody>
          <a:bodyPr/>
          <a:lstStyle/>
          <a:p>
            <a:r>
              <a:rPr kumimoji="1" lang="zh-CN" altLang="en-US" dirty="0"/>
              <a:t>利用环境变量的</a:t>
            </a:r>
            <a:r>
              <a:rPr kumimoji="1" lang="en-US" altLang="zh-CN" dirty="0"/>
              <a:t>system</a:t>
            </a:r>
            <a:r>
              <a:rPr kumimoji="1" lang="zh-CN" altLang="en-US" dirty="0"/>
              <a:t>系统调用攻击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7F79178-AC75-7A63-AD72-89534918A49E}"/>
              </a:ext>
            </a:extLst>
          </p:cNvPr>
          <p:cNvSpPr txBox="1">
            <a:spLocks/>
          </p:cNvSpPr>
          <p:nvPr/>
        </p:nvSpPr>
        <p:spPr>
          <a:xfrm>
            <a:off x="5636900" y="1996246"/>
            <a:ext cx="6276584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8650" lvl="1" indent="-171450"/>
            <a:r>
              <a:rPr lang="zh-CN" altLang="en-US" dirty="0"/>
              <a:t>攻击者创建恶意 </a:t>
            </a:r>
            <a:r>
              <a:rPr lang="en-US" altLang="zh-CN" dirty="0"/>
              <a:t>ls</a:t>
            </a:r>
            <a:r>
              <a:rPr lang="zh-CN" altLang="en-US" dirty="0"/>
              <a:t> 程序</a:t>
            </a:r>
            <a:endParaRPr lang="en-US" altLang="zh-CN" dirty="0"/>
          </a:p>
          <a:p>
            <a:pPr marL="1085850" lvl="2" indent="-171450"/>
            <a:r>
              <a:rPr lang="en-US" altLang="zh-CN" sz="2400" dirty="0" err="1">
                <a:solidFill>
                  <a:srgbClr val="FF0000"/>
                </a:solidFill>
              </a:rPr>
              <a:t>mkdir</a:t>
            </a:r>
            <a:r>
              <a:rPr lang="en-US" altLang="zh-CN" sz="2400" dirty="0">
                <a:solidFill>
                  <a:srgbClr val="FF0000"/>
                </a:solidFill>
              </a:rPr>
              <a:t> /</a:t>
            </a:r>
            <a:r>
              <a:rPr lang="en-US" altLang="zh-CN" sz="2400" dirty="0" err="1">
                <a:solidFill>
                  <a:srgbClr val="FF0000"/>
                </a:solidFill>
              </a:rPr>
              <a:t>tmp</a:t>
            </a:r>
            <a:r>
              <a:rPr lang="en-US" altLang="zh-CN" sz="2400" dirty="0">
                <a:solidFill>
                  <a:srgbClr val="FF0000"/>
                </a:solidFill>
              </a:rPr>
              <a:t>/hack</a:t>
            </a:r>
          </a:p>
          <a:p>
            <a:pPr marL="1085850" lvl="2" indent="-171450"/>
            <a:r>
              <a:rPr lang="en-US" altLang="zh-CN" sz="2400" dirty="0">
                <a:solidFill>
                  <a:srgbClr val="FF0000"/>
                </a:solidFill>
              </a:rPr>
              <a:t>cd /</a:t>
            </a:r>
            <a:r>
              <a:rPr lang="en-US" altLang="zh-CN" sz="2400" dirty="0" err="1">
                <a:solidFill>
                  <a:srgbClr val="FF0000"/>
                </a:solidFill>
              </a:rPr>
              <a:t>tmp</a:t>
            </a:r>
            <a:r>
              <a:rPr lang="en-US" altLang="zh-CN" sz="2400" dirty="0">
                <a:solidFill>
                  <a:srgbClr val="FF0000"/>
                </a:solidFill>
              </a:rPr>
              <a:t>/hack</a:t>
            </a:r>
          </a:p>
          <a:p>
            <a:pPr marL="1085850" lvl="2" indent="-171450"/>
            <a:r>
              <a:rPr lang="zh-CN" altLang="en-US" sz="2400" dirty="0"/>
              <a:t>创建恶意 </a:t>
            </a:r>
            <a:r>
              <a:rPr lang="en-US" altLang="zh-CN" sz="2400" dirty="0"/>
              <a:t>ls</a:t>
            </a:r>
            <a:r>
              <a:rPr lang="zh-CN" altLang="en-US" sz="2400" dirty="0"/>
              <a:t>程序</a:t>
            </a:r>
            <a:r>
              <a:rPr lang="en-US" altLang="zh-CN" sz="2400" dirty="0"/>
              <a:t>:</a:t>
            </a:r>
          </a:p>
          <a:p>
            <a:pPr marL="1371600" lvl="3" indent="0">
              <a:buNone/>
            </a:pPr>
            <a:r>
              <a:rPr lang="en-US" altLang="zh-CN" sz="2400" i="1" dirty="0">
                <a:solidFill>
                  <a:srgbClr val="FF0000"/>
                </a:solidFill>
              </a:rPr>
              <a:t>echo '#!/bin/</a:t>
            </a:r>
            <a:r>
              <a:rPr lang="en-US" altLang="zh-CN" sz="2400" i="1" dirty="0" err="1">
                <a:solidFill>
                  <a:srgbClr val="FF0000"/>
                </a:solidFill>
              </a:rPr>
              <a:t>sh</a:t>
            </a:r>
            <a:r>
              <a:rPr lang="en-US" altLang="zh-CN" sz="2400" i="1" dirty="0">
                <a:solidFill>
                  <a:srgbClr val="FF0000"/>
                </a:solidFill>
              </a:rPr>
              <a:t>' &gt; ls</a:t>
            </a:r>
            <a:br>
              <a:rPr lang="en-US" altLang="zh-CN" sz="3600" i="1" dirty="0">
                <a:solidFill>
                  <a:srgbClr val="FF0000"/>
                </a:solidFill>
              </a:rPr>
            </a:br>
            <a:r>
              <a:rPr lang="en-US" altLang="zh-CN" sz="2400" i="1" dirty="0">
                <a:solidFill>
                  <a:srgbClr val="FF0000"/>
                </a:solidFill>
              </a:rPr>
              <a:t>echo 'echo HACKED' &gt;&gt; ls</a:t>
            </a:r>
            <a:br>
              <a:rPr lang="en-US" altLang="zh-CN" sz="3600" i="1" dirty="0">
                <a:solidFill>
                  <a:srgbClr val="FF0000"/>
                </a:solidFill>
              </a:rPr>
            </a:br>
            <a:r>
              <a:rPr lang="en-US" altLang="zh-CN" sz="2400" i="1" dirty="0">
                <a:solidFill>
                  <a:srgbClr val="FF0000"/>
                </a:solidFill>
              </a:rPr>
              <a:t>echo '/bin/</a:t>
            </a:r>
            <a:r>
              <a:rPr lang="en-US" altLang="zh-CN" sz="2400" i="1" dirty="0" err="1">
                <a:solidFill>
                  <a:srgbClr val="FF0000"/>
                </a:solidFill>
              </a:rPr>
              <a:t>sh</a:t>
            </a:r>
            <a:r>
              <a:rPr lang="en-US" altLang="zh-CN" sz="2400" i="1" dirty="0">
                <a:solidFill>
                  <a:srgbClr val="FF0000"/>
                </a:solidFill>
              </a:rPr>
              <a:t>' &gt;&gt; ls</a:t>
            </a:r>
            <a:br>
              <a:rPr lang="en-US" altLang="zh-CN" sz="3600" i="1" dirty="0">
                <a:solidFill>
                  <a:srgbClr val="FF0000"/>
                </a:solidFill>
              </a:rPr>
            </a:br>
            <a:r>
              <a:rPr lang="en-US" altLang="zh-CN" sz="2400" i="1" dirty="0" err="1">
                <a:solidFill>
                  <a:srgbClr val="FF0000"/>
                </a:solidFill>
              </a:rPr>
              <a:t>chmod</a:t>
            </a:r>
            <a:r>
              <a:rPr lang="en-US" altLang="zh-CN" sz="2400" i="1" dirty="0">
                <a:solidFill>
                  <a:srgbClr val="FF0000"/>
                </a:solidFill>
              </a:rPr>
              <a:t> +x ls</a:t>
            </a:r>
          </a:p>
          <a:p>
            <a:pPr marL="1085850" lvl="2" indent="-171450"/>
            <a:r>
              <a:rPr lang="zh-CN" altLang="en-US" sz="2400" dirty="0"/>
              <a:t>修改</a:t>
            </a:r>
            <a:r>
              <a:rPr lang="en-US" altLang="zh-CN" sz="2400" dirty="0"/>
              <a:t> PATH</a:t>
            </a:r>
            <a:r>
              <a:rPr lang="zh-CN" altLang="en-US" sz="2400" dirty="0"/>
              <a:t> 环境变量</a:t>
            </a:r>
            <a:endParaRPr lang="en-US" altLang="zh-CN" sz="2400" dirty="0"/>
          </a:p>
          <a:p>
            <a:pPr marL="1543050" lvl="3" indent="-171450"/>
            <a:r>
              <a:rPr lang="en-US" altLang="zh-CN" sz="2400" dirty="0">
                <a:solidFill>
                  <a:srgbClr val="FF0000"/>
                </a:solidFill>
              </a:rPr>
              <a:t>export PATH=/</a:t>
            </a:r>
            <a:r>
              <a:rPr lang="en-US" altLang="zh-CN" sz="2400" dirty="0" err="1">
                <a:solidFill>
                  <a:srgbClr val="FF0000"/>
                </a:solidFill>
              </a:rPr>
              <a:t>tmp</a:t>
            </a:r>
            <a:r>
              <a:rPr lang="en-US" altLang="zh-CN" sz="2400" dirty="0">
                <a:solidFill>
                  <a:srgbClr val="FF0000"/>
                </a:solidFill>
              </a:rPr>
              <a:t>/hack:$PATH</a:t>
            </a:r>
          </a:p>
          <a:p>
            <a:pPr marL="1085850" lvl="2" indent="-171450"/>
            <a:r>
              <a:rPr lang="zh-CN" altLang="en-US" sz="2400" dirty="0"/>
              <a:t>运行 </a:t>
            </a:r>
            <a:r>
              <a:rPr lang="en-US" altLang="zh-CN" sz="2400" dirty="0"/>
              <a:t>./</a:t>
            </a:r>
            <a:r>
              <a:rPr lang="en-US" altLang="zh-CN" sz="2400" dirty="0" err="1"/>
              <a:t>vulnerable_program</a:t>
            </a:r>
            <a:r>
              <a:rPr lang="zh-CN" altLang="en-US" sz="2400" dirty="0"/>
              <a:t> 获得</a:t>
            </a:r>
            <a:r>
              <a:rPr lang="en-US" altLang="zh-CN" sz="2400" dirty="0"/>
              <a:t>root</a:t>
            </a:r>
            <a:r>
              <a:rPr lang="zh-CN" altLang="en-US" sz="2400" dirty="0"/>
              <a:t> </a:t>
            </a:r>
            <a:r>
              <a:rPr lang="en-US" altLang="zh-CN" sz="2400" dirty="0"/>
              <a:t>shell</a:t>
            </a:r>
            <a:r>
              <a:rPr lang="zh-CN" altLang="en-US" sz="2400" dirty="0"/>
              <a:t>，提权攻击成功</a:t>
            </a:r>
            <a:endParaRPr lang="en-US" altLang="zh-CN" sz="2400" dirty="0"/>
          </a:p>
          <a:p>
            <a:endParaRPr kumimoji="1" lang="zh-CN" altLang="en-US" sz="4800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DA6F4547-A367-0DF9-619D-4335B4F47004}"/>
              </a:ext>
            </a:extLst>
          </p:cNvPr>
          <p:cNvSpPr txBox="1">
            <a:spLocks/>
          </p:cNvSpPr>
          <p:nvPr/>
        </p:nvSpPr>
        <p:spPr>
          <a:xfrm>
            <a:off x="1457955" y="1996246"/>
            <a:ext cx="4565779" cy="3586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/>
            <a:r>
              <a:rPr lang="zh-CN" altLang="en-US" dirty="0"/>
              <a:t>攻击 </a:t>
            </a:r>
            <a:r>
              <a:rPr lang="en-US" altLang="zh-CN" dirty="0"/>
              <a:t>System(“ls”)</a:t>
            </a:r>
          </a:p>
          <a:p>
            <a:pPr marL="628650" lvl="1" indent="-171450"/>
            <a:r>
              <a:rPr lang="zh-CN" altLang="en-US" sz="2000" dirty="0"/>
              <a:t>假设有如下 </a:t>
            </a:r>
            <a:r>
              <a:rPr lang="en-US" altLang="zh-CN" sz="2000" b="1" dirty="0"/>
              <a:t>Set-UID </a:t>
            </a:r>
            <a:r>
              <a:rPr lang="zh-CN" altLang="en-US" sz="2000" b="1" dirty="0"/>
              <a:t>程序</a:t>
            </a:r>
            <a:r>
              <a:rPr lang="en-US" altLang="zh-CN" sz="2000" dirty="0"/>
              <a:t>:</a:t>
            </a:r>
          </a:p>
          <a:p>
            <a:pPr marL="914400" lvl="2" indent="0">
              <a:buNone/>
            </a:pPr>
            <a:r>
              <a:rPr lang="en-US" altLang="zh-CN" sz="2400" i="1" dirty="0">
                <a:solidFill>
                  <a:srgbClr val="FF0000"/>
                </a:solidFill>
              </a:rPr>
              <a:t>int main() {</a:t>
            </a:r>
            <a:br>
              <a:rPr lang="en-US" altLang="zh-CN" sz="4000" i="1" dirty="0">
                <a:solidFill>
                  <a:srgbClr val="FF0000"/>
                </a:solidFill>
              </a:rPr>
            </a:br>
            <a:r>
              <a:rPr lang="en-US" altLang="zh-CN" sz="2400" i="1" dirty="0">
                <a:solidFill>
                  <a:srgbClr val="FF0000"/>
                </a:solidFill>
              </a:rPr>
              <a:t>system("ls");</a:t>
            </a:r>
            <a:br>
              <a:rPr lang="en-US" altLang="zh-CN" sz="4000" i="1" dirty="0">
                <a:solidFill>
                  <a:srgbClr val="FF0000"/>
                </a:solidFill>
              </a:rPr>
            </a:br>
            <a:r>
              <a:rPr lang="en-US" altLang="zh-CN" sz="2400" i="1" dirty="0">
                <a:solidFill>
                  <a:srgbClr val="FF0000"/>
                </a:solidFill>
              </a:rPr>
              <a:t>return 0;</a:t>
            </a:r>
            <a:br>
              <a:rPr lang="en-US" altLang="zh-CN" sz="4000" i="1" dirty="0">
                <a:solidFill>
                  <a:srgbClr val="FF0000"/>
                </a:solidFill>
              </a:rPr>
            </a:br>
            <a:r>
              <a:rPr lang="en-US" altLang="zh-CN" sz="2400" i="1" dirty="0">
                <a:solidFill>
                  <a:srgbClr val="FF0000"/>
                </a:solidFill>
              </a:rPr>
              <a:t>}</a:t>
            </a:r>
          </a:p>
          <a:p>
            <a:pPr marL="628650" lvl="1" indent="-171450"/>
            <a:r>
              <a:rPr lang="zh-CN" altLang="en-US" sz="2000" dirty="0"/>
              <a:t>程序详细信息</a:t>
            </a:r>
            <a:r>
              <a:rPr lang="en-US" altLang="zh-CN" sz="2000" dirty="0"/>
              <a:t>:</a:t>
            </a:r>
          </a:p>
          <a:p>
            <a:pPr marL="1085850" lvl="2" indent="-171450"/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-</a:t>
            </a:r>
            <a:r>
              <a:rPr lang="en-US" altLang="zh-CN" sz="2400" dirty="0" err="1">
                <a:solidFill>
                  <a:srgbClr val="FF0000"/>
                </a:solidFill>
              </a:rPr>
              <a:t>rwsr</a:t>
            </a:r>
            <a:r>
              <a:rPr lang="en-US" altLang="zh-CN" sz="2400" dirty="0">
                <a:solidFill>
                  <a:srgbClr val="FF0000"/>
                </a:solidFill>
              </a:rPr>
              <a:t>-</a:t>
            </a:r>
            <a:r>
              <a:rPr lang="en-US" altLang="zh-CN" sz="2400" dirty="0" err="1">
                <a:solidFill>
                  <a:srgbClr val="FF0000"/>
                </a:solidFill>
              </a:rPr>
              <a:t>xr</a:t>
            </a:r>
            <a:r>
              <a:rPr lang="en-US" altLang="zh-CN" sz="2400" dirty="0">
                <a:solidFill>
                  <a:srgbClr val="FF0000"/>
                </a:solidFill>
              </a:rPr>
              <a:t>-x root root </a:t>
            </a:r>
            <a:r>
              <a:rPr lang="en-US" altLang="zh-CN" sz="2400" dirty="0" err="1">
                <a:solidFill>
                  <a:srgbClr val="FF0000"/>
                </a:solidFill>
              </a:rPr>
              <a:t>vulnerable_program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14627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A751C-7F91-4372-A824-F30EA6338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89375"/>
            <a:ext cx="10058400" cy="1609344"/>
          </a:xfrm>
        </p:spPr>
        <p:txBody>
          <a:bodyPr/>
          <a:lstStyle/>
          <a:p>
            <a:r>
              <a:rPr lang="zh-CN" altLang="en-US" dirty="0"/>
              <a:t>权限</a:t>
            </a:r>
            <a:r>
              <a:rPr lang="zh-CN" dirty="0"/>
              <a:t>泄露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E652E-09DE-4D34-910C-4609FD221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4768" y="1762024"/>
            <a:ext cx="10058400" cy="4050792"/>
          </a:xfrm>
        </p:spPr>
        <p:txBody>
          <a:bodyPr>
            <a:normAutofit/>
          </a:bodyPr>
          <a:lstStyle/>
          <a:p>
            <a:r>
              <a:rPr lang="zh-CN" sz="2800" dirty="0"/>
              <a:t>在某些情况下，特权程序会在执行过程中降低自身权限。</a:t>
            </a:r>
          </a:p>
          <a:p>
            <a:r>
              <a:rPr lang="zh-CN" sz="2800" dirty="0"/>
              <a:t>例如：</a:t>
            </a:r>
            <a:r>
              <a:rPr 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su</a:t>
            </a:r>
            <a:r>
              <a:rPr lang="zh-CN" sz="2800" dirty="0"/>
              <a:t> 程序</a:t>
            </a:r>
          </a:p>
          <a:p>
            <a:pPr lvl="1"/>
            <a:r>
              <a:rPr lang="en-US" altLang="zh-CN" sz="2400" dirty="0" err="1"/>
              <a:t>su</a:t>
            </a:r>
            <a:r>
              <a:rPr lang="zh-CN" sz="2400" dirty="0"/>
              <a:t>是一个特权 Set-UID 程序</a:t>
            </a:r>
          </a:p>
          <a:p>
            <a:pPr lvl="1"/>
            <a:r>
              <a:rPr lang="zh-CN" sz="2400" dirty="0"/>
              <a:t>允许一个用户切换到另一个用户（例如，从用户1切换到用户2）。</a:t>
            </a:r>
          </a:p>
          <a:p>
            <a:pPr lvl="1"/>
            <a:r>
              <a:rPr lang="zh-CN" sz="2400" dirty="0"/>
              <a:t>程序启动时，EUID 为 root，RUID 为user1。</a:t>
            </a:r>
          </a:p>
          <a:p>
            <a:pPr lvl="1"/>
            <a:r>
              <a:rPr lang="zh-CN" altLang="en-US" sz="2400" dirty="0"/>
              <a:t>用户</a:t>
            </a:r>
            <a:r>
              <a:rPr lang="en-US" altLang="zh-CN" sz="2400" dirty="0"/>
              <a:t>1</a:t>
            </a:r>
            <a:r>
              <a:rPr lang="zh-CN" altLang="en-US" sz="2400" dirty="0"/>
              <a:t>输入用户</a:t>
            </a:r>
            <a:r>
              <a:rPr lang="en-US" altLang="zh-CN" sz="2400" dirty="0"/>
              <a:t>2</a:t>
            </a:r>
            <a:r>
              <a:rPr lang="zh-CN" altLang="en-US" sz="2400" dirty="0"/>
              <a:t>的密码</a:t>
            </a:r>
            <a:r>
              <a:rPr lang="zh-CN" sz="2400" dirty="0"/>
              <a:t>后，EUID 和 RUID 都变为user2 的用户（通过权限降级）。</a:t>
            </a:r>
            <a:endParaRPr lang="en-US" sz="2400" dirty="0"/>
          </a:p>
          <a:p>
            <a:r>
              <a:rPr lang="zh-CN" sz="2800" dirty="0"/>
              <a:t>此类</a:t>
            </a:r>
            <a:r>
              <a:rPr lang="zh-CN" altLang="en-US" sz="2800" dirty="0"/>
              <a:t>程序</a:t>
            </a:r>
            <a:r>
              <a:rPr lang="zh-CN" sz="2800" dirty="0"/>
              <a:t>可能导致能力泄露。</a:t>
            </a:r>
          </a:p>
          <a:p>
            <a:pPr lvl="1"/>
            <a:r>
              <a:rPr lang="zh-CN" sz="2400" dirty="0"/>
              <a:t>在降级前</a:t>
            </a:r>
            <a:r>
              <a:rPr lang="zh-CN" altLang="en-US" sz="2400" dirty="0"/>
              <a:t>没有销毁受保护资源的访问权限</a:t>
            </a:r>
            <a:endParaRPr lang="en-US" sz="2400" dirty="0"/>
          </a:p>
          <a:p>
            <a:endParaRPr lang="en-US" sz="2800" u="sng" dirty="0"/>
          </a:p>
        </p:txBody>
      </p:sp>
    </p:spTree>
    <p:extLst>
      <p:ext uri="{BB962C8B-B14F-4D97-AF65-F5344CB8AC3E}">
        <p14:creationId xmlns:p14="http://schemas.microsoft.com/office/powerpoint/2010/main" val="21015798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687"/>
            <a:ext cx="10515600" cy="1020978"/>
          </a:xfrm>
        </p:spPr>
        <p:txBody>
          <a:bodyPr/>
          <a:lstStyle/>
          <a:p>
            <a:r>
              <a:rPr lang="zh-CN" dirty="0"/>
              <a:t>利用</a:t>
            </a:r>
            <a:r>
              <a:rPr lang="zh-CN" altLang="en-US" dirty="0"/>
              <a:t>权限</a:t>
            </a:r>
            <a:r>
              <a:rPr lang="zh-CN" dirty="0"/>
              <a:t>泄露进行攻击：一个例子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984" y="1261741"/>
            <a:ext cx="3469873" cy="833139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zh-CN" sz="2400" dirty="0"/>
              <a:t>/etc/ </a:t>
            </a:r>
            <a:r>
              <a:rPr lang="zh-CN" sz="2400" dirty="0" err="1"/>
              <a:t>zzz</a:t>
            </a:r>
            <a:r>
              <a:rPr lang="zh-CN" sz="2400" dirty="0"/>
              <a:t>文件只有root 用户才能写入。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3CC445-AB10-434C-AA71-311C8630E02D}"/>
              </a:ext>
            </a:extLst>
          </p:cNvPr>
          <p:cNvCxnSpPr>
            <a:cxnSpLocks/>
          </p:cNvCxnSpPr>
          <p:nvPr/>
        </p:nvCxnSpPr>
        <p:spPr>
          <a:xfrm flipH="1" flipV="1">
            <a:off x="3182006" y="5568462"/>
            <a:ext cx="2007914" cy="766359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77EADDE-6368-49A9-A16E-E24B46E9FA6D}"/>
              </a:ext>
            </a:extLst>
          </p:cNvPr>
          <p:cNvCxnSpPr>
            <a:cxnSpLocks/>
          </p:cNvCxnSpPr>
          <p:nvPr/>
        </p:nvCxnSpPr>
        <p:spPr>
          <a:xfrm flipH="1" flipV="1">
            <a:off x="3834899" y="4395071"/>
            <a:ext cx="586850" cy="631883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5FDC95A-7670-4884-B06D-750835F278B1}"/>
              </a:ext>
            </a:extLst>
          </p:cNvPr>
          <p:cNvCxnSpPr/>
          <p:nvPr/>
        </p:nvCxnSpPr>
        <p:spPr>
          <a:xfrm flipH="1">
            <a:off x="2379785" y="1932290"/>
            <a:ext cx="2041964" cy="59299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7774" y="1714712"/>
            <a:ext cx="7540328" cy="476814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78684" y="2439846"/>
            <a:ext cx="393595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sz="2400" dirty="0"/>
              <a:t>已创建文件描述符</a:t>
            </a:r>
          </a:p>
          <a:p>
            <a:pPr lvl="1"/>
            <a:r>
              <a:rPr lang="zh-CN" sz="2400" dirty="0"/>
              <a:t>（该程序是root用户拥有的Set-UID程序）</a:t>
            </a:r>
            <a:endParaRPr lang="en-US" sz="2400" dirty="0"/>
          </a:p>
        </p:txBody>
      </p:sp>
      <p:sp>
        <p:nvSpPr>
          <p:cNvPr id="11" name="Rectangle 10"/>
          <p:cNvSpPr/>
          <p:nvPr/>
        </p:nvSpPr>
        <p:spPr>
          <a:xfrm>
            <a:off x="1439559" y="4379931"/>
            <a:ext cx="2081054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1"/>
            <a:r>
              <a:rPr lang="zh-CN" sz="2400" dirty="0"/>
              <a:t>权限被降级</a:t>
            </a:r>
            <a:endParaRPr lang="en-US" sz="2400" dirty="0"/>
          </a:p>
        </p:txBody>
      </p:sp>
      <p:sp>
        <p:nvSpPr>
          <p:cNvPr id="12" name="Rectangle 11"/>
          <p:cNvSpPr/>
          <p:nvPr/>
        </p:nvSpPr>
        <p:spPr>
          <a:xfrm>
            <a:off x="50161" y="5396316"/>
            <a:ext cx="3842655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1"/>
            <a:r>
              <a:rPr lang="zh-CN" sz="2400" dirty="0"/>
              <a:t>调用 shell程序，从而解除对该程序的行为限制。</a:t>
            </a:r>
            <a:endParaRPr lang="en-US" sz="2400" dirty="0"/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3718857" y="1273216"/>
            <a:ext cx="2752281" cy="192169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6471138" y="1273216"/>
            <a:ext cx="117231" cy="4228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22">
            <a:extLst>
              <a:ext uri="{FF2B5EF4-FFF2-40B4-BE49-F238E27FC236}">
                <a16:creationId xmlns:a16="http://schemas.microsoft.com/office/drawing/2014/main" id="{9F142A1B-829D-E7FB-D8E6-A14C7F52D76D}"/>
              </a:ext>
            </a:extLst>
          </p:cNvPr>
          <p:cNvCxnSpPr>
            <a:cxnSpLocks/>
          </p:cNvCxnSpPr>
          <p:nvPr/>
        </p:nvCxnSpPr>
        <p:spPr>
          <a:xfrm flipH="1">
            <a:off x="3400767" y="1893173"/>
            <a:ext cx="984098" cy="6712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22">
            <a:extLst>
              <a:ext uri="{FF2B5EF4-FFF2-40B4-BE49-F238E27FC236}">
                <a16:creationId xmlns:a16="http://schemas.microsoft.com/office/drawing/2014/main" id="{9214AAA0-60D8-ABC2-26F9-0ED153A21E5A}"/>
              </a:ext>
            </a:extLst>
          </p:cNvPr>
          <p:cNvCxnSpPr>
            <a:cxnSpLocks/>
            <a:endCxn id="11" idx="3"/>
          </p:cNvCxnSpPr>
          <p:nvPr/>
        </p:nvCxnSpPr>
        <p:spPr>
          <a:xfrm flipH="1" flipV="1">
            <a:off x="3520613" y="4564597"/>
            <a:ext cx="791815" cy="50449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22">
            <a:extLst>
              <a:ext uri="{FF2B5EF4-FFF2-40B4-BE49-F238E27FC236}">
                <a16:creationId xmlns:a16="http://schemas.microsoft.com/office/drawing/2014/main" id="{65513D08-9414-1447-E5E3-BE779B7B694B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3892816" y="5765648"/>
            <a:ext cx="574958" cy="54147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79265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2238"/>
            <a:ext cx="10515600" cy="1020978"/>
          </a:xfrm>
        </p:spPr>
        <p:txBody>
          <a:bodyPr/>
          <a:lstStyle/>
          <a:p>
            <a:r>
              <a:rPr lang="zh-CN" dirty="0"/>
              <a:t>通过</a:t>
            </a:r>
            <a:r>
              <a:rPr lang="zh-CN" altLang="en-US" dirty="0"/>
              <a:t>权限</a:t>
            </a:r>
            <a:r>
              <a:rPr lang="zh-CN" dirty="0"/>
              <a:t>泄露发起的攻击（续）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1" y="1292713"/>
            <a:ext cx="3176953" cy="22085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zh-CN" sz="2800" dirty="0"/>
              <a:t>程序忘记关闭文件，因此文件描述符仍然有效。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4CF9C5-1C5A-4AB8-9051-06F598092093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32738" t="35555" r="25369" b="29841"/>
          <a:stretch>
            <a:fillRect/>
          </a:stretch>
        </p:blipFill>
        <p:spPr>
          <a:xfrm>
            <a:off x="3329354" y="1292713"/>
            <a:ext cx="8778776" cy="457714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-130768" y="5651655"/>
            <a:ext cx="1178429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sz="2800" dirty="0">
                <a:solidFill>
                  <a:srgbClr val="C00000"/>
                </a:solidFill>
              </a:rPr>
              <a:t>如何修复该程序？</a:t>
            </a:r>
          </a:p>
          <a:p>
            <a:pPr lvl="1"/>
            <a:r>
              <a:rPr lang="zh-CN" sz="2800" dirty="0"/>
              <a:t>在降级权限之前，请销毁文件描述符（关闭文件）。</a:t>
            </a:r>
            <a:endParaRPr lang="en-US" sz="2800" dirty="0"/>
          </a:p>
        </p:txBody>
      </p:sp>
      <p:sp>
        <p:nvSpPr>
          <p:cNvPr id="6" name="Down Arrow 5"/>
          <p:cNvSpPr/>
          <p:nvPr/>
        </p:nvSpPr>
        <p:spPr>
          <a:xfrm>
            <a:off x="1629924" y="2685066"/>
            <a:ext cx="351692" cy="738554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98002" y="3501251"/>
            <a:ext cx="1615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权限</a:t>
            </a:r>
            <a:r>
              <a:rPr lang="zh-CN" sz="2800" b="1" dirty="0">
                <a:solidFill>
                  <a:srgbClr val="FF0000"/>
                </a:solidFill>
              </a:rPr>
              <a:t>泄露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09940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11521"/>
            <a:ext cx="10515600" cy="1020978"/>
          </a:xfrm>
        </p:spPr>
        <p:txBody>
          <a:bodyPr/>
          <a:lstStyle/>
          <a:p>
            <a:r>
              <a:rPr lang="zh-CN" dirty="0"/>
              <a:t>OS X 中的</a:t>
            </a:r>
            <a:r>
              <a:rPr lang="zh-CN" altLang="en-US" dirty="0"/>
              <a:t>权限</a:t>
            </a:r>
            <a:r>
              <a:rPr lang="zh-CN" dirty="0"/>
              <a:t>泄漏——案例研究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12820"/>
            <a:ext cx="10515600" cy="5183748"/>
          </a:xfrm>
        </p:spPr>
        <p:txBody>
          <a:bodyPr>
            <a:normAutofit/>
          </a:bodyPr>
          <a:lstStyle/>
          <a:p>
            <a:r>
              <a:rPr 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2015 年 7 月，OS X Yosemite 被发现存在与权限泄露相关的权限提升攻击漏洞（OS X 10.10）。</a:t>
            </a:r>
          </a:p>
          <a:p>
            <a:r>
              <a:rPr 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dyld</a:t>
            </a:r>
            <a:r>
              <a:rPr 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新增功能 </a:t>
            </a:r>
          </a:p>
          <a:p>
            <a:pPr lvl="1"/>
            <a:r>
              <a:rPr 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DYLD_PRINT_TO_FILE 环境变量</a:t>
            </a:r>
          </a:p>
          <a:p>
            <a:r>
              <a:rPr 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动态链接器可以打开任何文件，因此对于 root 用户拥有的 Set-UID 程序，它以 root 权限运行。动态链接器dyld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没有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关闭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该文件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这存在</a:t>
            </a:r>
            <a:r>
              <a:rPr 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权限泄漏</a:t>
            </a:r>
            <a:r>
              <a:rPr 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场景 1（安全）： Set-UID 完成其任务，进程终止。所有资源都已清理干净，系统安全。</a:t>
            </a:r>
          </a:p>
          <a:p>
            <a:r>
              <a:rPr 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场景 2（不安全）</a:t>
            </a:r>
            <a:r>
              <a:rPr 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类似于“su”程序，特权程序降低其权限，并解除限制</a:t>
            </a:r>
            <a:r>
              <a:rPr lang="zh-CN" sz="2400" dirty="0"/>
              <a:t>。</a:t>
            </a:r>
            <a:endParaRPr lang="en-US" sz="2400" dirty="0"/>
          </a:p>
          <a:p>
            <a:pPr lvl="1"/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62065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15285"/>
            <a:ext cx="10515600" cy="1020978"/>
          </a:xfrm>
        </p:spPr>
        <p:txBody>
          <a:bodyPr/>
          <a:lstStyle/>
          <a:p>
            <a:r>
              <a:rPr lang="zh-CN" altLang="en-US" dirty="0"/>
              <a:t>调用其他</a:t>
            </a:r>
            <a:r>
              <a:rPr lang="zh-CN" dirty="0"/>
              <a:t>程序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60938"/>
            <a:ext cx="10861110" cy="4741702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在一个程序内部，调用外部的其他命令，比如编程时调用了</a:t>
            </a:r>
            <a:r>
              <a:rPr lang="en-US" altLang="zh-CN" sz="2400" dirty="0"/>
              <a:t>system()</a:t>
            </a:r>
            <a:r>
              <a:rPr lang="zh-CN" altLang="en-US" sz="2400" dirty="0"/>
              <a:t>，而</a:t>
            </a:r>
            <a:r>
              <a:rPr lang="en-US" altLang="zh-CN" sz="2400" dirty="0"/>
              <a:t>system</a:t>
            </a:r>
            <a:r>
              <a:rPr lang="zh-CN" altLang="en-US" sz="2400" dirty="0"/>
              <a:t>可以执行外部命令</a:t>
            </a:r>
            <a:endParaRPr lang="en-US" sz="2400" dirty="0"/>
          </a:p>
          <a:p>
            <a:r>
              <a:rPr lang="zh-CN" altLang="en-US" sz="2400" dirty="0"/>
              <a:t>外部命令的</a:t>
            </a:r>
            <a:r>
              <a:rPr lang="zh-CN" sz="2400" dirty="0"/>
              <a:t>选择</a:t>
            </a:r>
            <a:r>
              <a:rPr lang="zh-CN" altLang="en-US" sz="2400" dirty="0"/>
              <a:t>由一个</a:t>
            </a:r>
            <a:r>
              <a:rPr lang="en-US" altLang="zh-CN" sz="2400" dirty="0"/>
              <a:t>Set-UID</a:t>
            </a:r>
            <a:r>
              <a:rPr lang="zh-CN" altLang="en-US" sz="2400" dirty="0"/>
              <a:t>程序来确定</a:t>
            </a:r>
            <a:r>
              <a:rPr lang="zh-CN" sz="2400" dirty="0"/>
              <a:t>。</a:t>
            </a:r>
          </a:p>
          <a:p>
            <a:pPr lvl="1"/>
            <a:r>
              <a:rPr lang="zh-CN" sz="2000" dirty="0"/>
              <a:t>用户不应该提供该命令（否则不安全）。</a:t>
            </a:r>
            <a:endParaRPr lang="en-US" sz="2000" dirty="0"/>
          </a:p>
          <a:p>
            <a:r>
              <a:rPr lang="zh-CN" sz="2400" dirty="0"/>
              <a:t>攻击：</a:t>
            </a:r>
          </a:p>
          <a:p>
            <a:pPr lvl="1"/>
            <a:r>
              <a:rPr lang="zh-CN" sz="2000" dirty="0"/>
              <a:t>用户经常被要求向命令提供输入数据。</a:t>
            </a:r>
          </a:p>
          <a:p>
            <a:pPr lvl="1"/>
            <a:r>
              <a:rPr lang="zh-CN" sz="2000" dirty="0"/>
              <a:t>如果命令执行不当，用户输入的数据可能会被转换成命令名称。这很危险。</a:t>
            </a:r>
            <a:endParaRPr lang="en-US" sz="2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19C5766A-AAA4-B4D2-2045-96141DCA8DF2}"/>
                  </a:ext>
                </a:extLst>
              </p14:cNvPr>
              <p14:cNvContentPartPr/>
              <p14:nvPr/>
            </p14:nvContentPartPr>
            <p14:xfrm>
              <a:off x="1142280" y="1650960"/>
              <a:ext cx="9194040" cy="94392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19C5766A-AAA4-B4D2-2045-96141DCA8DF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32920" y="1641600"/>
                <a:ext cx="9212760" cy="96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12794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672" y="278847"/>
            <a:ext cx="10515600" cy="1020978"/>
          </a:xfrm>
        </p:spPr>
        <p:txBody>
          <a:bodyPr>
            <a:normAutofit/>
          </a:bodyPr>
          <a:lstStyle/>
          <a:p>
            <a:r>
              <a:rPr lang="zh-CN" sz="4000" dirty="0"/>
              <a:t>调用</a:t>
            </a:r>
            <a:r>
              <a:rPr lang="zh-CN" altLang="en-US" sz="4000" dirty="0"/>
              <a:t>其他</a:t>
            </a:r>
            <a:r>
              <a:rPr lang="zh-CN" sz="4000" dirty="0"/>
              <a:t>程序：不安全的方法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5816" y="1800541"/>
            <a:ext cx="3634153" cy="3814813"/>
          </a:xfrm>
        </p:spPr>
        <p:txBody>
          <a:bodyPr>
            <a:normAutofit/>
          </a:bodyPr>
          <a:lstStyle/>
          <a:p>
            <a:r>
              <a:rPr lang="zh-CN" sz="2400" dirty="0"/>
              <a:t>调用外部命令最简单的方法是使用system() 函数。</a:t>
            </a:r>
            <a:endParaRPr lang="en-US" sz="2400" dirty="0"/>
          </a:p>
          <a:p>
            <a:r>
              <a:rPr lang="zh-CN" sz="2400" dirty="0"/>
              <a:t>该程序应该运行</a:t>
            </a:r>
            <a:r>
              <a:rPr 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/bin/cat</a:t>
            </a:r>
            <a:r>
              <a:rPr lang="zh-CN" sz="2400" dirty="0"/>
              <a:t>程序。</a:t>
            </a:r>
          </a:p>
          <a:p>
            <a:r>
              <a:rPr lang="zh-CN" sz="2400" dirty="0"/>
              <a:t>这是一个 root 用户拥有的 Set-UID 程序，因此该程序可以</a:t>
            </a:r>
            <a:r>
              <a:rPr lang="zh-CN" sz="2400" dirty="0">
                <a:solidFill>
                  <a:srgbClr val="FF0000"/>
                </a:solidFill>
              </a:rPr>
              <a:t>查看所有文件</a:t>
            </a:r>
            <a:r>
              <a:rPr lang="zh-CN" sz="2400" dirty="0"/>
              <a:t>，但</a:t>
            </a:r>
            <a:r>
              <a:rPr lang="zh-CN" sz="2400" dirty="0">
                <a:solidFill>
                  <a:srgbClr val="FF0000"/>
                </a:solidFill>
              </a:rPr>
              <a:t>不能写入任何文件</a:t>
            </a:r>
            <a:r>
              <a:rPr lang="zh-CN" sz="2400" dirty="0"/>
              <a:t>。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66" y="1604625"/>
            <a:ext cx="7727122" cy="40107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4062" y="5920154"/>
            <a:ext cx="106096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sz="2400" dirty="0">
                <a:solidFill>
                  <a:srgbClr val="C00000"/>
                </a:solidFill>
              </a:rPr>
              <a:t>问：能否使用此程序以 root 权限运行其他命令？</a:t>
            </a:r>
            <a:endParaRPr lang="en-US" sz="2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46AA2A9C-7F38-6CB3-8737-AFB911C72FDB}"/>
                  </a:ext>
                </a:extLst>
              </p14:cNvPr>
              <p14:cNvContentPartPr/>
              <p14:nvPr/>
            </p14:nvContentPartPr>
            <p14:xfrm>
              <a:off x="447120" y="2377080"/>
              <a:ext cx="7406280" cy="246456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46AA2A9C-7F38-6CB3-8737-AFB911C72FD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7760" y="2367720"/>
                <a:ext cx="7425000" cy="248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495003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4414"/>
            <a:ext cx="10515600" cy="1020978"/>
          </a:xfrm>
        </p:spPr>
        <p:txBody>
          <a:bodyPr>
            <a:normAutofit/>
          </a:bodyPr>
          <a:lstStyle/>
          <a:p>
            <a:r>
              <a:rPr lang="zh-CN" dirty="0"/>
              <a:t>调用程序：不安全的方法（续）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638799" y="3796530"/>
            <a:ext cx="2313009" cy="1041688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sz="2400" dirty="0">
                <a:solidFill>
                  <a:srgbClr val="C00000"/>
                </a:solidFill>
              </a:rPr>
              <a:t>我们可以通过这些输入获得 root shell。</a:t>
            </a:r>
            <a:endParaRPr lang="en-US" sz="2400" dirty="0">
              <a:solidFill>
                <a:srgbClr val="C00000"/>
              </a:solidFill>
            </a:endParaRP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23487"/>
            <a:ext cx="8012723" cy="4667606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 flipH="1">
            <a:off x="3704494" y="4431323"/>
            <a:ext cx="1934305" cy="668215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992923" y="5275385"/>
            <a:ext cx="1559169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970380" y="3357125"/>
            <a:ext cx="26195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2400" b="1" dirty="0"/>
              <a:t>问题</a:t>
            </a:r>
            <a:r>
              <a:rPr lang="zh-CN" sz="2400" dirty="0"/>
              <a:t>：部分数据变成了代码（命令名称）</a:t>
            </a:r>
            <a:endParaRPr lang="en-US" sz="2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C4FEE32F-9EC7-F42F-B706-9C9B58CF0347}"/>
                  </a:ext>
                </a:extLst>
              </p14:cNvPr>
              <p14:cNvContentPartPr/>
              <p14:nvPr/>
            </p14:nvContentPartPr>
            <p14:xfrm>
              <a:off x="1073880" y="1514520"/>
              <a:ext cx="3110400" cy="171324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C4FEE32F-9EC7-F42F-B706-9C9B58CF034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4520" y="1505160"/>
                <a:ext cx="3129120" cy="173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795637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3752" y="1984907"/>
            <a:ext cx="9996814" cy="1603375"/>
          </a:xfrm>
        </p:spPr>
        <p:txBody>
          <a:bodyPr lIns="0" tIns="0" rIns="0" bIns="0">
            <a:normAutofit fontScale="92500"/>
          </a:bodyPr>
          <a:lstStyle/>
          <a:p>
            <a:r>
              <a:rPr lang="zh-CN" sz="2400" dirty="0"/>
              <a:t>在 Ubuntu 16.04 中，/bin/ </a:t>
            </a:r>
            <a:r>
              <a:rPr lang="zh-CN" sz="2400" dirty="0" err="1"/>
              <a:t>sh</a:t>
            </a:r>
            <a:r>
              <a:rPr lang="zh-CN" sz="2400" dirty="0"/>
              <a:t>指向 /bin/dash，而 /bin/dash 具有相应的应对措施。</a:t>
            </a:r>
          </a:p>
          <a:p>
            <a:pPr lvl="1"/>
            <a:r>
              <a:rPr lang="zh-CN" altLang="en-US" sz="2000" dirty="0"/>
              <a:t>当这个</a:t>
            </a:r>
            <a:r>
              <a:rPr lang="en-US" altLang="zh-CN" sz="2000" dirty="0"/>
              <a:t>dash</a:t>
            </a:r>
            <a:r>
              <a:rPr lang="zh-CN" altLang="en-US" sz="2000" dirty="0"/>
              <a:t>在</a:t>
            </a:r>
            <a:r>
              <a:rPr lang="en-US" altLang="zh-CN" sz="2000" dirty="0"/>
              <a:t>set-</a:t>
            </a:r>
            <a:r>
              <a:rPr lang="zh-CN" sz="2000" dirty="0"/>
              <a:t>uid进程中执行时，它会降低权限。</a:t>
            </a:r>
          </a:p>
          <a:p>
            <a:r>
              <a:rPr lang="zh-CN" sz="2400" dirty="0"/>
              <a:t>因此，在上一张幻灯片的攻击中，我们只能获得一个</a:t>
            </a:r>
            <a:r>
              <a:rPr lang="zh-CN" altLang="en-US" sz="2400" dirty="0"/>
              <a:t>非特权的</a:t>
            </a:r>
            <a:r>
              <a:rPr lang="en-US" altLang="zh-CN" sz="2400" dirty="0"/>
              <a:t>shell</a:t>
            </a:r>
            <a:r>
              <a:rPr lang="zh-CN" sz="2400" dirty="0"/>
              <a:t>。</a:t>
            </a:r>
          </a:p>
          <a:p>
            <a:r>
              <a:rPr lang="zh-CN" sz="2400" dirty="0"/>
              <a:t>要移除</a:t>
            </a:r>
            <a:r>
              <a:rPr lang="en-US" altLang="zh-CN" sz="2400" dirty="0"/>
              <a:t>dash</a:t>
            </a:r>
            <a:r>
              <a:rPr lang="zh-CN" altLang="en-US" sz="2400" dirty="0"/>
              <a:t>的</a:t>
            </a:r>
            <a:r>
              <a:rPr lang="zh-CN" sz="2400" dirty="0"/>
              <a:t>对策，</a:t>
            </a:r>
            <a:r>
              <a:rPr lang="zh-CN" altLang="en-US" sz="2400" dirty="0"/>
              <a:t>可以</a:t>
            </a:r>
            <a:r>
              <a:rPr lang="zh-CN" sz="2400" dirty="0"/>
              <a:t>执行以下操作。</a:t>
            </a:r>
            <a:endParaRPr lang="en-US" sz="2400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8002" y="4003931"/>
            <a:ext cx="6687483" cy="145752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C5666221-73EE-D87B-869A-429CCF0FF228}"/>
                  </a:ext>
                </a:extLst>
              </p14:cNvPr>
              <p14:cNvContentPartPr/>
              <p14:nvPr/>
            </p14:nvContentPartPr>
            <p14:xfrm>
              <a:off x="2923920" y="1812600"/>
              <a:ext cx="7648200" cy="290484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C5666221-73EE-D87B-869A-429CCF0FF22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14560" y="1803240"/>
                <a:ext cx="7666920" cy="292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30905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669" y="1497067"/>
            <a:ext cx="5706672" cy="346278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91" y="342565"/>
            <a:ext cx="10515600" cy="1020978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安全的地程序</a:t>
            </a:r>
            <a:r>
              <a:rPr lang="zh-CN" sz="4000" dirty="0"/>
              <a:t>：使用</a:t>
            </a:r>
            <a:r>
              <a:rPr lang="zh-CN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execve()</a:t>
            </a:r>
            <a:endParaRPr lang="en-US" sz="4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3020" y="3668350"/>
            <a:ext cx="5364722" cy="33036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/>
          <p:cNvGrpSpPr/>
          <p:nvPr/>
        </p:nvGrpSpPr>
        <p:grpSpPr>
          <a:xfrm>
            <a:off x="6735581" y="2742857"/>
            <a:ext cx="4386506" cy="2022804"/>
            <a:chOff x="6596685" y="3541423"/>
            <a:chExt cx="4386506" cy="2022804"/>
          </a:xfrm>
        </p:grpSpPr>
        <p:sp>
          <p:nvSpPr>
            <p:cNvPr id="5" name="TextBox 4"/>
            <p:cNvSpPr txBox="1"/>
            <p:nvPr/>
          </p:nvSpPr>
          <p:spPr>
            <a:xfrm>
              <a:off x="6596685" y="4548564"/>
              <a:ext cx="2095904" cy="10156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sz="2000" dirty="0"/>
                <a:t>命令名称（由程序提供）</a:t>
              </a:r>
              <a:endParaRPr lang="en-US" sz="20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596685" y="3541423"/>
              <a:ext cx="405110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execve (v[0], v, 0)</a:t>
              </a:r>
              <a:endParaRPr lang="en-US" sz="28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887287" y="4548563"/>
              <a:ext cx="2095904" cy="10156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sz="2000" dirty="0"/>
                <a:t>此处提供输入数据（可由用户输入）</a:t>
              </a:r>
              <a:endParaRPr lang="en-US" sz="2000" dirty="0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 flipV="1">
              <a:off x="7908784" y="4178461"/>
              <a:ext cx="599212" cy="370103"/>
            </a:xfrm>
            <a:prstGeom prst="straightConnector1">
              <a:avLst/>
            </a:prstGeom>
            <a:ln w="34925">
              <a:solidFill>
                <a:srgbClr val="C0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H="1" flipV="1">
              <a:off x="9619447" y="4064642"/>
              <a:ext cx="385241" cy="483921"/>
            </a:xfrm>
            <a:prstGeom prst="straightConnector1">
              <a:avLst/>
            </a:prstGeom>
            <a:ln w="34925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8190726" y="4064642"/>
              <a:ext cx="763017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V="1">
              <a:off x="9430558" y="4027027"/>
              <a:ext cx="323042" cy="6749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1567928" y="5061711"/>
            <a:ext cx="96058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2400" b="1" dirty="0"/>
              <a:t>为什么说它是安全的？</a:t>
            </a:r>
          </a:p>
          <a:p>
            <a:r>
              <a:rPr lang="zh-CN" sz="2400" dirty="0"/>
              <a:t>代码（命令名称）和数据完全分离；用户数据不可能变成代码。</a:t>
            </a:r>
            <a:endParaRPr lang="en-US" sz="2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6D8D4AB2-E348-C8D0-7BA7-F288642CBA05}"/>
                  </a:ext>
                </a:extLst>
              </p14:cNvPr>
              <p14:cNvContentPartPr/>
              <p14:nvPr/>
            </p14:nvContentPartPr>
            <p14:xfrm>
              <a:off x="4922640" y="329040"/>
              <a:ext cx="6146280" cy="373680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6D8D4AB2-E348-C8D0-7BA7-F288642CBA0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13280" y="319680"/>
                <a:ext cx="6165000" cy="375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242216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91" y="319892"/>
            <a:ext cx="10515600" cy="1020978"/>
          </a:xfrm>
        </p:spPr>
        <p:txBody>
          <a:bodyPr>
            <a:normAutofit/>
          </a:bodyPr>
          <a:lstStyle/>
          <a:p>
            <a:r>
              <a:rPr lang="zh-CN" dirty="0"/>
              <a:t>安全地调用程序（续）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91" y="1184564"/>
            <a:ext cx="10886209" cy="547749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77" y="1682370"/>
            <a:ext cx="8757213" cy="340558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881031" y="4826643"/>
            <a:ext cx="1406179" cy="26131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own Arrow 7"/>
          <p:cNvSpPr/>
          <p:nvPr/>
        </p:nvSpPr>
        <p:spPr>
          <a:xfrm>
            <a:off x="2445223" y="5287148"/>
            <a:ext cx="277793" cy="405114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42533" y="5749209"/>
            <a:ext cx="5566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sz="2400" dirty="0">
                <a:solidFill>
                  <a:srgbClr val="C00000"/>
                </a:solidFill>
              </a:rPr>
              <a:t>这些数据仍然被视为数据，而不是代码。</a:t>
            </a:r>
            <a:endParaRPr lang="en-US" sz="2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EBC5D88A-A880-B374-381C-D097D95EAE40}"/>
                  </a:ext>
                </a:extLst>
              </p14:cNvPr>
              <p14:cNvContentPartPr/>
              <p14:nvPr/>
            </p14:nvContentPartPr>
            <p14:xfrm>
              <a:off x="1719720" y="304200"/>
              <a:ext cx="5847840" cy="171324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EBC5D88A-A880-B374-381C-D097D95EAE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10360" y="294840"/>
                <a:ext cx="5866560" cy="173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82452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其他注意事项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sz="2800" dirty="0"/>
              <a:t>某些函数行为类似于 execve ()，但可能并不安全。</a:t>
            </a:r>
          </a:p>
          <a:p>
            <a:pPr lvl="1"/>
            <a:r>
              <a:rPr lang="zh-CN" sz="2400" dirty="0"/>
              <a:t>execlp ()、 execvp () 和execvpe () 函数会</a:t>
            </a:r>
            <a:r>
              <a:rPr lang="zh-CN" sz="2400" dirty="0">
                <a:solidFill>
                  <a:srgbClr val="FF0000"/>
                </a:solidFill>
              </a:rPr>
              <a:t>复制 shell 的操作</a:t>
            </a:r>
            <a:r>
              <a:rPr lang="zh-CN" sz="2400" dirty="0"/>
              <a:t>。这些函数可以通过 PATH 环境变量进行攻击。</a:t>
            </a:r>
            <a:endParaRPr lang="en-US" altLang="zh-CN" sz="2400" dirty="0"/>
          </a:p>
          <a:p>
            <a:pPr lvl="1"/>
            <a:r>
              <a:rPr lang="zh-CN" altLang="en-US" sz="2400" dirty="0"/>
              <a:t>即如果不指定命令的完整路径，那么这几个函数会像</a:t>
            </a:r>
            <a:r>
              <a:rPr lang="en-US" altLang="zh-CN" sz="2400" dirty="0"/>
              <a:t>shell</a:t>
            </a:r>
            <a:r>
              <a:rPr lang="zh-CN" altLang="en-US" sz="2400" dirty="0"/>
              <a:t> 一样在环境变量</a:t>
            </a:r>
            <a:r>
              <a:rPr lang="en-US" altLang="zh-CN" sz="2400" dirty="0"/>
              <a:t>Path</a:t>
            </a:r>
            <a:r>
              <a:rPr lang="zh-CN" altLang="en-US" sz="2400" dirty="0"/>
              <a:t>中所列出的目录中寻找命令。</a:t>
            </a:r>
            <a:endParaRPr lang="en-US" sz="2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D6FF27AA-BC08-93E5-0A8A-66F14D1DDC19}"/>
                  </a:ext>
                </a:extLst>
              </p14:cNvPr>
              <p14:cNvContentPartPr/>
              <p14:nvPr/>
            </p14:nvContentPartPr>
            <p14:xfrm>
              <a:off x="1576800" y="2023560"/>
              <a:ext cx="4830120" cy="90000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D6FF27AA-BC08-93E5-0A8A-66F14D1DDC1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67440" y="2014200"/>
                <a:ext cx="4848840" cy="91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73652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91" y="163586"/>
            <a:ext cx="10515600" cy="1020978"/>
          </a:xfrm>
        </p:spPr>
        <p:txBody>
          <a:bodyPr>
            <a:normAutofit/>
          </a:bodyPr>
          <a:lstStyle/>
          <a:p>
            <a:r>
              <a:rPr lang="zh-CN" dirty="0"/>
              <a:t>其他语言中调用外部命令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91" y="1184564"/>
            <a:ext cx="10886209" cy="5477493"/>
          </a:xfrm>
        </p:spPr>
        <p:txBody>
          <a:bodyPr>
            <a:normAutofit/>
          </a:bodyPr>
          <a:lstStyle/>
          <a:p>
            <a:r>
              <a:rPr lang="zh-CN" sz="2400" dirty="0"/>
              <a:t>调用外部命令的风险并非仅限于 C 程序。</a:t>
            </a:r>
          </a:p>
          <a:p>
            <a:r>
              <a:rPr lang="zh-CN" sz="2400" dirty="0"/>
              <a:t>我们应该避免类似由 system() 函数引起的问题。</a:t>
            </a:r>
          </a:p>
          <a:p>
            <a:r>
              <a:rPr lang="zh-CN" sz="2400" dirty="0"/>
              <a:t>例如：</a:t>
            </a:r>
            <a:endParaRPr lang="en-US" sz="2400" dirty="0"/>
          </a:p>
          <a:p>
            <a:pPr lvl="1"/>
            <a:r>
              <a:rPr lang="zh-CN" sz="2000" dirty="0"/>
              <a:t>Perl：open () 函数可以运行命令，但它是通过shell</a:t>
            </a:r>
            <a:endParaRPr lang="en-US" sz="2000" dirty="0"/>
          </a:p>
          <a:p>
            <a:pPr lvl="1"/>
            <a:r>
              <a:rPr lang="zh-CN" sz="2000" dirty="0"/>
              <a:t>PHP： system () 函数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marL="457200" lvl="1" indent="0">
              <a:buNone/>
            </a:pPr>
            <a:endParaRPr lang="en-US" sz="1000" dirty="0"/>
          </a:p>
          <a:p>
            <a:pPr lvl="1"/>
            <a:r>
              <a:rPr lang="zh-CN" sz="2000" dirty="0"/>
              <a:t>攻击：</a:t>
            </a:r>
          </a:p>
          <a:p>
            <a:pPr lvl="2"/>
            <a:r>
              <a:rPr 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http://localhost/list.php?dir=.;date</a:t>
            </a:r>
          </a:p>
          <a:p>
            <a:pPr lvl="2"/>
            <a:r>
              <a:rPr lang="zh-CN" dirty="0"/>
              <a:t>服务器上执行的命令： </a:t>
            </a:r>
            <a:r>
              <a:rPr lang="zh-CN" dirty="0">
                <a:cs typeface="Courier New" panose="02070309020205020404" pitchFamily="49" charset="0"/>
              </a:rPr>
              <a:t>“ </a:t>
            </a:r>
            <a:r>
              <a:rPr 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/bin/ls .;date </a:t>
            </a:r>
            <a:r>
              <a:rPr lang="zh-CN" dirty="0"/>
              <a:t>”</a:t>
            </a:r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E1F1D7-30C0-45BA-86A1-D7FA7D1049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860" t="32160" r="18156" b="50953"/>
          <a:stretch/>
        </p:blipFill>
        <p:spPr>
          <a:xfrm>
            <a:off x="935004" y="3266177"/>
            <a:ext cx="8867371" cy="180040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CE8A599D-6833-D759-4C2B-B0A7F21D6E7F}"/>
                  </a:ext>
                </a:extLst>
              </p14:cNvPr>
              <p14:cNvContentPartPr/>
              <p14:nvPr/>
            </p14:nvContentPartPr>
            <p14:xfrm>
              <a:off x="831960" y="4468680"/>
              <a:ext cx="5171400" cy="179388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CE8A599D-6833-D759-4C2B-B0A7F21D6E7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2600" y="4459320"/>
                <a:ext cx="5190120" cy="18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38016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2238"/>
            <a:ext cx="10515600" cy="1020978"/>
          </a:xfrm>
        </p:spPr>
        <p:txBody>
          <a:bodyPr/>
          <a:lstStyle/>
          <a:p>
            <a:r>
              <a:rPr lang="zh-CN" dirty="0"/>
              <a:t>隔离原理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5261"/>
            <a:ext cx="10515600" cy="47417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sz="2800" dirty="0"/>
              <a:t>原则：</a:t>
            </a:r>
            <a:r>
              <a:rPr lang="zh-CN" sz="2800" dirty="0">
                <a:solidFill>
                  <a:srgbClr val="C00000"/>
                </a:solidFill>
              </a:rPr>
              <a:t>不要将代码和数据混在一起。</a:t>
            </a:r>
            <a:endParaRPr lang="en-US" sz="280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zh-CN" sz="2800" dirty="0"/>
              <a:t>因违反此原则而引发的攻击：</a:t>
            </a:r>
          </a:p>
          <a:p>
            <a:pPr lvl="1"/>
            <a:r>
              <a:rPr lang="zh-CN" sz="2400" dirty="0"/>
              <a:t>系统( )代码执行</a:t>
            </a:r>
          </a:p>
          <a:p>
            <a:pPr lvl="1"/>
            <a:r>
              <a:rPr lang="zh-CN" sz="2400" dirty="0"/>
              <a:t>跨站脚本攻击——更多信息请参见第十章</a:t>
            </a:r>
          </a:p>
          <a:p>
            <a:pPr lvl="1"/>
            <a:r>
              <a:rPr lang="zh-CN" sz="2400" dirty="0"/>
              <a:t>SQL注入——更多信息请参见第11章</a:t>
            </a:r>
          </a:p>
          <a:p>
            <a:pPr lvl="1"/>
            <a:r>
              <a:rPr lang="zh-CN" sz="2400" dirty="0"/>
              <a:t>缓冲区溢出攻击——更多信息请参见第4章。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74BACA6F-BCEF-92B1-5BE6-4ABA818F710E}"/>
                  </a:ext>
                </a:extLst>
              </p14:cNvPr>
              <p14:cNvContentPartPr/>
              <p14:nvPr/>
            </p14:nvContentPartPr>
            <p14:xfrm>
              <a:off x="732600" y="1148400"/>
              <a:ext cx="4792680" cy="98100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74BACA6F-BCEF-92B1-5BE6-4ABA818F710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3240" y="1139040"/>
                <a:ext cx="4811400" cy="99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01027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2238"/>
            <a:ext cx="10515600" cy="1020978"/>
          </a:xfrm>
        </p:spPr>
        <p:txBody>
          <a:bodyPr/>
          <a:lstStyle/>
          <a:p>
            <a:r>
              <a:rPr lang="zh-CN" dirty="0"/>
              <a:t>最小特权原则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09581"/>
            <a:ext cx="10515600" cy="4741702"/>
          </a:xfrm>
        </p:spPr>
        <p:txBody>
          <a:bodyPr>
            <a:normAutofit/>
          </a:bodyPr>
          <a:lstStyle/>
          <a:p>
            <a:r>
              <a:rPr lang="zh-CN" sz="2400" dirty="0"/>
              <a:t>特权程序应该被赋予执行其任务所需的权限。</a:t>
            </a:r>
          </a:p>
          <a:p>
            <a:r>
              <a:rPr lang="zh-CN" sz="2400" dirty="0"/>
              <a:t>当特权程序不需要这些特权时，禁用这些特权（暂时或永久） 。</a:t>
            </a:r>
          </a:p>
          <a:p>
            <a:r>
              <a:rPr lang="zh-CN" sz="2400" dirty="0"/>
              <a:t>在 Linux 系统中，可以使用</a:t>
            </a:r>
            <a:r>
              <a:rPr lang="zh-CN" sz="2400" dirty="0" err="1"/>
              <a:t>seteuid </a:t>
            </a:r>
            <a:r>
              <a:rPr lang="zh-CN" sz="2400" dirty="0"/>
              <a:t>() 和</a:t>
            </a:r>
            <a:r>
              <a:rPr lang="zh-CN" sz="2400" dirty="0" err="1"/>
              <a:t>setuid () 来禁用/放弃权限。</a:t>
            </a:r>
          </a:p>
          <a:p>
            <a:r>
              <a:rPr lang="zh-CN" sz="2400" dirty="0"/>
              <a:t>不同的</a:t>
            </a:r>
            <a:r>
              <a:rPr lang="zh-CN" sz="2400" dirty="0" err="1"/>
              <a:t>操作系统</a:t>
            </a:r>
            <a:r>
              <a:rPr lang="zh-CN" sz="2400" dirty="0"/>
              <a:t>有不同的实现方式。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F937F958-BC57-53DC-F6E9-026040726FDC}"/>
                  </a:ext>
                </a:extLst>
              </p14:cNvPr>
              <p14:cNvContentPartPr/>
              <p14:nvPr/>
            </p14:nvContentPartPr>
            <p14:xfrm>
              <a:off x="782280" y="1378080"/>
              <a:ext cx="6301080" cy="83196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F937F958-BC57-53DC-F6E9-026040726FD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2920" y="1368720"/>
                <a:ext cx="6319800" cy="85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13318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总结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sz="2400" dirty="0"/>
              <a:t>对特权计划的需求</a:t>
            </a:r>
          </a:p>
          <a:p>
            <a:r>
              <a:rPr lang="zh-CN" sz="2400" dirty="0"/>
              <a:t>Set-UID机制的工作原理</a:t>
            </a:r>
          </a:p>
          <a:p>
            <a:r>
              <a:rPr lang="zh-CN" sz="2400" dirty="0"/>
              <a:t>特权 Set-UID 程序中的安全漏洞</a:t>
            </a:r>
          </a:p>
          <a:p>
            <a:r>
              <a:rPr lang="zh-CN" sz="2400" dirty="0"/>
              <a:t>攻击面</a:t>
            </a:r>
          </a:p>
          <a:p>
            <a:r>
              <a:rPr lang="zh-CN" sz="2400" dirty="0"/>
              <a:t>如何提高特权程序的安全性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037139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材纹理">
  <a:themeElements>
    <a:clrScheme name="木材纹理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木材纹理">
      <a:majorFont>
        <a:latin typeface="Arial Black" panose="020B0A040201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 panose="020B06040202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木材纹理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BE1B6DD8-9976-4550-A6F4-B2DD4EA939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2545</TotalTime>
  <Words>2373</Words>
  <Application>Microsoft Office PowerPoint</Application>
  <PresentationFormat>宽屏</PresentationFormat>
  <Paragraphs>304</Paragraphs>
  <Slides>34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3" baseType="lpstr">
      <vt:lpstr>Arial</vt:lpstr>
      <vt:lpstr>Arial Black</vt:lpstr>
      <vt:lpstr>Calibri</vt:lpstr>
      <vt:lpstr>Consolas</vt:lpstr>
      <vt:lpstr>Courier New</vt:lpstr>
      <vt:lpstr>Rockwell Extra Bold</vt:lpstr>
      <vt:lpstr>Times New Roman</vt:lpstr>
      <vt:lpstr>Wingdings</vt:lpstr>
      <vt:lpstr>木材纹理</vt:lpstr>
      <vt:lpstr>Set-UID 特权程序</vt:lpstr>
      <vt:lpstr>为什么需要特权程序</vt:lpstr>
      <vt:lpstr>两层设计</vt:lpstr>
      <vt:lpstr>特权程序的类型</vt:lpstr>
      <vt:lpstr>超人故事（Superman Story）</vt:lpstr>
      <vt:lpstr>Set-UID原理</vt:lpstr>
      <vt:lpstr>Set-UID原理</vt:lpstr>
      <vt:lpstr>将一般程序转换为 Set-UID</vt:lpstr>
      <vt:lpstr>工作原理</vt:lpstr>
      <vt:lpstr>设置 UID 示例</vt:lpstr>
      <vt:lpstr>Set-UID 如何保证安全？</vt:lpstr>
      <vt:lpstr>代理超人攻击</vt:lpstr>
      <vt:lpstr>Set-UID 程序的“攻击面”- Attack Surface</vt:lpstr>
      <vt:lpstr>利用用户的输入进行攻击</vt:lpstr>
      <vt:lpstr>利用用户的输入进行攻击</vt:lpstr>
      <vt:lpstr>通过系统输入发起的攻击</vt:lpstr>
      <vt:lpstr>利用环境变量进行攻击</vt:lpstr>
      <vt:lpstr>利用环境变量进行攻击</vt:lpstr>
      <vt:lpstr>利用环境变量的system系统调用攻击</vt:lpstr>
      <vt:lpstr>权限泄露</vt:lpstr>
      <vt:lpstr>利用权限泄露进行攻击：一个例子</vt:lpstr>
      <vt:lpstr>通过权限泄露发起的攻击（续）</vt:lpstr>
      <vt:lpstr>OS X 中的权限泄漏——案例研究</vt:lpstr>
      <vt:lpstr>调用其他程序</vt:lpstr>
      <vt:lpstr>调用其他程序：不安全的方法</vt:lpstr>
      <vt:lpstr>调用程序：不安全的方法（续）</vt:lpstr>
      <vt:lpstr>注意</vt:lpstr>
      <vt:lpstr>安全的地程序：使用execve()</vt:lpstr>
      <vt:lpstr>安全地调用程序（续）</vt:lpstr>
      <vt:lpstr>其他注意事项</vt:lpstr>
      <vt:lpstr>其他语言中调用外部命令</vt:lpstr>
      <vt:lpstr>隔离原理</vt:lpstr>
      <vt:lpstr>最小特权原则</vt:lpstr>
      <vt:lpstr>总结</vt:lpstr>
    </vt:vector>
  </TitlesOfParts>
  <Company>Syracuse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昕 宋</cp:lastModifiedBy>
  <cp:revision>147</cp:revision>
  <dcterms:created xsi:type="dcterms:W3CDTF">2017-10-29T00:53:57Z</dcterms:created>
  <dcterms:modified xsi:type="dcterms:W3CDTF">2026-03-09T07:20:15Z</dcterms:modified>
</cp:coreProperties>
</file>
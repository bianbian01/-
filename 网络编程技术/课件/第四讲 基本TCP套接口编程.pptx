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9" r:id="rId3"/>
    <p:sldId id="257" r:id="rId4"/>
    <p:sldId id="302" r:id="rId5"/>
    <p:sldId id="268" r:id="rId6"/>
    <p:sldId id="269" r:id="rId7"/>
    <p:sldId id="303" r:id="rId8"/>
    <p:sldId id="284" r:id="rId9"/>
    <p:sldId id="304" r:id="rId10"/>
    <p:sldId id="305" r:id="rId11"/>
    <p:sldId id="285" r:id="rId12"/>
    <p:sldId id="306" r:id="rId13"/>
    <p:sldId id="307" r:id="rId14"/>
    <p:sldId id="308" r:id="rId15"/>
    <p:sldId id="309" r:id="rId16"/>
    <p:sldId id="311" r:id="rId17"/>
    <p:sldId id="288" r:id="rId18"/>
    <p:sldId id="312" r:id="rId19"/>
    <p:sldId id="313" r:id="rId20"/>
    <p:sldId id="314" r:id="rId21"/>
    <p:sldId id="290" r:id="rId22"/>
    <p:sldId id="315" r:id="rId23"/>
    <p:sldId id="293" r:id="rId24"/>
    <p:sldId id="316" r:id="rId25"/>
    <p:sldId id="300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50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13:15:17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1938 9013 10985,'11'0'-55,"-3"2"-246,-1 3 1,0-3 0,-3 5-885,1-1 760,0-4 1,-3 7-916,3-4 1340,-4-3 0,13 12 0,-5-6 0</inkml:trace>
  <inkml:trace contextRef="#ctx0" brushRef="#br0" timeOffset="1">1985 9339 7727,'-14'-2'779,"4"-3"-517,3 3 0,7-6-177,0 2 11,0 5 1,7-11 0,1 5-18,1-2-50,5 6 0,-6-6 0,8 6 0,-1-3-108,1 3 0,-1 1 1,1 1-1,-1-3-50,1-1 1,-1 0 0,1 5 136,-1 0 0,-4 0 0,-1 0 98,2 0 1,-5 7 0,-2 3 0,-3 4-64,-2 1 1,0 1 0,-2 1-141,-3 4 71,-4-4 0,-1 11 0,0-6-313,-2 2 225,-2-5 1,0 3-1,2-4-543,2 2 464,-1-9 0,-2 9 0,1-11-833,1 0 1026,8-2 0,-11-7 0,5 0 0</inkml:trace>
  <inkml:trace contextRef="#ctx0" brushRef="#br0" timeOffset="2">1969 9556 7727,'0'9'-1155,"0"-1"2473,0-3-620,0-3 0,0 7 71,0-4-559,7-3 0,-3 5 0,4-6-29,-1 4 1,5-3 0,-1 3 0,2-3-107,3-2 0,-1 0 0,3 0 1,1 0-210,1 0 1,3-5-1,-4-2 1,1 0-230,-1 0 1,-2 0-1,-1 4 1,-1-4-122,1-2 1,-6 6 0,-1-4-1,0 2-145,-1 0 1,-4-2 628,1 2 0,-3 3 0,-2-12 0,-7 12 0,-2-5 0</inkml:trace>
  <inkml:trace contextRef="#ctx0" brushRef="#br0" timeOffset="3">2481 9075 10682,'9'7'260,"-2"2"1,-7 6 0,0 2-298,0 4-15,0-4 1,0 11 0,1-7 0,3-2 61,1-2 1,2 3-1,-4 1-154,2-2 1,6-2-1,-4-3-106,1-4 1,-3-3 0,6-7-100,1 0 0,0-7 1,0-3-387,-2-4 550,1-1 0,4-6 1,1-1-1,-1-1-159,1 1 1,-1 0-1,-1 3-241,-4-2 585,4 0 0,-5 0 0,6 1 0,1 1 0,-1-5 0,1 0 0</inkml:trace>
  <inkml:trace contextRef="#ctx0" brushRef="#br0" timeOffset="4">2869 8920 7715,'0'-9'584,"0"2"0,0 9 0,0 3 0,0 6-577,0 3 1,0 3-1,0 2 1,0 3 3,0 2 1,0 2 0,0 5-732,0 0 413,0-7 1,0 4 0,0-7 0,0-2-1247,0-2 1553,0-2 0,-14-6 0,-3-2 0</inkml:trace>
  <inkml:trace contextRef="#ctx0" brushRef="#br0" timeOffset="5">2698 8842 8143,'-2'11'578,"-1"-1"-333,-2 2-153,0-5 1,5 7-1,-2-4 249,-3 4-205,3 8 0,-5-3 0,7 7 184,0 2-339,0 1 1,0 2 0,0 2 0,0 1-336,0 3 1,0-6-1,0-7 1,0-2-333,0-3 0,0-2 0,0-1 686,0-1 0,0 1 0,-7-8 0,-1-1 0</inkml:trace>
  <inkml:trace contextRef="#ctx0" brushRef="#br0" timeOffset="6">2636 9308 7715,'-8'0'289,"-6"0"141,12 0-145,-5 0-94,7 0 0,2 0-166,3 0-71,4 0 1,6 0 0,1 0-1,-1 0-94,1 0 1,-1 0 0,1 0-1,-1 0 21,1 0 0,-6 0 0,-1 2 1,-2 3 56,-4 5 0,4 0 0,-2 4 1,-3 5 39,-6 4 1,-4 2 0,-10 6 0,0 0-25,-3 0 0,-7-5 1,2-2-288,-3-1 234,-2 4 1,5-11 0,0 1-247,-1-5 222,4-8 0,1 3 1,7-7 123,-1 0-36,7-7 1,-3 3 131,7-6 1,2 1 0,8-1 199,5 5 1,4 3-1,2 2 1,-1 0 5,1 0 1,-1 0 0,1 0 0,-1 2-136,1 3 1,-1-2 0,1 8-238,-1 1 0,1 0 0,-1-2 0,-1-3-1431,-4 0 1500,4-5 0,-5 5 0,6-7 0</inkml:trace>
  <inkml:trace contextRef="#ctx0" brushRef="#br0" timeOffset="7">2683 9509 7638,'15'0'204,"-4"-5"86,-1 0 1,0 0 0,6 5-71,-1 0 0,1 0 0,1 0-217,4 0-6,-4 0 1,7 0-1,-5 0 10,2 0 9,6 0 0,-8 0 0,5 0-40,-1 0-17,-3 0 1,-4 0-1,-1 2 1,1 1-113,-1 2 1,-6 7 0,-4-1 28,-3 3 1,-4 1 0,-3 1 0,-7-1-91,-7 1 1,0-1 0,-5 1-1,0-1-40,0 1 1,5-1-1,-4 1 1,3-3 80,-1-2 1,0-3 0,6-4 172,-1 1 0,1 0 0,-1-5 0</inkml:trace>
  <inkml:trace contextRef="#ctx0" brushRef="#br0" timeOffset="8">2791 9494 7560,'0'10'659,"0"1"0,0-6 0,0 5-539,0 2 1,0 2 0,0 2 0,0-1-187,0 1 0,0-1 1,2 1-1,1-1-81,3 1 1,0-1-563,0 1 29,-5-8-172,6 6 499,0-12 1,-5 3-133,3-10 445,-3-4 1,-2-6 0,0-1 0,0 1 59,0-1 1,1 1 0,3-1 335,1 1 0,2 6-17,-2 4 0,-1 3 0,4 4 1,-1 5-42,-3 8 0,2 2 0,0 9 0,-1 2-365,2 1 0,-6 4 0,5 0-1029,-5-2 786,-1 3 0,0-17 310,0 4 0,7-4 0,2-1 0</inkml:trace>
  <inkml:trace contextRef="#ctx0" brushRef="#br0" timeOffset="9">3334 9075 7747,'-9'9'2065,"2"5"-1942,7-4 1,0 4 0,0 3-108,0 4 1,0-4 0,0 5 0,0-1-149,0 0 0,6 4 1,-1-4-286,-2-2 267,-1-2 1,-2-1-328,0-1 293,7-6 1,-5 0-216,3-4 257,-4-10 1,-1 3 0,0-15 0,0-4 4,0-5 0,0-3 0,2-2 0,2 0 112,1 0 0,5 3 0,-3 1 0,0-3 132,0 3 0,3 6 1,-3 0-1,0 4 311,0 2 0,5 6-113,-2 4 0,-1 3 0,-1 4-96,-1 3 1,4 4 0,-6 6-15,-2 1-114,-1 6 0,0-5 0,1 6-79,2-1 70,1-5 1,-6 13 0,0-6-85,0 0 63,0 5 1,-6-6 0,-1 4-1,1-3 56,-1-1 1,2-1 0,3-5 0,-2 1-8,-1-5 0,0-1-33,5 4-179,0-7 1,2-3 0,3-7-124,5-4 1,-1 1 0,1-6 0,1-2-313,-3-2 0,6-2-157,-4 1 372,4-1 0,-4 3 0,-1 1-559,-2 1 891,5 8 0,-3-11 0,6 5 0,1-6 0</inkml:trace>
  <inkml:trace contextRef="#ctx0" brushRef="#br0" timeOffset="10">3908 9044 9643,'0'16'112,"0"-1"0,0 1 0,0-1-265,0 1 112,0-1 1,0 1-1,0-1-614,0 1 261,0-1 0,0-4-195,0-1 1,0-8 435,0-2 1,0-12 0,0-11 0,0-1 72,0-4 1,5 4-1,0 0 1,-2 0 113,-1 0 0,3 5 1,2-2-1,0 4 292,0 2 1,3 4-1,-3 3 147,2 1 0,-4-4-57,5 6-291,1 0 0,-1 5 67,0 0-99,-6 7 1,4-5 0,-4 5-21,1-1-23,0 3 0,-5 7 0,0-1 0,0 1 2,0-1 1,0 2 0,-1 2 0,-3 2 41,-1-2 1,-2-2 0,4-1 0,-3-1 82,3 1 1,-4-1-163,2 1 1,-2-8 0,4-1-144,-3 0-105,1-5 134,5 5 1,2-14-384,3-3 287,-3 3 0,12-7 0,-6 3-128,1-2 1,5 2-1,-6 1 1,3 0-117,-1 1 1,-5-3 0,4 5 115,-2-2 1,3 4 322,-5-5 0,7 7 0,-3-4 0</inkml:trace>
  <inkml:trace contextRef="#ctx0" brushRef="#br0" timeOffset="11">3939 9308 7772,'-11'7'157,"1"3"0,1-1 0,-3-1 388,2-1 135,7-2-471,-4 2 1,8-5 0,5 3 0,4-3-266,4-2 1,1-5 0,2-2 0,2 0-105,2 0 1,0-3 0,-6 5 0,1 1-85,-1 2 1,1 2 0,-1 0 32,1 0 1,-6 2 0,-1 3-1,-2 6 186,-4 2 0,-1 5 1,-4 1-1,-3 1 207,-5-1 1,-4 4 0,-2-3 455,1-1-477,-1-2 0,-1-1 1,-2 0 550,-2-1-432,1 1 0,4-1 150,1 1-103,6-8-368,2 6 0,9-12 1,3 3-85,5-3 1,4-2 0,2-2 0,1-2-18,4-1 1,-4 0 0,5 5 0,-1 0 60,0 0 1,-1-5 0,-4 0 0,-1 1 69,1 3 0,-1 2 0,1 3 157,-1 1 1,-6 7-1,-4-2 351,-3 4-380,-2 2 0,-7 4 0,-5 3 224,-7 1-283,2 2 0,-13 5 0,5 0 3,-5 0-25,-1 0 1,2-5 0,1-2 0,4-4-242,2-6 1,1 0 0,6-9 0,-1-1-351,1-3 0,6-8 1,4-3-1,3-5 555,2-6 0,0-10 0,0-9 0</inkml:trace>
  <inkml:trace contextRef="#ctx0" brushRef="#br0" timeOffset="12">2155 10704 7556,'-15'0'1575,"6"0"-803,2 0-566,7 0-81,0 0 0,7 0 0,4 0 21,2 0 1,3 0 0,-1 0-224,1 0 1,-1-5 0,1 0 0,-1 1-153,1 2 0,-6 2 1,1 0-195,1 0 0,2 0 62,1 0 0,-5 0 140,1 0 325,-8 0 1,2 0-1,-8 2-12,-2 3 1,-6-1 0,4 6 35,-1 2 0,3 2 1,-4 2 28,2-1-126,-5 1 1,10-1 0,-3 1-99,3-1 72,-4 1 1,4-1 0,-3 1-12,3-1 1,2 1 0,0-1 0,0 1 12,0-1 0,0 1-149,0-1 0,0 1-775,0-1 375,0 1 394,0-8 0,0 1 1,-2-6-70,-3 3 0,-2 1 331,-3-2-72,-4-4 1,11 6 0,-6-5 416,2 3-258,2-3 1,0 7 451,0-4 163,-1-4 423,6 6-805,0-7 1,2 0-335,3 0 1,4-5 0,6 0 0,1 0-136,-1-2 1,6 5-1,0-3-849,-2 3 742,5-5 0,-7 6 1,6-4-1,-3 3-416,1 2 1,0 0 0,-6 0-843,1 0 987,-1 0 0,1-5 413,-1-1 0,1-13 0,-1 2 0</inkml:trace>
  <inkml:trace contextRef="#ctx0" brushRef="#br0" timeOffset="13">2559 10751 7694,'0'-9'265,"0"0"621,0 4 1,6 3-721,5-3 1,3 4 0,1 1 0,1 1-222,-1 4 1,1-1 0,-1 4-1,1 1 2,-1 0 1,1-1-1,-3 4 1,0-3-105,-3-2 0,-5 5 0,4-2-50,-2 4 0,-2-4 1,-7 1-94,-3 1 0,-4 0 0,-6-2 0,-1-3-11,1 0 0,-1-5 1,1 3 245,-1-3 30,1-2 1,-1 0 170,1 0-68,-1-7 1,8 3 0,1-4 476,0 1 71,5-5 1,-3 10-271,10-3 1,-2 5-1,6 5 1,-2 7-77,-4 7 0,4 5 0,-2 9 0,-1 3-133,-2 5 1,3 4-1,0 4 1,-2 1-450,-1 1 1,-2-6 0,0-10 0,0-8-1934,0-6 2245,0-4 0,7-15 0,2-4 0</inkml:trace>
  <inkml:trace contextRef="#ctx0" brushRef="#br0" timeOffset="14">2962 10921 7485,'-16'0'-624,"8"0"0,-1 0 2190,4 0-326,3 0-1117,-5 0 0,14 0 0,3 0 0,4 0-67,2 0 1,4-2 0,1-1-1,0-4-140,1-2 0,-5 4 0,4-3 0,-4-1-301,-1 0 0,-1 4 0,1-5 0,-1 0-117,1 1 0,-6-5-84,1 4 491,-8-4 0,4-1 1,-7-1 32,0 1 31,-7-1 1,4 1 0,-8 1-1,-1 2 244,-2 1 1,4 8-1,0-2 246,-2 3 0,0 4 0,0 3-170,1 5 1,8 6-1,-2 4 1,3 6-66,2 4 0,0 1 1,0 0-1,0 0-98,0 0 0,0 5 1,0 2-1,0 1-159,0 5 1,0-7-1,0-2 1,2-8-82,3-6 1,-4-4-1,6-3-38,0-3 0,-5-11 0,5-13-479,0-5 455,1-7 1,3-6-1,-1-1 1,2-3-173,2-1 1,1-2-1,1 4 1,-1-1 182,1 6 0,1-2 0,2 5 0,3-3 202,3-2 0,-5 6 0,4 5 0,1 4 38,-1 6 0,-5-2 1,1 7-1,-2 1 272,-3 2 0,1 2-38,-1 0 0,-5 0 0,-1 2-153,-2 3 0,-2 4 0,-5 7 43,0-1-148,0 1 1,-5 1 0,0 3 0,0 5 10,-2-1 0,0 5 0,-5-5-146,1 0-28,8-1 1,-9-6-1,5 0 1,0 0-615,0-3 0,-5-9 476,2 1 0,3-6 1,2-6-1,3-4 250,2-4 0,-7-15 0,-2-4 0</inkml:trace>
  <inkml:trace contextRef="#ctx0" brushRef="#br0" timeOffset="15">3458 10611 7653,'0'10'99,"0"1"29,7-1 0,-5 5 0,3 1 259,-3-1-281,-2 1 0,0 5 0,0-1 0,0 1-128,0 1 1,0-3 0,0 6 0,-2-3-347,-3-3 1,3-2-1,-5-3 1,2-2-124,0-2 1,-2-6 490,2 1 0,-4-3 0,-7-2 0</inkml:trace>
  <inkml:trace contextRef="#ctx0" brushRef="#br0" timeOffset="16">3365 10471 7088,'-2'11'-134,"-1"1"0,-2 3 745,1 4 0,2 10 0,2 3 0,0 7-403,0 6 1,0 2 0,0-1 0,0 1-63,0-1 1,0-1 0,2-4 0,2-3 27,1 0 0,2-5 0,-4 3-173,2-3-15,7-9 1,-8 5 0,4-5 0,1 1-93,0-5 1,-6-8 0,4-3-465,0-2 357,-5 5 1,6-10 0,-4 1 0,1-6-165,-2-8 0,6-4 0,1-6 0,2-5-100,-1-3 0,8-7 1,-4 0 476,2 1 0,1-5 0,-3 1 0</inkml:trace>
  <inkml:trace contextRef="#ctx0" brushRef="#br0" timeOffset="17">3861 10828 6955,'-8'0'869,"1"0"-1057,7 0 75,0 0 0,1-5 0,3-2 0,3-2-11,1-3 1,-2 4 0,2-3 0,1-1-6,-1-1 0,-4-3 0,3 1 0,-2-1 92,0 0 1,0 1 0,-3-1 0,1 1-14,3-1 1,-1 1 210,-5-1 13,0 1 339,0 6-51,0 2 242,0 7-508,-7 7 1,5 2 0,-3 6 0,3 3-60,2 2 0,0-1 0,0 5 0,0 1-52,0-1 1,0-5 0,0 3-1,0-1-23,0-1 0,0 3 0,0-4 1,0 1 19,0-1 1,0 4 0,0-2 0,0-3-48,0 0 0,0-3 0,2 1-516,3-1 113,-3 1 296,5-8 0,-6-1 0,3-8-232,1-5 219,0 5 1,0-13 0,1 4 0,-1-4 6,2-2 1,-6 6 0,6 0 37,0-3 0,-3 0 1,4-3-66,-1 1 1,3 4 24,-4 1 0,4 5 72,-5-6 0,0 6 353,-5-5 109,0 7-265,0-4-140,0 7 0,0 1 67,0 5-434,0-5 62,-7 6 0,6-5-334,-5 3 477,5-3 157,1 5 146,0-7-410,0 0 1,-7 0 0,-2 0 0</inkml:trace>
  <inkml:trace contextRef="#ctx0" brushRef="#br0" timeOffset="18">4140 10564 9516,'0'16'188,"0"-1"1,0 1 0,0 1-217,0 4 1,0-2 0,0 7-461,0 1 418,0 3 0,0-6 0,0-2-995,0 0 789,0-4 0,0 4 0,0-6 276,0-1 0,0 1 0,0-1 0</inkml:trace>
  <inkml:trace contextRef="#ctx0" brushRef="#br0" timeOffset="19">4109 10952 7682,'-7'9'-356,"6"-1"962,-5-2 1,5-3 324,1 7-201,0-6-604,0 3 0,1-7 0,5 0 0,4 0-110,4 0 1,1 0 0,1-2 0,-1-1-9,1-3 0,4 1 1,1 5-1,0 0-99,1 0 1,-5 0 0,6 0-1,-2 0-97,-1 0 0,1 0 0,-6 0-308,1 0 1,-1-5-1016,1 0 1044,-7 0 0,-3 3 467,-6-3 0,-6-4 0,-3-6 0</inkml:trace>
  <inkml:trace contextRef="#ctx0" brushRef="#br0" timeOffset="20">4326 10564 7682,'0'16'509,"0"-1"0,-1 1-347,-5-1 0,5 1 0,-4-1 0,3 3 281,2 2 0,0-2 1,0 4-230,0 0-137,0-4 1,0 4-1,0-6-132,0-1-16,0 1 1,0-1-186,0 1 1,2-8 188,3-3 0,-2-3 138,8-2 0,-6 0 1,3-2-1,1-1-12,0-2 0,-4-6 0,3 5 1,1-3-157,0-3 1,-1 3 0,4-1 0,-1-2-83,1-2 0,-4 4 0,1-1 0,-1 1-148,1 1 1,-4-3 0,4 5-471,-2-1 140,5 4 127,-10-2 530,4 6 0,-12 6 0,-3 3 0</inkml:trace>
  <inkml:trace contextRef="#ctx0" brushRef="#br0" timeOffset="21">13057 6453 7995,'0'-10'575,"0"0"0,1 6-296,5-1 0,-3 3-139,7 2 1,-5 0 0,4 2-45,-2 3 1,0 4-1,-4 8 1,3 2-18,-3 2 0,4 6 1,-2-1-1,-2 4-26,-1 1 0,-2 5 0,0 2-114,0 1 41,0-4 1,0 8 0,-2-7-415,-3-1 319,4-3 1,-11-2 0,5-5-427,-2-4-401,6-11 456,-4 4 1,1-19 0,1-2 0,2-8 485,1-6 0,2-7 0,7 4 0,2-7 0</inkml:trace>
  <inkml:trace contextRef="#ctx0" brushRef="#br0" timeOffset="22">13258 6391 7715,'2'-13'17,"3"2"0,-1-1-288,6 7 0,-5-5 0,5 4 722,2 3 0,-3 1 0,1 2-304,2 0 1,2-5 0,2 0-132,-1 2 1,1-4-1,-1 0 1,1 0-78,-1 0 0,-4 2 0,-1 3 0,2-1-14,2-3 1,0 0-1,-2 2-26,-2-1 0,0 0 138,6 5-84,-8 0 226,-1 0 85,0 0 29,-5 0-227,5 0 1,-7 7 32,0 3 0,0 4 0,0 1-3,0 1 0,0-1 0,0 1 0,0-1-1,0 1 1,0 1-1,0 2 1,0 3 29,0 3 1,0 0 0,0 6-1,2 2 94,3 3 1,-4-1 0,5 5 138,-5-3-218,-1 7 0,6-5 1,-1 6-119,-2-4 65,-1-3 1,-2-8 0,0-3-206,0-1-119,0-7-419,0 3 516,-7-13 0,5-4 0,-3-10 19,3-5 1,1 1 0,-3-1 0,-1-2-159,2-2 0,1-2 0,2 1 279,0-1 0,-7 1 0,-2-1 0</inkml:trace>
  <inkml:trace contextRef="#ctx0" brushRef="#br0" timeOffset="23">13258 6655 8684,'0'-10'316,"0"-1"-143,0 8 1,0-6 0,2 6 136,3-2-271,-3 0 0,12 5 0,-6-2-180,1-3 56,5 3 0,-6-5 1,8 7-348,-1 0 0,1 0 1,-1 0-1081,1 0 1512,-8 0 0,6-7 0,-5-1 0</inkml:trace>
  <inkml:trace contextRef="#ctx0" brushRef="#br0" timeOffset="24">13289 6779 7631,'-8'9'869,"2"-2"-622,12-7 1,-3-2-1,7-1 1,2-3-394,2 3 0,3-4 0,2 0 1,2 0-220,-2 0 1,0 2 0,-2 3-472,-1-3 630,3 4 1,-11-6-1,6 5-199,-4-3 310,4 3 1,-10-7 94,6 4 0,-7-3 0,4-8 0</inkml:trace>
  <inkml:trace contextRef="#ctx0" brushRef="#br0" timeOffset="25">13336 6531 7547,'0'-16'-410,"0"1"1,0 5 1784,0-1-284,0 8-347,0 10-550,0 10 1,1 9 0,3 0-1,1 1-42,-1 3 0,-1 1 0,0 1 0,3 5-220,-3 4 0,1-3 0,-1 0 1,2-2-410,-1 0 1,-3 5 0,-1-4 0,2-3 476,3-1 0,-3-9 0,5-2 0</inkml:trace>
  <inkml:trace contextRef="#ctx0" brushRef="#br0" timeOffset="26">13894 6391 7664,'-15'9'-167,"4"-2"624,1-7 1359,-1 0-1169,3 0-437,1 0 0,19-5-227,4 0 1,3-2 0,-4 3 0,1-1-3,-1 2 1,2-1 0,2 1-253,2-2 200,0-1 0,-11 6 0,0 0 0,2 0-95,2 0 1,-4 6 0,-1 0-41,-2 3 141,-2-6 0,-5 11 1,0-3-1,0 2-92,0 3 1,-7-1-1,-3 3 1,-4 1 99,-1 1 1,-6 1-1,0-6 1,2 1 106,2 0 1,2-3 0,-3-1 0,1-1 374,2 1 1,-4-4 178,8 3-504,-3-1 1,8-1 0,6-4-72,8-3-42,6-2 0,-2-7 1,2-2-184,3 0 68,2-4 0,-3 6 1,-1-5-1,1 3-122,-1 2 1,1-5-1,-1 4 1,1-3-79,-1 1 1,-5 5 0,1-6-138,1-1 0,-5 4-187,-2-3 652,-3 8 0,-9-11 0,-2 5 0</inkml:trace>
  <inkml:trace contextRef="#ctx0" brushRef="#br0" timeOffset="27">13816 6515 7439,'-1'-13'-357,"-4"2"586,3 4 1,-5 9 0,7 5 0,0 7 128,0 5 0,0 8 1,0 1-1,0 5-126,0 3 0,-5 5 0,0-5 0,1-1-106,2-2 1,2-2-1,0-2 26,0-3-114,0 3 1,-5-12-1,0 4-317,2-4 132,1-8 1,0 5 0,-1-4-807,-2 4 611,-7-5 0,8 3 0,-6-7-538,-2-2 0,3-1 880,-1-2 0,-1-7 0,-4-2 0</inkml:trace>
  <inkml:trace contextRef="#ctx0" brushRef="#br0" timeOffset="28">13863 6236 7632,'-7'16'889,"5"-8"1,-5 1-862,7-4 1,2-3 0,2 5-271,1 0 0,5-4 1,-5 7-1,1 3-939,0 0 1181,-4-4 0,12 12 0,-5-4 0</inkml:trace>
  <inkml:trace contextRef="#ctx0" brushRef="#br0" timeOffset="29">14297 6345 8382,'-8'0'1773,"2"0"1,12 0-1655,4 0 0,4-5 0,1-2 0,1 0-157,-1 0 0,6 0 0,0 4 0,-1-3-382,3 3 0,-6 1 1,4 2-1,-4 0-91,-2 0 0,-4 0 0,-1 0-356,2 0 1,-5 2-66,-2 3 493,-3-3 439,-2 12 0,-14-6 0,-3 8 0</inkml:trace>
  <inkml:trace contextRef="#ctx0" brushRef="#br0" timeOffset="30">14235 6624 7863,'-10'0'1381,"-1"0"-609,8 7-143,-4-5-484,7 5 0,2-7 0,3 0 17,5 0-172,4-7 0,2 5 0,-1-5 0,2 2-103,4 0 1,-4 0 0,4 5 0,-2 0-130,2 0 1,-4-2 0,4-2 0,-4-1-127,-2 2 1,1-1-1,-1 1-126,1-2 1,-6-6-1,-1 4-69,-2-1 0,-2 3 563,-5-6 0,0 8 0,-7-11 0,-2 5 0</inkml:trace>
  <inkml:trace contextRef="#ctx0" brushRef="#br0" timeOffset="31">14313 6314 8333,'0'15'606,"-5"1"1,-1-1-290,3 1-173,1 6 0,2-3 0,0 5-8,0-1-153,0 4 0,0-4 0,0 4 0,0-1-122,0 2 1,0-4 0,0 0-1,0-2-789,0-3 0,0 4-659,0-3 1587,0 1 0,0-12 0,-7-9 0,-1-9 0</inkml:trace>
  <inkml:trace contextRef="#ctx0" brushRef="#br0" timeOffset="32">14437 6205 8380,'-9'0'880,"2"2"0,7 3-857,0 5 0,0 4 1,0 3-87,0 4 78,0-4 1,5 8 0,1-7 7,-3 3 27,-1 7 0,-2-4 0,0 7-40,0 0 11,0 0 0,0 0 1,0 2-1,0-1-48,0 0 1,0 0 0,0-9 0,0-1-753,0 0 1,0-6 138,0-6 1,0-8 0,0-2 639,0-9 0,-7-11 0,-2-4 0</inkml:trace>
  <inkml:trace contextRef="#ctx0" brushRef="#br0" timeOffset="33">14096 6283 7207,'-16'5'-1289,"1"0"1352,-1 7-37,1-10 1,6 7 331,4-4-198,3-4 1,2 8 508,0-4-389,0-3 0,5 7 1,2-4 33,2 5 0,-1 4 0,4 1 1,-1 1-175,1-1 1,-4 3 0,1 1 0,0 3-118,-1 2 1,-3 0 0,4 6 0,0-1-74,-1 4 1,-4 1-1,1-3 1,-3 0 17,-2 0 1,0 0-1,0-2 1,0-1 27,0-2 1,-6-7 0,0 0-162,-3-7 72,6 2 1,-11-13-176,3 5 120,4-5 0,-5-8-137,7-3 211,0-4 0,3 4 0,-1 0 147,-2-2 613,0 5-264,5-7 1,6 12-69,5-3 1,3 3 0,1 2-204,1 0 1,4-5 0,1 0 0,0 1-58,1 3 0,2 1 1,7-2-168,0-3 40,0 3 1,0-5 0,-1 7-219,-5 0 162,5 0 1,-8 2-1,4 1 1,-5 3-355,-4-3 0,-2 0 1,1 1-1487,-1 1 325,-6 0 1604,5-5 0,-13-7 0,6-1 0</inkml:trace>
  <inkml:trace contextRef="#ctx0" brushRef="#br0" timeOffset="34">15026 6050 8824,'-15'2'75,"-1"3"0,0-2 0,1 8 0,-1 1 247,1 2 0,-2 3 1,-2 2-1,-4 3 36,-1 2 0,4 2 1,-5 5-1,3-1-390,3-5 0,2 5 0,3-6-105,4 0 128,-4-2 1,12-11-116,-3-1-238,3-7 229,9 4 0,-3-7 0,6 0 49,2 0 0,2 0 1,1-1-1,1-3-89,-1-1 0,3 0 0,1 3 0,1-1 38,-1-2 0,-2-1 1,-1 6-1,-1-1 5,1-5 1,-1 5-1,1-4 1,-1 3-69,1 2 1,-6-5 0,1 0-1,-1-1-697,-1-1 259,4 6 264,-11-13 372,5 12 0,-14-5 0,4 2 0,-8 0 0,-1 2 0,-1 1 0,-3 2 0,-6-7 0,-3-2 0</inkml:trace>
  <inkml:trace contextRef="#ctx0" brushRef="#br0" timeOffset="35">14886 6205 7651,'0'-15'-205,"0"-1"1,0 6-1,0 0-120,0-3 729,0 0 1,2 4 24,3 4 0,-3 10 0,3 5 513,-3 4-732,-2 2 0,0 1 1,2 4 389,3 4-434,-3 5 1,4 3 0,-6 1 0,0 4-17,0 2 0,2 1 0,2 5 0,1 3-65,-2 2 0,-1-2 0,-2 2 1,0-2-175,0-3 0,0-4 1,0-5-1,0-2-193,0-6 0,-5-8 0,-2-2-239,-2-7 0,4-5 1,-3-9 11,1-3 0,1-4 1,5-8-1,-3-2 509,-1-2 0,-7-6 0,3 3 0</inkml:trace>
  <inkml:trace contextRef="#ctx0" brushRef="#br0" timeOffset="36">14886 6422 6836,'-1'16'251,"-4"-1"1,1 3 0,-6 1-1,-2 1 372,-2-1 1,4 5-1,-1 2 1,-1 4-439,-2 1 0,-1-2 0,1-2-338,4-1 154,-4 0 1,7-2-1,-3-3-945,5-4 380,-4-8-1126,7-2 837,-5-7 853,7 0 0,0-14 0,0-3 0</inkml:trace>
  <inkml:trace contextRef="#ctx0" brushRef="#br0" timeOffset="37">14917 6546 7651,'16'6'238,"-1"-1"0,-1 7 1,-2-2 930,-1 4-851,-1 2 1,4-1-1,-2 2 252,-2 4-432,1-4 1,2 11-1,-1-8-289,-1-1-58,-1-1 0,0-5 1,-1 0-1,0-5-1186,-1-1 1395,-4-2 0,9-5 0,-4 0 0</inkml:trace>
  <inkml:trace contextRef="#ctx0" brushRef="#br0" timeOffset="38">15212 6236 8327,'-9'0'1291,"3"2"-980,6 3 1,0 4-186,0 6 1,0-4-1,1-3 1,4-1-79,6-3 0,-3-3 1,3-1-196,1 0 1,2 0-1,1-1-55,1-5 1,-8 3-211,-3-7 292,4-1 1,-7-4-1,3-1-68,-3 1 0,-2-1 111,0 1 71,-7 6 1,3 2 0,-6 7-1,-2 0 97,-2 0 0,-1 0 1,1 2-1,2 1 54,1 3 1,1 6 0,-5-4-1,1 3-151,3-1 1,-2 0-375,2 6 0,4-1-1420,2 1 1800,4-8 0,1 6 0,0-5 0</inkml:trace>
  <inkml:trace contextRef="#ctx0" brushRef="#br0" timeOffset="39">15197 6500 7628,'-16'0'1074,"6"0"-470,-1 0 0,3 2 222,-3 3-743,5-3-52,6 11 0,1-9-447,4 6 293,-3-6 0,10 4 1,-5-4-201,2 1 1,-4 0 0,4-3-236,-3 3 0,0-2 563,-6 8 1,0-1 147,0 6 1,0-6 0,0 0 37,0 2 0,-6-3 0,1 1-40,2 2 0,-4-3-185,2 1 0,-6-5-117,6 6 0,0-8-2,5 4 41,0-7 1,2 0 11,3 0 0,4 0 66,6 0 0,-5 0 173,1 0 0,-8 2 0,2 3 48,-3 5 1,-2-1 0,0 1 0,0 2 141,0 2 1,-2 2 0,-1-1 156,-2 1 1,0-1-250,5 1 1,-6-1-73,1 1 123,0-8-207,5 6-61,0-5 1,2-1-1,1-1 47,2 0-17,1-5 1,-5 7 175,4-4 0,-1-4-109,6 5 0,-5-5 1,6-1-239,1 0 1,-4 0 0,3 0-384,1 0 1,2-7-1,1-1 1,1-3 503,-1 1 0,1-7 0,-1-7 0</inkml:trace>
  <inkml:trace contextRef="#ctx0" brushRef="#br0" timeOffset="40">15615 6159 7649,'2'-16'-121,"3"1"0,-3 4 92,3 1 770,-3 7-216,-2-4 99,0 7 1208,0 0-1957,-7 7 236,5-6-60,-5 13 0,6-12-29,-5 3 0,5-2-128,-5 3 6,5-5 76,1 6 43,0-7 449,0 0-421,0 7 0,0-3-34,0 6 1,-2 0-1,-1 6 1,-4-1 112,-2 1 0,4 1 0,-5 4 146,-2 5-186,-2-4 0,3 5 1,3-6-234,1-2 92,-5 5 0,10-12 1,-5 4-218,0-2 0,6-6 0,-3 1-24,8-2 1,-1-4 0,7-6 0,2-4 91,2-2 0,-3 4 0,-1-4 329,2 3 1,-3 0 0,-1 8 154,-1 3 0,-2 4 0,-5 6 1,0 1 59,0-1 0,-5 1 0,-2-1 1,0 1 154,0-1 0,1 1-451,0 0 1,5-1 0,-8-6-641,4-4 140,3 3-1072,-5-6 644,14 5 0,-3-7 66,6 0 0,-5 0 1,4 2 817,-2 3 0,-2 4 0,-5 6 0,0 1-132,0-1 0,0 1 1,0-1-1,0 1 168,0-1 0,0 1 0,0-1 378,0 1 0,-2-1 1,-1 1 478,-3-1 0,1-4-28,5-1-537,0-7 0,0 6 4,0-4-133,0-3 1,5-7-236,1-11-19,6-3 1,-4-3-1,8-6 1,1-4-226,4-5 0,-2-6 1,5 0-1,-2-5-894,-3-4 0,3-8 1174,-1-2 0,7-7 0,-4-9 0</inkml:trace>
  <inkml:trace contextRef="#ctx0" brushRef="#br0" timeOffset="41">15987 5957 7683,'0'-9'785,"-6"2"0,2 7 1,-6 2-527,-2 3 0,3 4 0,-3 8 0,-3 2-134,-4 2 1,-4 5 0,2-4-1,-3 2-131,0 4 0,-3-4 0,6 0 0,0-1-634,-1-5 1,5 0-2392,-4-3 3031,11-6 0,-4-9 0,5-9 0</inkml:trace>
  <inkml:trace contextRef="#ctx0" brushRef="#br0" timeOffset="42">15801 6159 7649,'11'0'1394,"-3"1"-587,-1 5 1,-2-3-1009,-5 7 0,6-4-1959,-1 4 2160,0-7 0,2 11 0,1-5 0</inkml:trace>
  <inkml:trace contextRef="#ctx0" brushRef="#br0" timeOffset="43">15972 6112 10417,'0'10'394,"0"1"1,-2-3-1831,-3 3 814,3 3 1,-5-11 621,7 7 0,-6-6 0,-3 3 0</inkml:trace>
  <inkml:trace contextRef="#ctx0" brushRef="#br0" timeOffset="44">16034 6097 7649,'9'0'1348,"-3"0"-1092,-6 7 1,0-4 0,0 7-13,0 2 0,-1 0 1,-3 1-466,-1-3 1,-5 0 0,3 4-645,-2-4 1,4 4 864,-5-4 0,-1 4 0,-4 2 0</inkml:trace>
  <inkml:trace contextRef="#ctx0" brushRef="#br0" timeOffset="45">15739 6438 7649,'-8'7'996,"-1"-5"379,4 3-654,3 3-578,-5-6 1,9 5 0,3-7 10,6 0-98,2-7 1,3 4 0,1-8-36,4-1-43,-4 5 0,11-7 1,-6 6-1,0-2-86,1-1 1,-1 6-1,-3-4 1,2 1-236,-2-1 0,-7 6 0,-2-2 0,0 1-1108,-1-1-33,5 3 1484,-12-5 0,-9 7 0,-11 0 0</inkml:trace>
  <inkml:trace contextRef="#ctx0" brushRef="#br0" timeOffset="46">15770 6640 7649,'-15'6'529,"4"-4"-48,1 3 1,5-3-1,-4 0-28,2 3 1,4-3 0,8 1-309,6-6 0,7-1 1,5-6-220,1-2 105,2-2 0,5-3 0,-2 0-456,-3 1 322,3-3 0,-10 10 0,5-4-738,-1 2 331,-3-2 1,-9 9-225,-1-6 1,-1 5 380,1-6 0,-5 6 1,-10-4 352,-5 3 0,-4 0 0,-2 6 0,1 0 0,5 0 0,-1 0 114,-1 0 1,4 0 278,-3 0 1,6 6 524,-5-1-648,6 7 1,-4-9 0,4 8 510,-1 1-550,0-5 1,0 8 0,0-1 348,1 5-497,-5 8 0,3-2 0,-6 6 0,3 0-7,2 0 1,-5 0 0,2 0 0,-4-2-138,-2-3 0,6 1 0,1-6-203,2-2 0,-3-7-83,5-2 0,2-13 0,6-4 0,4-8-121,1-6 0,5-5 1,6 4-1,1-2 174,-1-4 1,4 4 0,-3 0 96,-1 1 161,5 3 1,-6 4 0,2 1-1,-3-1 214,-1 1 1,-1 6 0,1 4 0,-1 3 364,1 2 0,-7 2 1,-3 3-197,1 5 1,-5 4 0,3 2 0,-3-1-116,-2 1 0,-5-1 0,-2 1 1,-2-1-74,-3 1 1,-2 4-1,-1 1 1,-1-2-96,1-2 1,-1 0-1,1 2 1,-1 0-260,1-5 1,-6 2 0,1-6 0,1 2-515,1-2 0,3 2-739,-1-6 1115,1-1 0,6-7 0,4-3 0,3-5-48,2-4 1,0-7 0,2 0 380,3 2 0,4-5 0,6 0 0</inkml:trace>
  <inkml:trace contextRef="#ctx0" brushRef="#br0" timeOffset="47">15879 6764 7649,'8'0'802,"-1"0"0,-7 1 0,2 3-283,3 1 0,-1 7 0,6-2-318,2 4 1,2 2 0,1-2-41,1-4-82,-1 4 0,1-6 0,-1 8-23,1-1-47,-1-6 1,1 5 0,-1-4-125,1 4-154,-1 1 0,1-4 1,-1-1-491,1 2 1,-2-3 0,-2-1-1605,-2-1 2363,1-2 0,4-18 0,1-5 0</inkml:trace>
  <inkml:trace contextRef="#ctx0" brushRef="#br0" timeOffset="48">16251 6422 9171,'0'11'1337,"0"-1"1,0-5-751,0 6 1,0-6-197,0 5-562,0-6 1,5 4-2443,0-3-175,7-3 2788,-10 5 0,5 0 0,-7 1 0</inkml:trace>
  <inkml:trace contextRef="#ctx0" brushRef="#br0" timeOffset="49">16205 6764 7647,'0'15'936,"0"1"1,0-1-402,0 1 1,1-6-180,4 0 0,-1-6 0,6 1-176,2-3 1,-3-4 0,1-1-529,2-3 295,-5-6 0,7-1 0,-4-10-1123,4-1 888,2-2 1,-6-5 0,0 0-1068,2 0 1047,2-7 0,2 5 0,-3-3 1,-1 3 25,-1 2 0,-3 0 1,4 2 563,-1 3 1,-6 11 154,5 10 0,-6 5 0,1 6 0,-3 8 116,-2 5 0,0 4 1,-2-4-1,-2 1-286,-1-1 0,0-2 0,5-1 1,0-1-178,0 1 0,0 0-640,0-1 1,2-8-40,3-7 1,-2-4-1,6-9-463,-2-5 795,5-7 0,-3 0 1,6-6-1,1 0 88,-1 0 1,2 6-1,2-1 1,2 0 185,-2 2 0,-2 1 0,-1 10 0,-1 0 224,1 3 0,-6 7 0,-1-1 0,-2 8 245,-4 6 1,-1 4 0,-2 1 0,0 3-2,0 2 0,0-1 0,0 5 1,-2 0-278,-3 1 0,1-5 0,-4 4-259,1-1 80,-5-3 1,3-2-1,-5 1-184,4 1 103,-4 1 0,6-11 0,-8 1 137,1 1 35,-1 2 0,1 1 438,-1 1-503,1-8 1,8-1-147,7-7 0,7-2 0,8-3 0,1-3-247,-1-1 0,1-5 1,-1 4-1,2-4-151,4-1 0,-4-1 1,4 2-1,-4 2-163,-1 2 1,-1-1 241,1-4 1,-2 5-291,-4-1 700,-3 8 0,-14-11 0,-2 5 0</inkml:trace>
  <inkml:trace contextRef="#ctx0" brushRef="#br0" timeOffset="50">16577 6097 7647,'0'8'493,"0"6"0,0-4 68,0 4-379,-7 2 0,5 6 0,-3 6 949,3 6-851,2 6 0,0 13 0,0 6 1,0 6 19,0 8 0,0-4 0,0-4 0,0-6-509,0-8 0,5-11 0,1-9 1,-3-8-1600,-1-6 1808,5-9 0,-6-8 0,6-8 0</inkml:trace>
  <inkml:trace contextRef="#ctx0" brushRef="#br0" timeOffset="51">16902 6298 7652,'0'-15'2452,"2"6"-2355,3 4 0,-1 3 0,6 2 0,2 0-351,2 0 0,1-5 0,3-2 1,1 0-301,1 0 1,1-3 0,-6 5-585,1 1 824,-1-4 1,-4 6 313,-1-3 0,-6 3 0,1 4 0,-10 1 0,-6 3 0,-3 6 0,-3-4 0,-2 8 0,-1-2-15,1-4 1,-4 4 0,3-6 0,1 3 241,1-1 0,3 0 1,-1 6 121,1-1 0,4-4 0,3-1 0,-1 2 34,1 2 1,4 3 0,-1 2-1,3 3-42,2 3 1,0-1 0,0 3 0,0 1-51,0 5 0,0-2 0,0 5 0,0-5-2,0-5 0,0 3 0,0-3-124,0 3-57,0-5 1,0-1-1,2-8 1,1 1-69,3-1 1,6 1-112,-2-1 1,4-6-1,1-4 1,1-3-150,-1-2 1,1 0-1,-1-2 1,3-3-98,2-5 1,-1-4-1,7-2 1,0 1 33,-2-1 0,4 6 0,-6 0 1,0-2 177,1-2 0,-3 5 1,-4 4-1,-1 3-44,1 2 0,-1 0-60,1 0-39,-7 0 164,-3 0 1,-7 2-571,-4 3 369,-4-3 1,-1 5 0,-1-7-1,-1 0 285,-2 0 0,-8-7 0,-2-2 0</inkml:trace>
  <inkml:trace contextRef="#ctx0" brushRef="#br0" timeOffset="52">17166 6345 7766,'-10'14'652,"1"-2"0,2-2-193,4 2 0,1 4 0,0 4 0,-1 6-171,-2 3 1,-2 4 0,3 2 0,-1 3-200,2 1 1,-6-4 0,0 1-1,-1-3-253,0-2 0,-1-2 0,-4-3 1,-1-7-677,1-7 1,-1-5-1,1-7 32,-1 0 1,8-7-1,1-3-91,0-4 899,5-2 0,-5-6 0,0-2 0,-1-7 0</inkml:trace>
  <inkml:trace contextRef="#ctx0" brushRef="#br0" timeOffset="53">16949 6578 11845,'14'1'0,"-2"4"135,-2 6 0,6 3 0,4-1-958,-1-2 694,-2 9 0,4-14 0,0 9-574,-2-1 459,-2 0 1,-2 1 243,1 1 0,-1-1 0,1 1 0</inkml:trace>
  <inkml:trace contextRef="#ctx0" brushRef="#br0" timeOffset="54">14065 7431 7747,'0'-16'845,"0"8"-697,0-6 132,0 12 219,0-5-345,0 7 1,-2 7 0,-2 3 6,-1 4 0,-2-3 1,4-1-1,-4 2 90,-2 2 1,4 1 0,-3 1-1,-1 1-5,0 4 0,1-2 0,-4 5 0,1 0-73,-1 0 1,4 4 0,-1 8 0,2 5-5,4 4 1,1 3-1,2 2 1,0 2-20,0-2 0,2 2 1,3-6-1,5-6-93,4-6 1,2-4-1,1-5 1,2-6-122,1-6 0,3-1 1,-4-7-1,1-2-57,-1-1 1,-1-2 0,-3-2 0,1-1-210,-1-2 0,-5-6 1,-1 4-1,0 0-397,-1 1 0,-4-7 1,1 3 23,-3-4 1,-2 4 0,0 0-258,0-2 614,0 5 0,0-7 346,0 4 0,-7-4 0,-2-2 0</inkml:trace>
  <inkml:trace contextRef="#ctx0" brushRef="#br0" timeOffset="55">14313 7555 7798,'0'8'3857,"0"-1"-3784,0-7 1,7 6-352,3-1 1,-3 2 0,0-4 0,-2 4-544,0 2 0,2-6 1,-4 4-240,3 0 1,6-5 1059,-2 3 0,-3-4 0,7-1 0,-6 0 0</inkml:trace>
  <inkml:trace contextRef="#ctx0" brushRef="#br0" timeOffset="56">14545 7477 7620,'16'-14'0,"-2"2"103,-4 2 0,4 7 187,-4-3 1,-3 6 0,-2 6-16,-3 4 1,-2-1-1,-2 3 1,-3 3-65,-5 4 1,1 2-1,-1-4 1,-2 2-97,-2 2 0,-2-1 0,-1-2 0,-2 1-132,-2 1 1,-1 1 0,3-6-1,-2 1-108,2-1 0,2-1 1,2-2-23,-1-1 199,8-8-114,-6 11-81,12-12 91,2 5 1,9-14 0,8-4 0,2-2-224,2-3 1,-1 0-1,-3 1 1,2-1 28,2 1 1,0 5 0,-6-1-1,1 1 49,-1 1 1,1-3 0,-1 7 0,1 2-157,-1 1 1,-4-3-339,-1 0 691,-7-1 0,-3 6 0,-8 0 0</inkml:trace>
  <inkml:trace contextRef="#ctx0" brushRef="#br0" timeOffset="57">14499 7400 7665,'-9'0'-878,"1"0"1431,2 0 1,5 1 107,-5 5-341,5-5-67,1 6 1,0 0-166,0 3 0,0-1 0,0 1 1,0 2-61,0 2 1,1-3-1,3-1 1,1 2 10,-1 2 1,-3 1 0,-1 1-1,0-1-2,0 1 0,0-6 0,0 1-359,0 1-222,0-5 298,0-1-19,0-6 235,0 0-28,0-6 1,5 2 408,1-6-102,-1 6 1,-5-4 231,0 2-350,0 5 0,0-4-70,0 10 0,0-2 0,0 8 77,0 1 0,0-4 1,0 3-1,0 1 3,0 1 1,0 5-1,0 1 1,0 1-8,0-1 0,0 4 0,0-1-205,0 2 33,0-5 0,0 4-446,0-8 211,0 1 1,2-3-1,1-1-1498,2-1 708,0-8 0,-5 2 1063,0-10 0,-7-3 0,-1-8 0</inkml:trace>
  <inkml:trace contextRef="#ctx0" brushRef="#br0" timeOffset="58">14468 7788 7685,'-16'0'253,"8"1"0,1 3-8,0 1 0,3 0 0,-4-3 1,1 3 1,2-2-209,5 8-575,0-8 343,0 4 0,7-7 71,3 0 106,-3 0 0,7 0 0,-4 0-4,4 0 4,-6 0 1,6 0-13,-3 0 79,-5 0 1,3 2-1,-6 3 126,3 5 0,-1-1 1,-5 1-1,0 2 131,0 2 0,0-2 0,0 2 1,-2 3-49,-3 0 0,3 6 0,-5-1 1,2 2-89,0 4 1,0-6-1,5 1 1,0-3-154,0 1 1,0 0 0,0-6-454,0 1 1,7-8 5,3-2 1,4-5 0,0-2-424,-4-5 391,4 5 1,-11-13-440,7 4 1,-6-4 899,1-2 0,4-6 0,-1-2 0</inkml:trace>
  <inkml:trace contextRef="#ctx0" brushRef="#br0" timeOffset="59">14623 7989 7002,'0'16'576,"-2"-2"1,-1-2-1,-3-2-50,3 2 0,-4 2 0,2 1 1,0 1-273,-2-1 0,0 1 0,-5-1-10,2 1-164,-1-1 1,-4 1 0,-1-2-37,1-4 0,-1-1-596,1-4 402,-1-3 1,2-2 0,2-11 0,4-3-179,1-1 0,2-8 1,5-2-1,0-6 66,0-6 0,1 3 0,5-6 0,4 1 133,4-1 1,6 4-1,3-4 1,1 1 81,4-1 1,-4 5 0,1-1-1,3 3 88,1 2 1,1 6 0,-3 2 0,-3 4 143,-1 5 0,-3 9 1,-4-2 137,-1 0-158,1 6 1,-7-4 3,-4 10 1,-4 3 0,-1 8-1,0-1 0,0 1 1,-6 5 0,-5 1-1,-3 0-66,-1 1 1,1 3 0,2-6 0,3-1-93,3-1 1,-5-3-1,6 1-313,2-1 1,3-6 57,5-4 0,-2-3 0,8-4 1,1-2 36,1-1 1,8-5 0,0 5 181,-2 1 30,-2 3 1,-2 1 0,1 0 0,-1 0 200,1 0 1,-1 1 448,1 4-403,-7-3 1,3 12 0,-7-4 101,-2 4 0,-1 2 0,-2-1 1,0 2 32,0 4 0,-7 1 1,-3 6-1,-4-2-221,-2 1 1,-4 3 0,-1-1 0,0-3-160,-1-5 0,5-4 0,-4-2 0,2 1-203,-1-1 1,7-6 0,-2-4 0,1-3-494,0-2 0,4-2 0,1-3 1,3-7-236,2-7 0,2 0 0,2-7-51,0-1 753,0-3 0,0 6 1,2 2 117,3-1 58,-3 13 1,10-11 0,-5 13 563,2-1-303,-6 2 1,11 9 0,-6 3 362,1 5 0,5 4 1,-6 2-1,3 1 28,-1 4 0,0-2 0,6 5 1,-2 0-323,-4 0 0,4-5 0,-4 3 1,4-1-430,1 0 0,-1-1 0,-2-6 1,-1-2-362,1-1 0,1-8 506,3 2 0,6-3 0,3-2 0</inkml:trace>
  <inkml:trace contextRef="#ctx0" brushRef="#br0" timeOffset="60">15274 7508 7644,'0'-15'-587,"0"6"1,-2-3 900,-3 7 147,4 0-253,-6 5 1,5 0 42,-3 0 0,1 0 0,-4 1-38,1 5 1,0-3 0,3 7 0,-2 1-103,-3-3 0,4 8 1,-6-2-1,-1 5-104,-1 0 1,2 3 0,1 0 0,-2 1-109,-2-1 1,4 1-1,1-4 1,2 1-289,4-1 0,1-7 135,2-1 196,0-1 0,2-1 41,3-4-24,4 3 0,6-1 1,-1 5 300,-4-1-92,4-1 1,-7 11-1,5 1 1,-3 1 199,-3-1 0,1 4 0,-3-4 0,1 2 2,-2 4 1,1-4 0,-1 0-1,2-1-175,-1-4 1,-2 3-1,-4-1-679,-3-2-178,3-9 0,-10-10 0,7-12 0,1-7-719,3-7 0,1-8 1381,0-3 0,6-13 0,3 2 0</inkml:trace>
  <inkml:trace contextRef="#ctx0" brushRef="#br0" timeOffset="61">15336 7663 7901,'0'16'0,"0"-1"0,0 1 480,0-1 1,0 8-1,0 3 1,0 3-10,0 2 1,0 2 0,0 1 0,0 3-276,0-3 0,0-3 1,0-3-1,0-4-149,0-2 0,0-1-1078,0-6 1,-2-6-795,-3-4 1388,4-17 1,-6 2-1,7-13-762,0 1 1117,0-2 1,5-9 0,0-1-1,-2-4 82,-1-2 0,-2 4 0,2-6 0,1 1 0,2 1 0,2 2 0,-3 7 0,3 0 10,1 0 1,-4 7-1,3 4 175,0 2 1,-1 8 0,7 1-1,-3 2 211,2 4 1,-3 1-1,1 4-11,2 3 1,-3-3 0,1 5-224,2 0 1,-3-6 0,-1 6-120,-1 0 1,3-3-42,-4 6 91,6 0 1,-11 1 292,5-1-302,-5 0 0,-1 8 1,0 1-1,0 3 91,0 2 0,-1 2 1,-3 5-1,-1 0-8,1 0 0,-2 5 0,-1 0 0,0-1-405,0-2 0,0-7 0,4-2-288,-3-2 1,1-6 0,3-8 95,-3-1 0,4-9 0,-5-8 0,5-5 20,1-6 0,0 2 0,-2-7 0,-1-2 410,-3-1 0,1-4 0,3-3 0,-3-5 0,4-4 0,-6-2 0</inkml:trace>
  <inkml:trace contextRef="#ctx0" brushRef="#br0" timeOffset="62">15445 7586 7644,'7'8'26,"-6"6"1,4-3 205,-3 2 0,-2 5 0,0 2 0,0 6 145,0 3 0,0 4 1,0 2-1,-2 1-264,-3-2 0,4 4 1,-5-3-1,3-4-153,-2-4 1,3-8 0,-5 2-1649,0-4 1688,6-1 0,-13-8 0,5-1 0</inkml:trace>
  <inkml:trace contextRef="#ctx0" brushRef="#br0" timeOffset="63">15305 8144 7062,'-15'0'1612,"4"2"-655,1 3 1,7-1 201,-3 6-900,5-7 1,2 10 0,5-8 441,4-2-501,4-1 0,1 3 0,1 0-101,-1-1-80,1-3 0,1-1 1,2 0-1,2 0-28,-3 0 1,5-1-1,-2-3 1,-3-1-264,0 2 1,-3-1 0,1 1 0,-1-2-213,1 1 1,-1 2-1,1 2-492,-1 0 1,-6-1-922,-4-5 1897,-3 5 0,-9-6 0,-2 7 0</inkml:trace>
  <inkml:trace contextRef="#ctx0" brushRef="#br0" timeOffset="64">15786 7586 12004,'14'7'595,"-2"3"-300,-2 4-164,-7 1 0,10 3 0,-8 2 120,-2 6-200,6 3 0,-8 3 0,5 0 1,-3 3 40,2 1 0,-3 5 1,3-4-1,-3-1-27,-2 2 0,-5-6 0,-2 5 0,-2-5-200,-3-1 0,-2-5 0,-3-2 0,-2-1-603,-2-4 1,-6 1-1,3-2 738,0-5 0,-12-1 0,3 4 0</inkml:trace>
  <inkml:trace contextRef="#ctx0" brushRef="#br0" timeOffset="65">13305 9758 7187,'-9'10'1456,"4"0"0,3-4-190,2 4-674,0-7 1,7 4-277,3-7-176,4 0 1,3-5 0,2 0 110,2 1-192,7-4 0,-9 4 1,6-4-1,3-1-170,1 1 0,2 2 0,0-2 0,0-1-179,0 0 0,0 4 0,0-3 0,-1-1-505,-4 0 1,-4 4-471,-7-5 980,-6 0 1,-9 1 0,-10 4 0,-6 5-97,-4 5 1,1-3 0,-6 5 0,3-2-16,3 0 1,-3 2 395,1-2 0,-7-3 0,4 5 0</inkml:trace>
  <inkml:trace contextRef="#ctx0" brushRef="#br0" timeOffset="66">13584 9572 7682,'10'0'693,"1"0"0,-8 1-384,2 4 0,-3 4 0,-2 7 0,0 1 55,0 3 0,-7 5 1,-3 7 242,-4 5-467,-2-5 1,-1 15 0,-2-2-27,-1 5-70,-8 1 1,4-4-1,-7-1 1,-2 1-131,-3 0 1,5-10 0,-2-6 0,7-8-471,4-6 0,1-8 0,7-6-151,4-6 0,3-6 0,7-6 0,2-3-99,3-2 1,4 1 805,6-7 0,8 0 0,1-5 0</inkml:trace>
  <inkml:trace contextRef="#ctx0" brushRef="#br0" timeOffset="67">13584 9897 8728,'7'9'1551,"1"-2"-1441,1 0 1,5-4 0,-4 6 0,2-1-97,-1 1 0,2 0 1,-2 3-1,2-2-89,3 2 1,-6-3 0,1-1 0,1 1-525,1 0 0,-2-6-556,-1 2 321,-6 4-171,9-7 633,-4-2 372,0-2 0,-3-19 0,-6 4 0</inkml:trace>
  <inkml:trace contextRef="#ctx0" brushRef="#br0" timeOffset="68">13506 10114 7735,'-15'0'1172,"6"0"0,2 2-970,7 3 1,2-3 0,3 3-120,6-3 0,2-7 0,5 0 0,1-1-211,1 0 0,-3 4 0,-5-5 0,2 2-448,-2 0 0,0-1 0,2 5-555,-3-4 98,2 3 581,-11-5 452,5 7 0,0 0 0,1 0 0</inkml:trace>
  <inkml:trace contextRef="#ctx0" brushRef="#br0" timeOffset="69">13553 10146 7682,'-5'10'438,"0"0"0,-2 1 353,1 4-670,5 1 1,-6-6 0,7 0-1,0 2-397,0 2 0,-2 2-728,-3-1-218,3-6 1222,-5 5 0,7-13 0,0 6 0</inkml:trace>
  <inkml:trace contextRef="#ctx0" brushRef="#br0" timeOffset="70">13537 10223 7583,'9'0'1625,"-2"0"-897,0 0-451,-6 0-82,6 0 0,-5 0-263,3 0-135,-3 0 0,7 0 1,-4 0-382,5 0 1,4-5 0,0-2-967,-4-2 1550,4 6 0,-6-4 0,8 7 0</inkml:trace>
  <inkml:trace contextRef="#ctx0" brushRef="#br0" timeOffset="71">13506 10347 7736,'-7'9'108,"4"3"-147,-7-7 268,6 0 1,-1-5-1,10-2 141,6-3 0,2 2 0,3-6 0,-1 1-321,1-1 1,1 0 0,2-1-1,2 3-238,-2 0 1,-2 6-1,-2-5-416,1 5 0,-6 1 463,1 0 0,-8 1 384,2 5-153,-3 2 1,-9 8 0,-3 1-1,-6 2 170,-4 2 0,1 4 1,-6-2-1,3-1 8,3 1 1,-3-3 0,1-4 0,4-1 584,5 1-968,-2-1 0,14-6 3,0-4 1,9-10 0,10-5-1,1-4-16,-1-2 0,4 3 0,-1 0 0,2 3-30,4-2 0,-4-2 0,0 1 0,0 0 53,0 3 1,0 1-1,2-1 299,-5 5-139,-4 3 1,-2 2 0,1 0 493,0 0-327,-8 0 1,-1 2 172,-7 3-320,0-3 0,0 12 0,-2-4 0,-3 4-167,-5 1 1,1-4 0,-1-1 0,-1 2-642,3 2 0,-4 1 0,5 1 734,-2-1 0,6 1 0,-4-1 0</inkml:trace>
  <inkml:trace contextRef="#ctx0" brushRef="#br0" timeOffset="72">14111 10021 7642,'-5'-15'57,"0"-1"74,-7 8 1,10-6 459,-3 4-32,3 3-160,2-7-168,0 5 1,2 1-42,3 3 1,4 1 0,6 1-277,1-3 1,-1 1 0,1 5-340,-1 0 0,1 0 0,-1 0-522,1 0 0,-6 0 947,0 0 0,1 0 0,4 0 0</inkml:trace>
  <inkml:trace contextRef="#ctx0" brushRef="#br0" timeOffset="73">14142 9680 6796,'-8'0'933,"1"2"0,7 3 1,0 5-507,0 4 0,0 7 1,0 1-1,0 2-97,0 4 0,0 1 0,0 4-33,0 3-165,7-3 1,-1 10 0,6-5 65,-1 2-71,-1 1 0,0 4 1,-1-2 111,-2-2-217,-2-6 0,0 10 0,0-6 1,-1 1-101,-2-4 0,-4-3 1,-2-2-1,-2-2-124,-3-3 1,4-5 0,-6-9-112,-1-2 1,-1-6 0,-1-1-7,4-6 0,-3-6 1,7-7-1,-1-1 82,0-4 0,0 2 1,3-6-1,-2-3 111,-3-1 0,4 3 1,-4 2-1,2 1 166,4 4 1,-1 2 0,1 2 248,-2-1-146,0 1 1,5 4 359,0 1-192,0 6 0,1-2-123,4 6 0,4 0 1,7 0-1,-1 0-176,1 0 0,-1 0 0,1-2 0,-1-2-288,1-1 1,4 0-1,1 3 1,-2-1-335,-2-2 1,-1-6 0,-1 5 0,1-1-488,-1 0 1,1-4 1096,-1 6 0,1-14 0,-1 2 0</inkml:trace>
  <inkml:trace contextRef="#ctx0" brushRef="#br0" timeOffset="74">14452 9603 8794,'-8'6'788,"-1"-2"0,6 6 1,-3 2-688,3 2 1,-4 2-1,2-1-785,1 1 602,3-1 1,1 6-1,0 0-510,0-3 322,0 0 0,0-8 0,0 0-1052,0 2 0,-5-3 1076,-1 1 531,1-6 0,5 3 1,7-7-1,3 0 56,4 0 1,-3-5 0,-1-1 41,2 3 0,2 1-333,1 2 1,-4 0-23,-1 0 23,-7 7 0,4 2 1,-7 6-52,0 1 40,0-1 1,-7 6-1,-1 1-70,-1 3 39,-5-7 1,6 10 0,-8-7-1,1-2-50,-1-2 1,1-2-1,-1-1-252,1-3 0,6-6 53,4-10 1,5-4 0,5-7 0,5 1-1,4-1 0,-2 1 0,0-1 0,2 1 130,-2-1 0,0 6 0,4 1 0,-1 3 172,1 2 1,-6-3 0,0 2 624,3 2-474,-7 1 0,8 2 531,-3 0-391,-5 0 1,6 7 11,-6 3 1,4 6 0,-5 3-174,-1 1 1,-3 3-1,-1-3 1,-1 4-27,-5 1 1,3 6 0,-7-2 0,-1 4 31,3-4 1,-4 5-1,6-6 1,3-2-95,1-2 0,2 2 0,0-5 0,0-2-89,0-2 1,7-2 0,2 1 0,1-1-160,0 1 1,1-6-456,4 0 417,1 1 0,-6-3-767,1-2 445,-1-5 0,0-1-120,1 0 1,-8-1-1,2-5 157,-3-4 0,0-4 1,1-1 466,2-1 0,0 1 0,-5-8 0,0-1 0</inkml:trace>
  <inkml:trace contextRef="#ctx0" brushRef="#br0" timeOffset="75">14669 10130 7746,'-8'0'782,"1"0"0,2 7 0,0 3 0,1 4-402,2 2 0,2 6 0,0 4 1,0 3-145,0 2 0,-5-5 1,0 0-1,0 1-98,-2 3 0,3-6 1,-4-3-1,-1-4-305,1-2 1,-3-4-1,-4-3-470,-1-1 0,1-3 1,1-10-1,2-6 92,2-7 1,-1 0 0,-3-5-186,4 2 599,-4-6 1,13 6 0,-5-6 0,5 4 81,1 2 0,0 1 1,0 6 360,0-1-75,0 7 1,0 1 0,1 4 225,5-1 1,2 0-1,8 5-28,-1 0 0,1 0 0,-1 0-294,1 0 0,-6 0 0,0-2 0,3-1-276,0-2 0,3-2 0,-1 3 0,3-1-683,2 2 0,-6-4 0,5 2-17,0 1 0,0 3 835,-4 1 0,1-7 0,-1-2 0</inkml:trace>
  <inkml:trace contextRef="#ctx0" brushRef="#br0" timeOffset="76">14948 9866 7568,'-10'5'-44,"0"1"1,5 1 251,-6-2 1,8-2-1,-2 7 215,3 3 1,2 0 0,0 5-1,0 1-175,0 1 1,0 3 0,2-3 0,1 4-101,2 1 1,2 4-1,-3-5 1,1 2-128,-2 0 0,-1-7 1,-2 1-1,0-2-301,0-3 0,0 1 1,0-1-254,0 1 0,-2-8 0,-1-4 113,-2-8 0,-1-6 1,6-9-687,0-2 973,0-6 0,0 3 0,0-7 1,0 0 132,0-1 0,6 1 0,-1-1 0,0-3-53,2-1 0,-5 5 0,4 7 1,0 0 265,-1 0 0,2 5 0,-4-2 398,2 4 0,7 8-88,-1 4 1,-3 3 0,3 2-323,1 0 1,2 0 0,1 0-325,1 0 99,-1 0 1,1 0-245,-1 0 217,1 0 0,-1 0 0,-1 2 0,-2 1-126,-2 3 1,-5 0 154,6 0 1,-8-3 213,2 7 1,-3 1-62,-2 4 0,0-4 1,0-1-22,0 2 1,-5-3 0,0 1 23,1 2 0,3 2 0,1 1 55,0 1 1,0 5 0,0 1 223,0 2-346,0-5 1,-2 9-1,-2-6 13,-1 2-60,0 2 0,5 3 0,0-3 38,0-5-203,0-4 1,0-1 0,0-1-1504,0 1 381,0-8 1,-2-1 1266,-3-7 0,3-7 0,-4-1 0</inkml:trace>
  <inkml:trace contextRef="#ctx0" brushRef="#br0" timeOffset="77">14995 10301 7965,'-10'-6'415,"-1"1"0,6 0 479,-5 5-194,6 0 0,-1 0 0,10 0-603,6 0 0,8 0 0,1 0 0,-1 0-274,-1 0 1,-1 0 0,2 0 0,1 0-401,-1 0 1,-1 0-1,-3 0 577,1 0 0,-1 7 0,1 2 0</inkml:trace>
  <inkml:trace contextRef="#ctx0" brushRef="#br0" timeOffset="78">15538 9742 7856,'0'-15'420,"0"-1"1,0 1 391,0-1-415,0 8 1,0 2 0,0 13-85,0 9 0,0 1 0,0 9 1,0 1-141,0 3 1,-5 1-1,-1 0 1,1-2-123,-2-3 0,4 3 0,-6-5-1014,2 0 746,-5-1 1,11-8 0,-6 1-765,0-1-682,5 1 893,-5-7 1,7-4-1,0-10 770,0-6 0,5-3 0,2-1 0,0-1-41,0 1 0,5 5 0,-3-1 0,1-1 19,0-2 1,-4-1 0,4-1 434,2 1 1,2-1 0,1 1 110,1-1 0,-2 6 0,-2 1 0,-2 1-273,2-1 0,2 0 0,1-1-506,1 5 212,-8-4 0,6 6 0,-3-6-313,2 2 123,3 2 1,-6 3-395,0-3 0,-4 4 0,2-6-467,-1 0 1094,-2 5 0,-5-12 0,0 6 0</inkml:trace>
  <inkml:trace contextRef="#ctx0" brushRef="#br0" timeOffset="79">15786 9587 8299,'0'16'534,"-2"1"0,-3 2 0,-5 5-226,-4 5 0,-2 6 0,1 13 0,-2 4-29,-4 5 1,2 1 0,-5 1 0,0-4-145,0-2 1,5-8 0,-2-10 0,5-8-426,6-6 0,-4-4-394,4-1 0,1-8-2133,-1-3 2264,7-3 1,1-9 0,7-3 552,-2-4 0,6-8 0,0 3 0,6-5 0,1 1 0,-1-4 0,1 2 0</inkml:trace>
  <inkml:trace contextRef="#ctx0" brushRef="#br0" timeOffset="80">15677 9990 7657,'16'-5'89,"-1"0"0,1 0 0,-1 5 285,1 0 0,-6 2 0,-1 3 10,-2 5 0,-2 6 0,-5 3 1,0 1-109,0-1 0,0-7 0,0-1 1,0 1-160,0 1 0,-5 3 0,-2-2 0,0-2-113,0-2 1,-5-5 0,2 6-631,-4 1 492,-2 2 0,1-1 0,-1-1-801,1-1 661,-1-1 1,1 0-1,-1 1-392,1 1 1,-1-5-156,1-2 0,1-5 821,4-5 0,3-4 0,8-6 0,3-1 0,1 1 0,2 1 0,-4 2 0,4 1-7,2-1 1,-4 4-1,4-3 467,-2-1 1,5 5 219,-2 2 1,-1 4-1,1 1-189,2 0 0,-3 1 0,1 3 0,2 3-165,2 1 0,1 3 0,3 4-232,2 1-99,-3-1 1,8-1-1,-6-2 1,1-2-51,-1 2 0,4-3 1,-3 0-1,-1-1-464,-2 1 1,-1-6 0,-1 2-805,1-3 1,-6-2-130,1 0 1452,-8 0 0,4-7 0,-7-1 0</inkml:trace>
  <inkml:trace contextRef="#ctx0" brushRef="#br0" timeOffset="81">15879 9618 7657,'-9'-7'1881,"2"4"-1258,7-8-292,0 1-480,0 1 172,7 3 0,-3 6 0,4 1-980,-1 4 596,-2 4 1,1 7 0,-1 1 360,-2 3 0,6-2 0,-1 4 0</inkml:trace>
  <inkml:trace contextRef="#ctx0" brushRef="#br0" timeOffset="82">16220 9525 7663,'-9'0'2859,"-4"-7"-2742,4 5-174,0-5 1,3 14-81,6 4 0,5 3 1,0 1-1,0-1-600,2-4 0,-5 4 0,5-5 185,-1-1 0,-4 1 0,5-6 552,0 2 0,2-6 0,6-8 0</inkml:trace>
  <inkml:trace contextRef="#ctx0" brushRef="#br0" timeOffset="83">16375 9447 7955,'9'2'655,"-4"3"1,-3 4 0,-2 6 0,-2 1-352,-3-1 1,1 1 0,-8 1-1,-3 2-146,-4 2 0,-4 6 0,4-1 0,-3 2-116,-2-2 1,5 1-1,-2-6 1,4-2 18,2-2-396,-1-1 173,7-8 0,4-1 1,10-7 0,4 0 0,7-1 0,1-5-90,3-4 0,-2-4 0,4-1 1,-1 1-98,-1 4 1,1-4-1,-5 3 1,-1-1 41,1 2 0,-1-4 0,1 6 0,-3-3-47,-2 1 0,3 6 1,-4-1 0,-5 5 352,-5 5 0,-7 4 0,-8 7 0</inkml:trace>
  <inkml:trace contextRef="#ctx0" brushRef="#br0" timeOffset="84">16174 9959 7966,'-11'6'425,"1"-1"1,5 5-63,-6-5 0,8 2 107,-2-2 0,5-3 1,5 3-1,5-3-456,4-2 0,2-5 0,1-2 0,2 0-183,1 0 1,6-3 0,-3 3-1,-1 0-304,0 0 1,-1-3-1,-4 3-119,4-2 0,-4 1 0,2-5-412,-7 3 841,2 0 0,-12-1 0,3 1 163,-3-2 0,-2 5 0,-7-7 0,-2 6 0</inkml:trace>
  <inkml:trace contextRef="#ctx0" brushRef="#br0" timeOffset="85">16298 9804 7709,'0'-15'860,"0"6"1,-2 4-130,-3 10-603,3 11 1,-7 8 0,6 7-77,-2 0 7,-7 7 1,3-4 0,-6 6-1,1-2 22,3-4 0,-2-3 1,4-5-1,-1-5-1469,-1-4 616,8-8 1,-4-9 0,7-11 0,2-4 771,3-6 0,4 4 0,6-6 0</inkml:trace>
  <inkml:trace contextRef="#ctx0" brushRef="#br0" timeOffset="86">16251 9990 7783,'16'0'0,"-1"0"0,1 0 277,-1 0 1,-5 7 0,1 4 0,-1 2 30,-1 3 0,3-1 1,-5 1-1,0-1-153,-1 1 0,5-1-415,-6 1-525,0-7-530,-5 4 1315,0-11 0,-7 5 0,-1-7 0</inkml:trace>
  <inkml:trace contextRef="#ctx0" brushRef="#br0" timeOffset="87">16003 9742 8484,'-9'2'161,"4"3"0,3-1 0,2 6 1,0 2 301,0 2 0,0 8 1,0 4-1,0 5-335,0 5 0,6 2 0,0 7-18,3 1-57,-5-9 0,2 7 0,-6-12-155,0-1-14,0 0 1,0-2-438,0-3 312,0-4 0,-6-13 0,-5-4-151,-3-3 1,-1-2 0,1-2 213,4-3 0,-2 1 314,7-6 306,-1 7 1,8-10-21,3 8 1,4 0 0,6 5 0,1 0 41,-1 0 0,1 0 0,-1 0-178,1 0-235,6 0 0,1 0 1,4 2-1,-1 1 66,2 2 0,1 6 0,2-6 0,0 0-151,0 2 1,0-4 0,-2 6 0,-1-2-174,-2-4 1,-6-1 0,5-2 0,-1 0-297,0 0 1,-4-2 0,5-3-1,-3-5-1463,-3-4 1966,5-1 0,-7-8 0,6-1 0</inkml:trace>
  <inkml:trace contextRef="#ctx0" brushRef="#br0" timeOffset="88">16747 9478 7651,'9'0'2714,"-2"0"-2386,-7 0 1,0 2-203,0 3-105,-7 4 1,-2 6 0,-6 1 0,-1 1-11,1 4 0,-2-4 0,-2 6 0,-2-3-227,2 1 1,2 5-1,3-6-124,4-1 0,1-1 0,6-3 33,-3 1 0,3-6 226,8 0 1,-1-6 0,4 3 0,1-2 79,-1 0 0,-2 0 0,2-3 251,-1 3 0,-2-1 429,-5 6-419,0 0 0,0 6 664,0-1-686,0 1 1,0-1 0,0 1-1,0-1 96,0 1 0,0-1 1,0 1-649,0-1 0,0 1-752,0-1 0,0-4-90,0-1 0,2-6 1156,3 1 0,-3-4 0,5-1 0</inkml:trace>
  <inkml:trace contextRef="#ctx0" brushRef="#br0" timeOffset="89">16608 10254 7651,'-14'24'0,"2"-1"0,2-3 770,-3 1-486,7 0 1,-3-2 0,5-2 717,-1-3-629,0-9 1,7 0-199,3-10 1,-2-4 0,8-6 0,3-3-119,5-2 1,-2-4 0,3-7 0,-1 0-347,2 0 1,-4-2-1,4-2 1,-2-3-354,2-1 0,-4-9 1,4-9-1,-3-5 171,3-6 1,-4 3-1,4-6 1,-4 2 470,-1 4 0,-1 8 0,1 10 0,-1 9 0</inkml:trace>
  <inkml:trace contextRef="#ctx0" brushRef="#br0" timeOffset="90">16980 9432 7633,'10'-5'192,"1"0"1010,-8-1-896,4 6 1,-9 0 0,-1 2 0,-4 3-80,-2 6 1,-1-3-1,-6 3 1,1 1-38,-1 1 1,-1 5 0,-2 1-1,-2 1-209,3-1 1,-5-3 0,2-4 0,2-2-208,2 2 1,2 0 0,-1 0-1593,1-1 683,6-8 1135,-5 4 0,6 0 0,-8 2 0</inkml:trace>
  <inkml:trace contextRef="#ctx0" brushRef="#br0" timeOffset="91">16794 9634 7651,'8'6'1229,"-1"-2"-462,-7 6 0,0 1-436,0 4 0,0-5-50,0 1-1280,0-1 698,0-1 1,5-1 300,1-2 0,6-5 0,-4 6 0</inkml:trace>
  <inkml:trace contextRef="#ctx0" brushRef="#br0" timeOffset="92">16887 9603 7651,'8'1'1294,"-2"4"0,-5-1-1064,-1 6 1,0-5-260,0 6 65,0-8 0,0 6-1312,0-4 462,0-3 814,-7 5 0,6-7 0,-6 0 0</inkml:trace>
  <inkml:trace contextRef="#ctx0" brushRef="#br0" timeOffset="93">16949 9572 7651,'8'0'1599,"-1"1"-1420,-7 4 0,0-1 0,0 6-153,0 2 0,0-3 0,-1 1-94,-5 2 0,3-3 0,-6 1-834,3 2 567,-7 2 1,10 2-939,-7-1 1022,-1 1 1,1-1-1,0 2 251,-2 4 0,-2-4 0,-2 6 0</inkml:trace>
  <inkml:trace contextRef="#ctx0" brushRef="#br0" timeOffset="94">16809 9866 7797,'-10'5'157,"0"1"0,4-1 196,-4-5 1,5 0 240,-5 0-10,6 0-200,-3 0 0,9 0-38,3 0 1,-1 0 0,4-2-240,-1-3 1,3 1 0,-3-4-1,0-1-225,0 1 0,5 2 0,-1-4-212,2-2 0,1 3 1,-2 1-1,-2-1-143,3 1 0,-5 4 0,1-3-12,-2 0 0,5 6 0,-4-6-531,1 0 325,-2 5 691,-7-5 0,7 0 0,1-1 0</inkml:trace>
  <inkml:trace contextRef="#ctx0" brushRef="#br0" timeOffset="95">16794 10021 7923,'-16'7'294,"2"-3"0,2 4 1558,2-1-1443,7-2 1,-3-5-367,12 0-28,2-6 0,9-3 0,2-7-594,2 1 378,0-1 0,-1-4 1,1-1-1,-2 2-123,-2 2 0,-1 1 1,-1 1-1,1-1-64,-1 1 1,-4 4-1,-3 1-389,-1-2 693,-2 5 1,-6 0 0,-5 9 245,-4 3 0,-4 4 0,-1 8 1,1 2 322,4 2 1,-4 1-1,4-3 1,-2 2-127,1-2 1,-3 3 0,4 0 0,-4 3-108,-1 2 1,-1-3-1,1 2-259,-1 2 30,1-6 1,-1 7 0,1-4 0,-1-3 6,1-7 1,1 1 0,2-7-1007,2-1 545,6-1 0,9-19 0,11-5 131,1-6 1,0 4 0,0-3 0,4 1-52,5 1 0,-4-6 1,1 5-1,-3 2 284,1 2 0,2 1 0,-5 3 0,3 1 392,-2 1 1,-2 8 0,-1-2-26,-1 3 0,-1 4 0,-4 3 746,-4 5-669,-5 4 0,-1 1 0,0 1-37,0-1 1,0 1 0,-1-1 0,-5 1-201,-4 0 1,2-1 0,-3 1 0,-1 1-97,-2 3 1,-6-2-1,-1 2 1,0-1-141,-1 2 1,5-4 0,-4 4 0,4-4-290,1-1 1,1-6-1,-1-1-378,1-2 1,6-4 0,4-10-1291,3-8 2053,2-1 0,0-13 0,0 5 0</inkml:trace>
  <inkml:trace contextRef="#ctx0" brushRef="#br0" timeOffset="96">16856 10177 7879,'-5'15'0,"-1"1"588,3-1 1,1-5 0,2 1 26,0 1 1,2-4 0,3 1 0,7-2-475,7-4 1,0 1-1,5-1 1,0 2-168,1-1 1,-5-1 0,4 1 0,0 1-220,1-2 0,-6-1 0,1-2 0,-3 2-848,-1 3 1,-1-3 1092,1 3 0,-1 4 0,1-1 0</inkml:trace>
  <inkml:trace contextRef="#ctx0" brushRef="#br0" timeOffset="97">17228 9711 7653,'-9'2'3091,"4"3"-2289,-3 4-501,6 6 0,-5-4-50,7-1-170,0-7 0,2 11-182,3-4 0,-2-3-1108,8-1 0,-3 2 1209,3 2 0,2-3 0,-4 0 0</inkml:trace>
  <inkml:trace contextRef="#ctx0" brushRef="#br0" timeOffset="98">17243 10130 7653,'-13'24'375,"2"-3"0,-1 1 0,5-1 375,-1-2-364,4-2 1,-3-1 409,7-1 1,0-8-634,0-7 0,2-7 0,3-10 0,6-2-180,2-2 0,3-11 1,1 0-1,2-2-443,2-4 1,-1 4-1,-4-6 1,-2 0-9,-4 1 0,4-1 1,-4-1-1,2 4 147,-1 5 0,-3 8 1,-4 3 385,1 4 0,0 10 1,-5 7-1,0 10 483,0 9 0,-2 5 0,-1 9 914,-2 3-1128,0-3 1,-1 10-1,1-7 61,2-1-422,-6-9 0,7 1 1,-3-6-803,4-2 433,1-9 0,5-15 0,2-12 1,-1-6-281,1-4 0,5-4 1,-1-4-1,1-1 389,-2 2 0,4-4 0,-4 1 0,4 3 370,2 1 1,-1 2 0,1 2 0,-1 3 136,1 5 0,1 4 0,2 3 0,1 4 227,-1 5 1,-1 3 589,-3 2-754,-6 7 1,-1 2 0,-4 8 504,1 3-587,0-2 0,-5 9 1,0-4-131,0 1-69,-7-5 1,4 10 0,-8-5 0,-1 2-18,-1 0 0,-3-7 0,1 3 1,-3-1 7,-2 0 0,2-1 0,-2-4 0,3-1 207,1 1 0,-5-1 1,1 1 248,1-1 1,3 1-351,6-1 1,5-6-121,10-4 1,9-5 0,6-5-781,-1-5 596,5 3 0,-6-7 0,4 4-852,0-4 720,-4-2 1,9 1 0,-6 1-637,-2 4 724,-2-4 0,-1 7 0,-1-5-118,1 2 1,-3 5 160,-2-6 0,-4 6 32,-7-5 0,0-1 0,-2-2 0,-3 0 174,-6 3 0,-2 0 0,-3-6 0</inkml:trace>
  <inkml:trace contextRef="#ctx0" brushRef="#br0" timeOffset="99">17554 9494 7868,'-2'-9'593,"-3"4"1,3 5-1,-5 7-244,0 9 1,5 6-1,-3 11 1,2 5-65,-2 8 0,3 9 0,-3 13 0,3 4-95,2 4 1,0-4-1,0-1 1,0-4-180,0-7 1,5-6-1,0-13-399,-1-5 289,-2-10 0,-2-8-1344,0-8 553,0-7 1,-2-10 889,-3-13 0,3-8 0,-5-3 0</inkml:trace>
  <inkml:trace contextRef="#ctx0" brushRef="#br0" timeOffset="100">17771 9727 7653,'0'-16'1138,"5"6"1,2 1-452,1 2 0,3-3-347,4 5-301,1-7 0,-1 8 0,1-4 0,-1 1-243,1 3 0,-1-3 0,2 2-710,4 2 0,-4-4-733,4 2 1211,-4 0 0,-10 5 1,-7 0 326,-8 0 1,-6 0-1,0 1 1,2 3 76,2 1 1,-1 5 0,-4-3 484,-1 2-363,8-6 0,-6 11 1,4-4 771,-4 4-633,5 2 0,-5-1 0,6 1 0,-3 1 165,1 4 0,1-2 1,-3 6-1,4 3 92,1 1 0,0 7 0,4 2 0,-3 0-92,3 0 0,1 4 0,2-6 0,0-3-234,0-6 0,0 1 0,0-8-114,0-1 0,7-3 1,3-4-110,4-2 1,2-6-1,-1 1-188,1-3 1,-1-2 0,1 0-408,-1 0 509,1 0 1,-1 0 0,1-2-295,-1-3 339,8 3 1,-6-10 0,4 5-1,-4 0-48,-2 0 0,1-3 1,-1 5-103,1 1 1,-6-3-446,1 2 330,-8 0 1,2 5 0,-10 0-152,-5 0 1,-4 2 0,-2 1 519,1 2 0,-8 1 0,-1-6 0</inkml:trace>
  <inkml:trace contextRef="#ctx0" brushRef="#br0" timeOffset="101">18034 9789 8447,'-8'10'2013,"3"0"-1602,3 2 0,-3 2 0,-1 3 0,1 2-53,-2 2 1,4 5 0,-7-4-201,-2 3-138,5 0 0,-7 1 1,4-2-1,-3 1-139,3-1 1,-4-5 0,4 0-1109,-4-7 733,-1 1 0,-1-9 1,1 4-317,-1-1 0,6-3 0,0-9 348,-3-6 0,7-2 0,0-3 0,5-1 462,1-4 0,0 4 0,0-4 0,0 4 0,0 1 0,0 6 0,0 0 151,0-2 0,0 3 1056,0-1-189,0 6 1,1-3 65,5 7-778,-5 0 1,13 0 0,-4 0-79,4 0 1,2 6 0,-1 0 0,1 1-108,-1 0 0,-1 5 1,-2-1-1,-2 2-96,2 3 1,2-1-1,0 3 1,-2 1-310,-2 1 1,-4 1 0,2-5 0,-1-1-1324,-3 1 1,-3-1 1606,-1 1 0,0-8 0,0-1 0</inkml:trace>
  <inkml:trace contextRef="#ctx0" brushRef="#br0" timeOffset="102">13398 11231 7737,'-9'0'2593,"2"0"-2045,7 0-144,0 0 1,7 0-1,5 0-323,7 0 0,-2-6 0,6-5 0,-1-1-160,4 2 1,3-4 0,1 4 0,-3-4-228,-1-2 1,-2 6 0,2 1 0,-5 1-479,-4-1 1,-2 6 260,1-2 1,-9 8-46,-7 2 402,0 7 1,-14-8 0,4 4 0,-4-1-135,-2-3 0,1 3 300,-1-2 0,-6-7 0,-2-7 0</inkml:trace>
  <inkml:trace contextRef="#ctx0" brushRef="#br0" timeOffset="103">13615 10999 7005,'15'0'1003,"-6"0"1,3 1 0,-7 5-660,-1 4 0,-4 9 0,-5 5 1,-6 4-53,-3 4 1,-1 10 0,-2 1 0,-2 5-88,-2 4 1,-7 1 0,4-4 0,-1-1-423,-1-3 0,7-9 0,-2-2 0,2-6-761,-2-7 0,9-11 377,-3-5 1,10-15 0,-1-8 0,5-4 159,1-6 0,5 4 0,2 0 0,1 0 441,5 0 0,0 5 0,1-2 0,-2 4 0,-2 2 0,1-1 0,3 1-465,-4-1 369,4 7 0,-6-3 913,8 7-551,-8 0 1,6 5 0,-3 0 291,2 0 0,3 0 0,-1 0-161,1 0 1,1 0 0,2 2 0,2 1-278,-2 2 0,3 1 0,-1-5 0,-1 3-145,3 1 0,-6 5 0,4-3 0,-4 2-98,-2 3 1,-1-4-1,-3 3 1,-5-1-1320,1-1 810,-5 4 1,3-11-1,-10 3-618,-5-3 1250,-4-2 0,-2 0 0,1 0 0</inkml:trace>
  <inkml:trace contextRef="#ctx0" brushRef="#br0" timeOffset="104">13568 11433 7575,'-10'0'1731,"0"0"-872,6 0-284,-3 0-429,7 0 0,0 2 0,2 1 19,3 2 1,-1 1 0,6-6-330,2 0 0,-3 0 0,1 0-237,2 0 0,-3 0 1,1 0-365,2 0 1,-3 0-875,1 0 739,-6 0 900,2 0 0,1 7 0,2 1 0</inkml:trace>
  <inkml:trace contextRef="#ctx0" brushRef="#br0" timeOffset="105">13568 11511 7654,'-5'10'-17,"0"0"0,-5 1 874,5 4-563,-1 1 1,6-6-1,0 0 467,0 2-569,0-5 0,0 7-35,0-4-209,0-3 0,0 2-152,0-4 1,2 2-1,2 5-996,1-2-770,0-6 1970,-5 3 0,-2-7 0,-3 0 0,3 0 0,-5 0 0</inkml:trace>
  <inkml:trace contextRef="#ctx0" brushRef="#br0" timeOffset="106">13553 11604 7655,'15'-9'645,"-6"-5"1,0 13 0,-6-6-389,2 0 0,2 5 0,-3-5-178,1 0 1,2 6-1,-2-6-417,5 0 0,4 3 0,1-4-885,1 1 1,-6 2 867,1 5 0,-8 1 0,2 5 355,-3 4 0,-2 4 0,-5-4 0,-2 0 0,-2 2 0,-1 2 0,-6 2 153,1-1 120,-1 1 0,6-6 0,0-1 203,-2-2 0,3 3 1,0-3 162,3 1-563,0-4 0,8 3-288,3-7 1,-1 0-206,6 0 1,-1-2-163,1-3 53,-3 3 82,0-5 395,-5 7 22,4 0 261,-6 0-36,0 0 0,-1 5 1,-3 2 131,-1 2 0,-7 1 1,3 6-24,1-1 0,-1-4 0,6-1-72,-2 2 1,-6 2-173,6 1 0,0-4-501,5-1 57,0-6 212,0 2 140,0-6 0,7 0-12,3 0 1,-1 0 164,1 0-98,0 0 1,1 0 0,-1 0 126,2 0 0,2 0 88,1 0 1,1-5 0,-1 0-95,1 2 1,-1-4-1,1 0-100,-1-2 0,1 4 0,-1-4 107,1 3 1,-1 0 231,1 6 0,-6 0-6,1 0 0,-8 7-324,2 4-14,-3-4 1,-4 6-1,-1-2-79,-2 2 1,-7-2-1,3-1 1,-1 2-135,-1 2 0,6 0 1,-5-2-1,-1-2-229,3 2 0,-6 2 0,5 2 0,-1-1-302,0 1 0,5-3 0,-6-1-26,-1-1 0,4-6 728,-3 5 0,8-6 0,-4 3 0</inkml:trace>
  <inkml:trace contextRef="#ctx0" brushRef="#br0" timeOffset="107">14049 11247 11806,'14'-2'109,"-2"-1"-289,-2-2 1,-1-2 0,3 3-1106,-2-1-385,1 0 647,4-2 1,-6 4 1022,-4-8 0,-3 1 0,-2-6 0</inkml:trace>
  <inkml:trace contextRef="#ctx0" brushRef="#br0" timeOffset="108">14065 11014 11460,'0'16'590,"0"-1"-448,0 1 0,1-1 1,3 3 31,1 2-74,0-3 1,-5 14 0,2-1 0,1 6 55,2 4 0,1 1 0,-6 6 1,0-1-89,0 1 1,0 4-1,0 1 1,0-2-67,0-2 0,5-6 0,0-3 0,-2-3-148,-1-6 0,-2-6-874,0-9 720,0-6 0,0-9 0,-2-10-449,-3-4 494,3-2 0,-10 1 0,6-1-59,-3 1 0,-1-1 0,-6 1-299,1-1 494,6 8 1,-5-4 0,4 5 114,-4-2 0,-1 1 0,1-5 465,3 3 1,3 5-28,3-5 0,3 4-124,-3-4 1,5 5 0,5-4-125,5 2 1,4 1-1,2 2 1,-1-1-212,1 1 1,-1 3 0,2 1-663,4 0 485,-4-7 0,6 5 1,-8-3-116,1 3 0,-1 2 1,-1-2-1020,-4-3 925,4 4 1,-12-8 410,3 4 0,4-4 0,-1-6 0</inkml:trace>
  <inkml:trace contextRef="#ctx0" brushRef="#br0" timeOffset="109">14328 11107 7737,'0'11'2261,"0"-1"-1907,-7 7 1,0 0 0,-5 6 56,2-1-400,0 2 1,-1 2-1,3-2 1,-1 1-101,1-1 0,2-7 0,-2 0 0,1-5-662,3 0 0,3-3-36,1 1 1,7-6 437,3 1 1,4-5-1,1-4 324,1-1 0,-6-2 0,0 4 213,2-2 0,2 0 379,2 5-296,-8 0 0,6 1 5,-4 4 1,-3-1 0,-1 6 131,-5 2-331,-1 2 1,0 2 0,0 1 0,0 2 89,0 1 0,0 3 1,0-4-1,-1 3 77,-5 2 0,-1-3 0,-5 3 0,4 0-18,1 0 0,-3-3 1,4 3-1,1-1-54,-2-4 1,6 0 0,-5 0-147,5 1 1,2 1 0,5-7 0,4-4-163,4-5 0,1 2 0,1-2-586,-1-1 548,1 4 0,-1-6 1,1 3-747,-1-3 561,1-2 0,-1 0-610,1 0 471,-8 0 0,4-2 168,-6-3 0,-1-4 0,-5-6 0,0-1 330,0 1 0,-7-7 0,-2-3 0</inkml:trace>
  <inkml:trace contextRef="#ctx0" brushRef="#br0" timeOffset="110">14483 11449 9030,'-5'10'733,"0"0"0,0 2 0,5 7 0,0 4-364,0 1 0,-5-3 1,-2 4-1,0 3-151,0 1 1,-5 2 0,2 0 0,-4-1-197,-2-5 1,1 3-1,-1-9 1,1-3-480,-1-4 0,-4-9 0,-1 2 0,2-3-78,2-2 1,1-7 0,1-3-837,-1-4 1032,1-8 1,4 3 0,3-6-83,1 3 278,2 1 1,5 1 0,0-1 113,0 2 45,0 2 1,1 6-1,3 1 1,3 0 55,1 1 1,-3 1 0,6 4 123,1-1 1,2-5 0,1 4-1,1 1 21,-1-2 0,6 0 0,1-5 0,1 4-82,-1 1 0,0-5 1,-1 3-1,3-1-160,0-1 1,4 8-1,-6-4 1,1 2-106,-1 0 1,-1 0 0,-6 5-988,1 0 260,-8 0 857,6 0 0,-12 7 0,5 1 0</inkml:trace>
  <inkml:trace contextRef="#ctx0" brushRef="#br0" timeOffset="111">14700 11340 8935,'0'9'1763,"0"-1"-1257,0-3 0,0-1 0,0 6-252,0 2 0,6 2 1,-1 3-1,-2 2-153,-1 2 1,-2 5 0,0-4 0,0 2-131,0 4 1,0-6 0,0-1 0,0-4-2463,0-1 1021,0-1 0,0-8 56,0-7 1212,0-7 1,0-10 0,0-2 201,0-2 0,0-6 0,0 3 0,0-6 0,0 5-28,7-5 0,-6 11 1,5-5-1,-5 2 126,-1 3 0,0 2 0,2 1 0,2 1 341,1-1 0,0 6 0,-3 1 0,1 0 38,2 1 0,2 4 0,-3-3-208,1 1 1,7 4 0,-2-3-241,4 3 1,-4 2-1,1 0-83,1 0 0,-4 0-89,3 0 217,-1 0 1,-1 2-1,-3 1 104,1 2 1,-5 7 273,3-1-297,4 2 1,-7 3 0,3 0-1,-4-1 19,-1 1 1,0-1 0,0 1-1,0-1-109,0 1 0,0 4 0,0 3 0,0-1-55,0 0 0,0 4 1,0-3-1,0-1-30,0 1 1,0 2-1,0-4 1,0-2-147,0-2 0,0-1 1,0-1-1,0 1-620,0-1 1,-5-4-1008,0-1 1183,0-7 0,-2 4-575,-3-7 1185,3-7 0,-7-1 0,5-8 0</inkml:trace>
  <inkml:trace contextRef="#ctx0" brushRef="#br0" timeOffset="112">14731 11697 7977,'-10'5'424,"0"0"838,6 0 0,-1-5-732,10 0 0,4 0 0,5-1-252,-4-5-236,11 5 0,-11-8 1,11 6-635,-4-3 450,-2 1 1,1 0-1340,-1 0 901,1 0 1,-6 3 0,1-1 579,1-3 0,-5-6 0,-1 4 0</inkml:trace>
  <inkml:trace contextRef="#ctx0" brushRef="#br0" timeOffset="113">15228 11169 11635,'15'0'-114,"1"-7"0,-6 6 0,0-6-1319,2 0 1065,2 5 0,2-12 0,-1 6 368,1-1 0,-1-5 0,1 6 0</inkml:trace>
  <inkml:trace contextRef="#ctx0" brushRef="#br0" timeOffset="114">15290 10983 11538,'0'16'315,"0"-1"1,0 2 0,1 4-123,5 5 0,-3 3 1,6 4-1,-1 3-32,1 6 0,-4 2 0,4 3 1,-3 0-40,-2-1 0,-1 1 0,1-3 0,1-2-135,-2-6 1,-1-3 0,-4-4-295,-3-3 145,4 3-43,-13-12 10,5 6-437,1-15 349,1-1 0,7-8 0,-2-3-156,-3-1 0,3-7 0,-5 3 22,0 1 0,4-6 0,-8 4 214,-1-4 0,-1-2 0,-1 1 0,2-1 146,1 1 1,3-1 0,-4 1 746,1-1 0,3 1 83,-3-1 0,-1 1-312,7-1 0,2 8 0,8 2-179,5 5 1,4 1-1,2-2-292,-1-3-152,1 3 1,1-10 0,2 5 0,1 0-373,-1 0 1,0-5-1,0 2 1,2-4-558,-2-1 1,-2-1 0,-1 1 1090,-1-1 0,1-6 0,-1-3 0</inkml:trace>
  <inkml:trace contextRef="#ctx0" brushRef="#br0" timeOffset="115">15600 10766 7649,'0'-9'2996,"-2"15"-2780,-3 9 1,1 9 0,-4-3 0,-1 0-234,1 1 0,4-5 1,-3 4-1,2-4-503,0-1 1,-2-3-1,4 0-1486,-3-3 920,1 0 383,5-1 805,0-2-134,0-7 505,0 0 0,2-7-268,3-3 0,4 1 0,6 0 0,1 1-7,-1-1 1,-4 6 0,-1-3 0,2 5-151,2 1 1,1 0-1,1 0-55,-1 0 1,-6 1 0,-4 5 0,-3 4 30,-2 4 0,0 8 0,-2 2 0,-3 2 72,-5 0 0,-4 0 1,-2 3 172,1-3-171,-1 3 0,1-11 0,-1 2 115,1-3-128,-1-1 0,6-6-229,0 1 45,6-8 0,-1-1 0,10-9 0,4-2-152,-1-3 0,6-2 0,-4-1 0,6-1 64,5 1 0,-4 1 0,4 2 0,-4 3 96,-2 3 0,-4 0 199,-1 6 1,-7 9 0,3 5 0,-5 6 348,-1 5 0,-1 2 0,-5 8 1145,-4 1-1222,-11 0 0,4-5 0,-4 0 653,4 0-773,9-7 0,1 4 1,7-8-81,0-1-214,0-1 0,1-3 1,6-1-1,7-2-37,5-2 1,9-4 0,-2 2 0,1-1-235,-1-3 0,3-3 1,-5 1-1,0 1-303,-3 3 0,-4-1 1,-1-5-959,-1 0 1304,-6 0 1,-4 0 41,-10 0 0,2 0 0,-8 0-480,-1 0 509,-2 0 1,4-2 0,0-1-520,-2-3 710,5 1 0,-14-9 0,4-3 0</inkml:trace>
  <inkml:trace contextRef="#ctx0" brushRef="#br0" timeOffset="116">15755 11293 7649,'15'0'1068,"-6"0"1,0 0 0,-6 2-496,2 3 1,0 4 0,-3 8 190,3 4-570,-3-4 0,5 11 1,-7-8 147,0-1-248,-7 6 1,4-3-1,-8 5 1,-1-2-251,-2-3 0,-1-1 0,-2-6 0,-2 1-299,-2-1 1,-5-1-1,5-2 1,1-3-217,-3-2 0,4-2 0,-5-7 0,2-3 304,3-5 0,2-9 0,1-4 0,2 1 275,4-1 1,-2-2-1,7 4 1,1 2 258,3 2 0,1 1 0,1 2 0,5 2 321,4 2 1,5 0 0,4-4-161,2 3 1,1-1 0,-3 5 0,4-1-11,1-4 1,-3 3 0,3-1-45,-2-2-265,6 5 0,-11-5 0,5 5 1,-1 0-203,0 0 1,-1 2 0,-4 5 0,-1 0-719,1 0 0,-6 0 911,1 0 0,-1 0 0,5 0 0</inkml:trace>
  <inkml:trace contextRef="#ctx0" brushRef="#br0" timeOffset="117">16049 11061 7519,'-15'0'129,"5"0"680,-1 0 0,8 2 1,-2 3-476,3 5 1,2 6 0,0 4-1,0 6-186,0 3 1,0 4 0,2 3-1,1 4 13,2 0 1,6 1-1,-5-8 1,1-6-75,0-3 1,-2-3-1,-3-5-211,3-1 1,-3-8-899,3-7 790,-3-14 1,-2-10-1,0-9-996,0-3 923,7-3 1,-5-13-1,4-2 1,0 1-82,-1 0 0,5 1 0,-3 7 1,0 4 140,0 4 1,5 8 586,-2 8 0,-3 9 0,-2 19 0,-3 9 221,-2 8 0,0 5 0,0 4 0,0 1-18,0 3 0,-2 6 0,-1-2 1,-2 4-143,1 1 1,2 1 0,2 0-1,0 1-140,0 4 0,0-4 0,0 3 0,0-4-155,0-6 1,0 4 0,2-5-823,3-1 497,-3-7 0,7-10-1181,-4-7 1008,-3-6 0,6-4 1,-4-10-1,1-9-179,-2-10 1,4-3-1,-2-13 1,1 0 20,0 1 0,-4-8 1,5-6-1,-2-3 548,0-2 0,1-2 0,-6-4 0,1-2 0,4-1 0,-3-5 0,5 6 0,-2 8 0,0 9 0,2 17-222,-2 11 1,-1 12 1463,6 9-904,-6 7 1,3 3 0,-7 1 1088,0 1-1073,0-5 0,0 7 1,0-2 807,0 7-932,0-2 0,0 12 1,0-3-1,-2 3-34,-3 2 1,3 0-1,-3 0 1,3 0-161,2 0 1,0-5-1,0-2 1,0-1-381,0-4 1,0-2-1,0-1-256,0-1 0,2-6 0,3-4 137,5-3 1,-1-9-1,1-4 1,2-2 216,2-3 0,2-5 0,-1 1 0,1 2 240,-1 6 0,1 0 1,-1 5 672,1-1-512,-1 4 0,-5-3 1,1 9 860,1 3-704,-5-3 0,1 12 0,-4-4 1,1 6 127,-2 4 1,-1-2 0,-2 4 0,0-1-208,0-1 1,-5 6 0,-2-3-1,-2-1-143,-3 0 0,4-1 1,-3-4-1,-1 2-173,-1 2 1,-3 0 0,1-7 0,-1-2-379,1-2 0,-1-1 0,-1 3 1,-2-4 12,-2-1 1,1-2-1,4-5 1,1 0-276,-1 0 1,1-1 0,1-5-259,3-4 744,-2-11 1,11 2 0,-3-5-147,3 2 354,2-6 0,0 11 1,0-4-1,2 6 109,3 5 0,-2-3 1,8 8 462,1 2 1,2 3-1,1 5 108,1 5 0,-1 4 0,1 2 0,-1-1-131,1 1 1,-1 4 0,1 3 0,-1-1-206,1 1 1,-3 2 0,-1-2 0,-1 1-276,1 4 0,0-6 0,0-1 0,-3-4-572,-3-2 0,7-1-1836,-3-3 1060,-3-5 1308,7-12 0,-6-10 0,8-8 0</inkml:trace>
  <inkml:trace contextRef="#ctx0" brushRef="#br0" timeOffset="118">16763 10766 7669,'0'-15'166,"7"-1"212,-6 7 1,6 4 200,-7 10 1,0-1 518,0 6-811,0-6 1,0 4-175,0-3-32,0-3 1,-1 5-205,-5-7 4,5 7 1,-6-4-1,5 8 150,-3 1 0,3-4 0,-5 3 0,2 1 82,0 2 1,-5 1-1,3 1-68,-2-1 0,0 1 1,-3-1-162,2 1 0,5-3 0,-4 0-807,2-3 363,2-7 333,5 4 0,2-7 94,3 0 125,-3 0 0,6 0 500,-2 0 0,2 0 90,8 0 1,-8 2-4,-2 3 0,-5-1-527,-1 6 1,0 0-391,0 6 1,0-6-953,0 0-930,0 1 2220,0 4 0,7 1 0,2-1 0</inkml:trace>
  <inkml:trace contextRef="#ctx0" brushRef="#br0" timeOffset="119">16778 11464 7661,'-10'21'318,"0"-1"0,-1 1 1,-4-4 951,-1 4 0,2-4-47,4 4-1136,3-11 1,7-10-1,0-12 1,2-7-220,3-7 1,4-3 0,8-4 0,2-3-662,2-5 0,-1-9 1,-3-4-1049,4-1 1358,-4 5 1,6-10 0,-6 3 482,4-3 0,-4-2 0,5 7 0,-6 5 0,-1 6 0,1 8 0,-1 5-152,1 5 541,-1 11 0,-8 10 0,-7 10 172,-8 5 1,-6 4-1,-2 2 1,1-1-228,-1 1 0,1-1 1,-1 1-1,1-1-152,-1 1 0,1-3 0,-1-1 0,3-1-106,2 1 1,-3 0 0,4 0-935,-4-2 310,6-6 1,-6 10-2267,4-4 1514,3-3 1300,0 0 0,8-7 0,3-2 0,3-1 0,1-3 0,-2-4 0,4 5-47,2 1 1,0 1 0,0 0 477,-2-3 0,-4 1 784,4 5 1,-5 0-741,5 0 1,-4 5-400,4 1 0,-7 6-1175,3-2 301,-5-3 798,-1 0 0,7 0 0,2 1 0</inkml:trace>
  <inkml:trace contextRef="#ctx0" brushRef="#br0" timeOffset="120">17026 10890 8454,'-7'9'933,"6"-1"45,-4-2-484,-4-5 0,7 8-315,-3-4-150,3-3-1163,-5 12 304,6-13 830,-6 6 0,7-7 0,0 0 0</inkml:trace>
  <inkml:trace contextRef="#ctx0" brushRef="#br0" timeOffset="121">17135 10782 7726,'-2'13'0,"-1"-1"334,-2-1 1,-2-6-1,3 5 1,-3 1 214,-1-3 1,4 6 0,-3-5-80,1-1-345,4 6 0,-7-7 0,6 5-419,-2-2 1,-6 1 0,4 2-366,-1-2 0,3-4 1,-4-6 658,2 5 0,-5-5 0,3 6 0</inkml:trace>
  <inkml:trace contextRef="#ctx0" brushRef="#br0" timeOffset="122">16871 11092 7819,'-8'7'2392,"-6"-6"-915,12 13-1216,-5-12 1,9 5-1,3-7-253,6 0 1,2-5 0,3-2-307,-1-2 0,1 1 0,-1-5 0,1 5-237,-1 1 0,1-3 1,-1 3-327,1-2 579,-1 6 0,1-9 0,-2 5-346,-4-2 1,-1 6 392,-4-3 1,-5 5-1,0 2 235,-9 5 0,-5 2 0,-1 8 0</inkml:trace>
  <inkml:trace contextRef="#ctx0" brushRef="#br0" timeOffset="123">16887 11216 7661,'0'15'-228,"-5"-4"0,-1-1 844,3 2 0,-4-3 761,2 1-869,0-6-267,5 2 0,2-6-106,3 0 0,3-1 0,8-4 0,-1-6-291,1-3 1,1-1 0,2-1 0,3-1-221,3-3 1,-7 2 0,3-2 0,-4 2-1,-1 3 0,-1-1 0,1 3 1,-2 0-164,-4 3 0,-1 5 438,-4-5 1,-5 6-1,2 1 1,-8 6 304,-2 8 1,-3 2 0,-4 3 936,-1-1-885,-6 8 0,5-1 0,-4 6 933,4-2-885,1-1 0,1 5 0,-1-3 358,1-1-523,-1 0 1,1 5 0,-1 0 0,1-2-63,-1-3 1,1 2 0,-1-8 0,1-1-172,-1-1 1,8-3 0,1-1-405,0-4 1,5-4 1,-3-12 1,8-4 0,4-9 0,4-3 179,6-3 0,-2 1 0,8-3 0,-1 3 61,4 1 1,-2-3 0,0 6 175,-1 1 78,4 2 1,-8 1 0,5 2-1,-1 2 285,-4 2 0,-2 6 1,-2-1-1,-1 5 59,-3 5 1,1 4 0,-7 6-1,-2 1 77,-1 0 1,-2-1 0,-2 2-111,-3 4 1,-2-9 0,-5 4 0,2-3-77,-2 1 1,-2 7 0,-2-1 0,1-1-182,-1-1 0,-4-3 1,-1 1-1,2-1-213,2 1 0,1-1 0,1-1 0,-1-2-147,1-2 0,-1-6 0,3 3-1232,2 0 1139,-3-6 0,11 5 1,-6-12-879,2-4 1033,2 3 0,5-7 1,0 4-1,0-4 61,0-1 0,0-1 0,2 1 233,3-1 0,-1 6 327,6-1 1,-5 8 0,5-2 349,3 3 1,-5 2-1,2 0-248,3 0 1,0 0-1,3 0 1,-1 0-276,1 0 0,-1 2 1,3 1-46,2 2-79,-3 8 0,8-10 0,-6 7-340,1 2 125,1-5 1,-6 7-1,1-5 1,-1 1-783,1 0 1,-1-4 0,1 2 917,-1-1 0,1-2 0,-1-5 0</inkml:trace>
  <inkml:trace contextRef="#ctx0" brushRef="#br0" timeOffset="124">17274 11061 7633,'-15'0'1090,"5"0"1,-1 0-589,-1 0 166,5 0 1,0 2-546,7 3 1,2 2 0,3 5-109,6-2 0,-3-7 1,3 3-156,1-5 1,-4 5-731,3-1 1,-6 0-481,5-5 1,-6 7 1349,1 3 0,-4 4 0,-1 1 0</inkml:trace>
  <inkml:trace contextRef="#ctx0" brushRef="#br0" timeOffset="125">17274 11495 8007,'-8'16'0,"1"-1"1406,0 1-696,5-8 1,-5-3-500,7-10 0,0-10 0,2-11 0,3-3-287,6-2 1,1-7 0,0-4 0,-2-2-176,2-3 1,2 2 0,2 2 0,-3 3-111,-2 3 1,2 2-1,-4 9 352,0 5 1,-1 6 801,-3 5-580,-3 10 1,5 8 0,-7 8 609,0-1-557,0 8 1,0 1-1,0 7 1,0 0 67,0 0 1,-5 0 0,0 0 0,1-2-546,3-3 0,1-3 0,-2-8-565,-3 1 1,3-10 237,-3-6 1,3-8 0,2-13 0,0-5 92,0-3 0,5-4 0,2-1 0,2-4 217,3-2 0,2 4 0,1-4 1,2 2 196,4 4 1,-4 6 0,4 6 464,-4 5-322,5-2 1,-9 17-1,2-3 1,-1 3 249,0 2 1,-4 7 0,-1 3-1,-3 4 28,-2 2 0,-2-1 0,-2 1 0,0-1-309,0 1 0,0 1 0,-2 2 0,-3 2-74,-6-2 1,-2 3 0,-3 0-1,1 3 147,-1 2 0,-5-3 1,-1 2-1,0 0 86,-1-2 0,3 4 1,4-8 478,1-1-370,-1-1 1,6-8-336,-1 0 0,10-6 0,1 1 0,8-3-285,6-2 0,3-7 0,2-5-954,2-7 910,6 1 0,-8-4 0,6 6 0,-1-1-116,0-3 1,-5 2 0,1-2-1,-2 4 85,-3 6 1,-1-4-1,-2 5 1,-3-1-269,-2 0 450,-2 6 0,-12-3 0,-4 7-14,-2 0 0,-8 0 1,0 0 177,2 0 0,-5-7 0,0-1 0</inkml:trace>
  <inkml:trace contextRef="#ctx0" brushRef="#br0" timeOffset="126">17461 10782 7436,'0'-7'796,"0"7"-144,0 8 0,0 8 1,0 4-1,0 8-206,0 7 1,0 11-1,0 13 1,0 6-194,0 8 0,5 2 0,0 5-88,-2 2-107,-1-9 0,-2-4 0,0-19-617,0-7-801,0-12 247,0-2 1,2-25 1112,3-4 0,-3-18 0,5-6 0</inkml:trace>
  <inkml:trace contextRef="#ctx0" brushRef="#br0" timeOffset="127">17709 10952 7344,'0'-15'2617,"1"1"-2692,5 4 0,2 1 0,8 5-179,-1-1 1,1-2 0,-1 4 0,1-2-338,-1 1 1,1-3-1,-1 1 163,1-3 1,-6 6 427,0-3 0,-8 5 0,0 2 11,-6 5 1,-8-3 0,2 6-1,-4-1 144,-1 1 1,4 1-1,1 6 1,-2-3 173,-2-2 1,-1 3-1,1-4 937,4 4-883,-4 1 1,7 6-1,-3 1 1,3 1 24,0-1 1,5 6-1,-3-2 1,3 3-239,2 2 0,0-2 0,0-1 0,0-4-200,0-2 1,0 4 0,0-5 0,0-2 17,0-2 0,5-1 0,2-1-152,2 1 0,-4-8 0,5-3-28,2-3 1,2 3 0,2 0 12,-1-1 0,2-8 1,2-2-193,2-3 279,0-1 1,-6-1 0,1 1-1,-1 0-75,1 1 0,-1-3 0,1 7-21,-1 1 1,-4 3-1,-3-1-525,-1-3 154,-2 3 1,-6-5-527,-5 7 1085,-2 0 0,-15 0 0,-1 0 0</inkml:trace>
  <inkml:trace contextRef="#ctx0" brushRef="#br0" timeOffset="128">18003 10937 7630,'-8'7'289,"-6"1"0,5 8 267,1-1 1,-1-3-1,4 2 1,-4 3-33,1 1 0,-1-1 1,6-2-1,-4 1-352,-2-1 0,4 6 0,-4 0 0,1-2-414,-1-2 0,4-3 1,-4-2-1768,2-2 1303,-5 0 1,9-1-1251,-7-4 1145,-1-3 811,3-2 0,-6 0 0,5 0 0</inkml:trace>
  <inkml:trace contextRef="#ctx0" brushRef="#br0" timeOffset="129">17786 11030 7630,'0'8'2034,"0"1"-763,0-4-965,7 4 0,-5 1 1,5-1 499,0-2-490,-6 5 1,13-4-129,-4 8-160,4-1 1,2 1 0,-1-1 0,1 1-11,-1-1 0,1 1 1,-1-1-1,1 1-909,-1-1 1,1 1-465,-1-1 0,-4-1 1355,-1-3 0,0-4 0,6-7 0</inkml:trace>
  <inkml:trace contextRef="#ctx0" brushRef="#br0" timeOffset="130">19957 3708 7726,'2'-14'306,"1"2"254,2 1-281,1 8 0,-5-6 598,5 4-331,-5 3-359,13-4 0,-12 7 0,3 4-29,-3 6 1,-1-3 0,3 3-355,1 1 0,0 2 1,-5 1-300,0 1 0,0-1 1,0 1-147,0-1 0,0-4 0,0-1 641,0 2 0,0 9 0,0 3 0</inkml:trace>
  <inkml:trace contextRef="#ctx0" brushRef="#br0" timeOffset="131">19880 4002 8028,'-16'0'927,"7"0"1,4-5-743,10 0 0,4-5 0,7 5 0,-1-1-71,1-1 1,4 1-1,1-7-288,-2 3 147,5 7 0,-7-9 1,4 6-525,-4 3 408,-1-6 1,-1 8-1,-1-6 1,-2 2-515,-2-1 1,-4 1 30,4 5 1,-7 2 176,3 3 1,-12-1 448,-4 6 0,-4 0 0,-1 6 0</inkml:trace>
  <inkml:trace contextRef="#ctx0" brushRef="#br0" timeOffset="132">19833 4111 7866,'-15'0'372,"4"0"0,3 2-58,1 3 1,0 3 0,3 8 91,-1-1 0,0 8 0,3 3 0,-1 3-272,-2 2 0,-2 5 1,3 0-1,-1-1-298,2-2 0,1-4 0,2-1 1,-2-4-689,-3-2 0,3-1-631,-3-6 88,4-6 1395,1-9 0,6-9 0,3-6 0</inkml:trace>
  <inkml:trace contextRef="#ctx0" brushRef="#br0" timeOffset="133">19926 4204 8127,'0'-15'538,"2"6"1470,3 4-1467,-3 3 1,5 4-677,-7 3 116,0 4 1,0 1 0,0 0-981,0 2 253,0 2 1,0-4-1710,0 1 2455,0-1 0,0-1 0,7-2 0,1-7 0</inkml:trace>
  <inkml:trace contextRef="#ctx0" brushRef="#br0" timeOffset="134">19988 4204 7182,'9'0'628,"5"0"-559,-13 0 1,8 0-126,-4 0 92,-3 0 1,6 0-280,-2 0 137,-5 0 0,8 0 1,-4 0 86,5 0 1,4-5-1,2-2 1,-1 0 190,1 0 0,-6 2 0,0 5 133,2 0 0,-3 0 1,0 2 29,-2 3 1,-2 4 0,-7 8-1,-3 2-45,-5 1 1,-4 8 0,-2-4 0,1 2-59,-1 0 1,-4-5 0,-3 4-97,-1 3-93,5-6 1,-3 1 0,6-6-1,1 2 97,-1 2 0,1-6 0,1-5 2,4 3 1,3-5-180,7 3 0,1-8 0,5 4-55,4 0 1,4-6-1,3 5 1,2-5-1,1-1 0,3-5 1,-4-2-1,3-1-76,2-4 0,-5 3 1,4-1-1,-3-1-4,1 3 1,5-6 0,-5 5 0,-2-1-229,-2 0 0,-2-1-471,1-4 423,-1 6 1,-6-5 447,-4 4 0,4 3 0,-1 0 0</inkml:trace>
  <inkml:trace contextRef="#ctx0" brushRef="#br0" timeOffset="135">20484 4049 7753,'-8'0'1621,"1"0"-846,7 0-566,0 7 1,0 3-1,0 9 1,0 4-25,0 1 0,0 3 1,0 8-1,0 3-247,0 1 1,0 1 0,0 3 0,0-3-341,0-2 0,0-4 1,0-6-1856,0-3 1702,0-6 1,-5-7-1,0-17 555,1-14 0,2-8 0,2-4 0</inkml:trace>
  <inkml:trace contextRef="#ctx0" brushRef="#br0" timeOffset="136">20608 4049 7753,'14'-24'0,"-2"3"0,-1 4 0,1 1-10,1 1 0,3-1 0,-1 1 1,1 1 115,-1 4 1,1-2 0,-1 5-1,1 0 97,0 0 0,-1-3 0,1 4 0,-1 3-91,1 1 1,-6 2 0,0 0 81,2 0-191,2 0-69,2 0 1,-6 7 48,0 3 1,-6-1-17,1 1 1,-3 1 20,-2 4 0,0 1 119,0-1 0,0 1-9,0-1 0,0 1 0,0-1 38,0 1 0,0-6 1,0 1 91,0 1 0,5 8 0,0 4-20,-2 1 0,-1-1 0,-2-4 0,0 6-49,0 4 1,0 6-1,0 2 1,0 1-34,0 4 0,-5 2 1,0 0-1,1-4-171,3-4 1,-5-1 0,1-3 0,0-6-184,-2-3 1,5-3 0,-3-6-920,4 1 597,1-7 1,0-4 0,0-10-427,0-6 1,-6 3 975,1-3 0,-7 1 0,4-6 0</inkml:trace>
  <inkml:trace contextRef="#ctx0" brushRef="#br0" timeOffset="137">20608 4282 6370,'2'-9'800,"3"4"1,4 1-1,6 1-505,1-2-210,-1 0 0,3-1 0,1 1-66,1 2-3,1-6 1,-4 7-782,4-3 166,-4 4 0,6 1-763,-8 0 1362,-6 0 0,-2 6 0,-7 3 0</inkml:trace>
  <inkml:trace contextRef="#ctx0" brushRef="#br0" timeOffset="138">20655 4390 7749,'-14'2'-209,"4"3"0,-4-3 540,4 3 47,3 4 0,2-8-295,10 4 0,5-8 0,9-4 1,2 0-100,-2 0 1,0-3 0,0 3 0,3-1-213,2-5 0,-5 7 0,2-1 0,-4 1-254,-1 1 0,-6-2 1,0 4 481,2-2 0,-5-2 0,-2 2 0,4-4 0,0-6 0</inkml:trace>
  <inkml:trace contextRef="#ctx0" brushRef="#br0" timeOffset="139">20748 4095 8069,'-9'2'1367,"4"5"-1219,3 9 0,2 3 0,0 12 0,0 6 116,0 7 0,0 9 1,0 6-1,0 4-315,0 5 1,0-3-1,0-8 1,0-7-166,0-7 1,0-2-1,0-10 1,0-6 215,0-6 0,0-4 0,0 1 0</inkml:trace>
  <inkml:trace contextRef="#ctx0" brushRef="#br0" timeOffset="140">21229 3971 7692,'-11'-5'105,"1"0"1,1-2 259,-1 2 26,3 3-113,0-5 163,6 7-140,-6 0-176,7 0 0,1 0 1,5 0-57,4 0 0,4 0 0,1 0 0,1-1-114,-1-5 1,-4 5 0,-1-4 0,2 3-24,2 2 1,1 0-1,1 0-211,-1 0 0,-4 0 1,-1 0 90,2 0 0,-5 2 0,-2 3 105,-3 5 0,-2-1 0,0 1 0,-2 2-3,-3 2 0,-4-4 0,-6 1 158,-1 1-61,1 1 1,-1-2 0,1-1 0,-1 0 105,1-1 1,-1 3-1,1-5 1,-1 0 14,1 0 0,6 0 0,2-4-209,0 2 21,6 0 0,-5-5 0,12 0 0,4-1-123,4-4 1,1 1 0,1-4 0,-1-1-171,1 0 0,-1 1 1,-1-4-1,-2 3 14,-2 2 1,-1 0 334,1 2 0,4 3 0,-12-12 0,5 13 0,-7-6 0</inkml:trace>
  <inkml:trace contextRef="#ctx0" brushRef="#br0" timeOffset="141">21229 4033 7732,'-14'2'144,"4"3"0,1-3 1,6 5-15,-3 0 1,1 1-1,5 8 1,-2-1 51,-3 1 1,4 8-1,-5 5-107,5 6-39,-6 8 1,3-3-1,-4 6-373,1 1 208,2-1 1,-1-4 0,0-3-1,-1-3-404,0-6 1,-4-1 0,5-8 532,-3-2 0,6-9 0,-4-3 0</inkml:trace>
  <inkml:trace contextRef="#ctx0" brushRef="#br0" timeOffset="142">21260 4282 8049,'-11'-14'1105,"1"3"0,7 3-849,-3 3 0,6 3-311,6-3 1,2 3-664,8 2 1,-1 0 146,1 0 0,-1 0-971,1 0 1542,-1 0 0,1 0 0,-1 0 0</inkml:trace>
  <inkml:trace contextRef="#ctx0" brushRef="#br0" timeOffset="143">21244 4437 7692,'-15'-7'995,"6"5"-903,2-12-31,14 6 1,2-1-583,6 4 379,1 3 1,-1 2-1,1 0-470,-1 0 396,-6 0 0,3 2 1,-5 1-78,1 3 1,-4 6 288,1-2 1,-3 4-1,-4 1 233,-3 1 0,1-1 0,-6 1 71,-2-1 1,-2 1-1,-1-1 1,-1 1-10,1-1 1,4-4 0,1-1-89,-2 2 0,3 0-226,-1-1-46,7-5 1,-3 0-182,12-1 0,4 0-90,11-5 280,-4 0 1,5-5 0,-6 0 0,-1-1 31,1 0 1,4 4-1,1-3 1,-2 3 113,-2 2 0,-6 0 1,-1 0-1,2 0 205,2 0 1,-4 0 93,0 0 0,-6 2-70,1 3 0,-5 3-298,-5 8 0,-4-2 0,-6-2-178,-1-2 124,1-6 0,4 4 0,1-4-841,-2 1 384,5 0 494,-7-5 0,6 0 0,-8 0 0</inkml:trace>
  <inkml:trace contextRef="#ctx0" brushRef="#br0" timeOffset="144">21756 4049 7716,'0'-9'-1843,"0"-5"1851,0 13 37,0-6-23,0 7 1,-2 0 502,-3 0 6,3 0-181,-5 0-59,7 0 496,0 0-546,0 7 34,0-6 1,-1 8-95,-4-4 0,-2 4 0,-5 6 0,1 1-41,-1-1 0,-2 1 1,-1 1-1,-1 2-59,1 2 1,5 1-1,-1-3-174,-1 2 55,5 0 1,-5-11-290,7 0-34,0 1-165,5-3 271,7-1 1,1-7 0,8 0-202,-1 0 0,1 0 0,-1 0 70,1 0 1,-6 0 325,1 0 0,-8 7 0,2 3 0,-3 6 71,-2 5 0,-7-4 0,-3 5 0,-4-1 38,-2 0 0,3 4 0,1-2 1,1-1 154,-1 1 1,4 4-1,-1-3 1,2 2 75,4 0 0,-4-5 0,2 3 436,1-2-400,2 6 1,2-11 238,0 4-230,0-4 1,7-8-207,4-4 1,2-10-1,3-6 1,-1-4-173,1-6 1,-1-3-1,1-9 1,-1-1-252,1-2 1,-1-9 0,1 0-1,-1-5-61,1 0 1,-1 2-1,1 3 1,-2 2 163,-4 1 1,2 15-1,-7 1 478,-1 7 1,3 12 0,-2 7 3,-2 9 1,-1 11 0,-2 6 0,0 5 194,0 5 1,0-3 0,0 5 118,0 0-386,0-5 1,0 5 0,0-7-501,0 0-18,0-7 0,0-2 0,0-6-1854,0-1 1390,0-6 1,0-11 0,0-12 772,0-4 0,7-17 0,1 2 0</inkml:trace>
  <inkml:trace contextRef="#ctx0" brushRef="#br0" timeOffset="145">21926 4142 7716,'0'-9'734,"0"2"1,2 7 0,3 0-666,6 0 0,3 0 1,1 0-165,1 0 1,4 0 0,1 0 0,0 0-20,1 0 1,-3 0 0,5 0-1,0 0 44,0 0 0,-5-1 0,2-3 0,-4-1 9,-1 2 0,-6 1 1,0 2 158,2 0 0,-5 2 174,-2 3-141,-3-3 1,-2 11 57,0-2-91,0-4 1,0 6 0,-2-2 0,-1 3 91,-2 1 0,-2 2 1,3 2-1,-2 4-78,-3 1 0,6-4 0,-4 5 0,1-1-140,1 0 1,-2 0 0,4 4 0,-4-3-43,-2 3 0,4-4 0,-3 0 1,-1 0-179,0 1 1,-1-7 0,-5 3 0,-1-4-351,1-1 1,-1-1-1,1-1 1,-1-3 597,1-6 0,-8 3 0,-1 1 0</inkml:trace>
  <inkml:trace contextRef="#ctx0" brushRef="#br0" timeOffset="146">21802 4545 7716,'6'-15'-58,"-1"-1"1,2 1-1,-4-1 1,4 1-117,2-1 1,1 6 0,5 1 0,1 1 283,-1-1 0,3 4 1,1-4-1,1 2 201,-1 4 0,0 1-316,2 2-18,-4 0 1,6 0-634,-8 0 219,-6 0 437,-2 7 0,-1-5 0,3 5 0</inkml:trace>
  <inkml:trace contextRef="#ctx0" brushRef="#br0" timeOffset="147">21989 4251 8422,'5'-7'-224,"0"7"277,0 7 1,-5 15 0,0 4-20,0 3-23,0 2 0,-5 0 0,-2 2-257,-2 3 193,-1-3 1,0 3 0,1-10 0,0-4-79,1 1 1,3-8 0,-4 3-186,2-6 853,2-9-291,5 4 1,5-5-1,2 1 1,2 2-140,3-1 0,-4-3 1,3-1-1,1 0-296,2 0 1,-4 0 0,0 0 0,2-1-1244,2-4 1432,-5-4 0,11-7 0,-2 1 0</inkml:trace>
  <inkml:trace contextRef="#ctx0" brushRef="#br0" timeOffset="148">22485 4064 9104,'8'16'-225,"-1"-6"1,-5 1 12,3 1 1,-3-4-1,3 3 212,-3 1 0,-2 1 0,0 3 0</inkml:trace>
  <inkml:trace contextRef="#ctx0" brushRef="#br0" timeOffset="149">22640 3925 7563,'0'-7'53,"0"7"432,0 9 0,0 4 0,0 3 0,0 1-277,0 4 1,0-2 0,0 5-1,0 0-148,0 0 0,-7 0 0,-3 4 0,-4-4-354,-2-2 1,-4 4-1,-3-3 1,-1-1 2,-3 0 0,-3-1 0,-1-7 1,0-4-4,0-5 0,5-3 1,2-2 151,2 0 115,8-7 0,2-1 0,5-8-83,-2 1 142,6-8 1,-4 6 0,9-5 0,3 1 44,5 0 1,9 0 0,4 6-1,-1-1 1,1 1 0,4-1 0,-1 1 0,3 1-15,2 4 0,0 1 0,-1 6 0,-3-2-1,-1 1 1,-2 2-1,2 2 1,-5 0 20,-4 0 1,-2 0-1,-1 2 1,-4 3-95,-4 6 1,1-3 0,-2 3-1,-4 1-53,-4 1 0,0 8 0,-10 2-108,-4 1 167,2 2 1,-15 5 0,3 0-187,-8 0 163,3 0 0,-11 5 0,6 0 0,3-3 119,1-6 1,-1 1 0,3-7-1,7-4 575,5-5-608,10-5 0,9-9 1,10-1-1,6-4-64,5-2 0,1-6 1,6-6-1,-3 2-210,3 2 0,1 1 0,4 1 1,1-1 109,3 1 1,-1-1 0,-7 1 280,-3-1-126,3 8 1,-6-5 0,4 8 360,-1 2-230,-7 1 0,-2 2 0,-6 0 51,1 0 1,0 7-1,-2 3-135,-5 4 1,-3 2-1,-4-1 1,-3 1-100,-5-1 0,-4 2 0,-2 2 0,1 4-3,-1 1 1,-4-3 0,-1 3-1,0-2 6,-1-3 0,5-2 1,-4-1-1,4-2-334,1-4 0,1-1 0,-1-6-343,1 2 0,6-1-405,4-9 847,3-4 0,2-8 0,0-2 235,0-2 0,0-7 0,0 4 0,0-5 0,0 1 0,0 3 0,5 6 0,1-2-66,-3 4 335,-1 1 1,-2 9 0,0 7 90,0 9 0,-2 5 0,-1 1 0,-3 1-73,3-1 0,-4 1 0,2-1 0,0 1-93,-2-1 1,5 1-1,-3-1 14,3 1-93,2-1 0,0 1 0,0-1 0,0 1 144,0-1 1,0 6 0,0 1 226,0 3-389,0-6 1,0 8-1,0-4 1,0 1-68,0 3 1,0-3 0,0 2 0,0 2-69,0 1 1,0 2-1,0-2 1,0-1-707,0-2 0,0 0 744,0 5 0,7 0 0,2 0 0</inkml:trace>
  <inkml:trace contextRef="#ctx0" brushRef="#br0" timeOffset="150">19182 13031 7926,'-9'0'1469,"2"2"-628,7 3-594,0-3 1,2 4 0,3-6-121,6 0 1,-3 0 0,2 0 0,3 0-145,0 0 0,8-5 1,1-2-1,1 0-146,-1 1 0,6-5 0,-4 6-154,0 2 223,5-6 0,-11 7 0,2-3-82,-3 3 212,-1 2 0,-2 2 45,-4 3 1,-3-1-1,-7 6 1,-2 2 24,-3 2 0,-4 3 1,-8 2-1,-2 4-128,-1 1 0,-3-4 1,4 4-1,-3 1-112,-2-1 0,5-4 0,-2 5 0,4-3-567,1-3 1,-4-2 0,-1-3-963,2-4 1663,2-3 0,1 0 0,1 2 0</inkml:trace>
  <inkml:trace contextRef="#ctx0" brushRef="#br0" timeOffset="151">19228 13326 8137,'0'15'420,"0"1"1,0-1 0,0 1 0,-1-1-141,-5 1 0,5 6 0,-4 4 0,3 3-179,2 2 1,0-1 0,0-3-1,0-1-285,0 2 1,0-6-1,2-3-1024,3-7 817,-4 2 1,8-12-1091,-4 3 1481,-3-3 0,12-16 0,-6-4 0</inkml:trace>
  <inkml:trace contextRef="#ctx0" brushRef="#br0" timeOffset="152">19352 13233 9119,'16'-11'222,"-1"1"-175,1 6 0,-1-8 1,1 7-1,-1 2-38,1 1 0,-1 2 0,1 0 0,-1 0-11,1 0 0,-6 0 0,1 2 0,1 1-33,1 2 1,-2 6-1,-3-4 1,1 0 134,0-1 0,-4 7 0,3-3 76,-1 4 1,4 3 0,-6 2-1,-2 3-33,-1 2 1,-2-3 0,0 3 0,0 0 46,0 0 1,0 2-1,-2 5 111,-3 0-218,3-7 0,-4 6 1,6-6-9,0 0-149,0 5 0,0-11 1,0 2-1,0-2-729,0-3-252,0 1 0,-2-8 1055,-3-3 0,3-10 0,-5-3 0</inkml:trace>
  <inkml:trace contextRef="#ctx0" brushRef="#br0" timeOffset="153">19352 13465 7655,'-5'-10'228,"0"0"1,0 4 358,5-4 0,0 5-381,0-5 0,5 4 1,2-2-1,2 1-48,3 3 0,-4 3 0,3 1-98,1 0 0,1 0 0,3-2-841,-1-3 535,1 3 1,-1-5-842,1 7 604,-1 0 1,-4 0 0,-1 0 482,2 0 0,-5 0 0,7 7 0,-6 2 0</inkml:trace>
  <inkml:trace contextRef="#ctx0" brushRef="#br0" timeOffset="154">19383 13558 7655,'-15'0'480,"-1"0"749,8 7-1137,1-5 1,14 5-1,3-9-72,4-3 0,7 3 1,-1-3-1,-1 3-228,-2 2 1,-1-5-1,-1 0 1,1 2-282,-1 1 1,1 2-175,-1 0 1,1 0 662,-1 0 0,-6-7 0,5-2 0,-6-6 0</inkml:trace>
  <inkml:trace contextRef="#ctx0" brushRef="#br0" timeOffset="155">19445 13279 7991,'0'16'539,"0"-6"1,0 0-391,0 2 1,0 2-1,0 3 1,0 2-30,0 2 1,0 7 0,0-2 0,0 3-21,0 2 0,0 0 0,0 0-582,0 0 363,7-7 0,-5 0 0,3-5-1193,-3 2 497,-2-7 815,0-1 0,0-4 0,0 7 0</inkml:trace>
  <inkml:trace contextRef="#ctx0" brushRef="#br0" timeOffset="156">18934 13357 7651,'-14'-11'788,"4"1"1,1 7-78,4-3-518,3 5 0,-3 6 0,8 3 0,4 5 121,2 4 1,1 3-1,6-1-62,-1 2-163,1 7 1,-1-4 0,1 5-101,-1-3-79,1 3 1,-6-5 0,-1 7 0,-2 0-112,-4 0 0,4-5 1,-2-2-1,-3 1-77,-6-1 0,1-10 1,-7-1-1,-2-2-95,-2-3 1,-2-4-1,1 1 345,-1-3 1,1-2 0,1-2 0,2-2 375,2-1 1,6-2 0,-3 4 409,0-2-420,6 0 0,1 5 0,10 0 254,4 0-437,1 6 0,2-4 0,4 5 121,5 0-192,-4-5 1,13 5 0,-4-7 0,3 0 29,4 0 1,-3 0 0,6 0-1,2 0-40,2 0 0,-5 0 0,-3 0 0,0 0-44,-1 0 0,0 0 0,-5 1 0,-2 3-175,-3 1 1,2 5-1,-8-5 1,-1 1-824,-1 1 0,-3-6-648,1 4 205,-8-3 773,-1-2 638,-7-7 0,0-1 0,0-8 0</inkml:trace>
  <inkml:trace contextRef="#ctx0" brushRef="#br0" timeOffset="157">20097 12969 9525,'-7'9'611,"0"4"0,-7-1 0,0 6-461,-3 2 0,-9 8 1,-1-1-1,-6 6-150,-3 3 0,0 1 0,3-6 0,0-2-783,2-3 0,-2-6 1,13-9-580,1-6 1,8-5 465,6-5 896,10-4 0,11-13 0,8-2 0</inkml:trace>
  <inkml:trace contextRef="#ctx0" brushRef="#br0" timeOffset="158">19942 13186 7847,'15'0'0,"1"0"342,-1 0 1,-5 7 0,-1 3 0,-2 4 54,-4 2 1,4 6 0,-1 6 0,-3 4-71,-1 5 1,-2 6-1,0-2 1,0 4-206,0 1 0,-5-4 0,-1-4 0,1-4-215,-2-5 0,4-1 0,-6 1-447,2-3 0,0-5 0,4-9-263,-2-2 0,0-8 0,5-2 31,0-9 1,0-6 771,0-6 0,0-3 0,0-7 0</inkml:trace>
  <inkml:trace contextRef="#ctx0" brushRef="#br0" timeOffset="159">20205 12860 9648,'11'0'1161,"-1"0"1,0 2-1106,6 3 0,-8-1 1,-1 4-1,-2 1-309,1-1 0,-1-2 1,-3 2-1,1 1-252,2 0 0,0 1 0,-5 5 0,0 1-1517,0-1 2022,-7 1 0,-1-1 0,-8 1 0</inkml:trace>
  <inkml:trace contextRef="#ctx0" brushRef="#br0" timeOffset="160">20143 13109 8479,'11'0'699,"-1"0"0,-5 0 1,4-2-482,-2-3 0,5 3 0,-2-3-108,4 3 1,1-3 0,1 0-725,-1 1 481,-6 2 0,5 2 0,-4-1-1147,4-4 779,1 3 0,-4-5-937,-1 7 770,0 0 668,-1 0 0,5 0 0,-6 0 0</inkml:trace>
  <inkml:trace contextRef="#ctx0" brushRef="#br0" timeOffset="161">20190 13295 7656,'-9'0'735,"2"0"0,9-2 0,3-2-547,5-1 1,-1-2-1,1 4 1,2-4-244,2-2 1,-3 6 0,-1-2-1,2 1-266,2-1 1,-4 4 0,0-5-682,3 5 1,-5 1 1001,2 0 0,-6 0 0,3 0 0</inkml:trace>
  <inkml:trace contextRef="#ctx0" brushRef="#br0" timeOffset="162">20174 13465 7955,'-8'0'459,"1"7"1,8-5 0,3 1-1,3-4-525,1-5 0,8-4 0,5 3 1,-2-1-178,-2-4 0,-2 3 0,1 0 0,-1 2-543,1 4 1,-6-4 785,0 2 0,1 0 0,4 5 0</inkml:trace>
  <inkml:trace contextRef="#ctx0" brushRef="#br0" timeOffset="163">20205 13543 7656,'-15'15'164,"6"1"0,4-1 373,3 1 0,2-1 1,0 1-452,0-1 1,0 1 0,0-1-365,0 1 210,0-7 1,2 3-193,3-7 0,-1 0 18,6-5 0,-5-7 0,4-3 0,-2-4 101,-4-2 1,6 1 0,-1-1 0,3 1 277,-1-1 1,-5 3 0,4 1 0,-1 3 414,1 2 0,-4-3-54,5 5 0,-6 1 1,1 9-134,-3 6 1,-2 2 0,0 3-1,0 1 221,0 4 0,0-4-322,0 4-215,0-4 0,0-1 0,2-3-261,3-2 0,3-4 0,10-9 1,0-2-465,3-1 0,5-9 0,-4 1 1,3-6-588,2 0 1,1 0 1262,-2-2 0,3 4 0,-5-6 0</inkml:trace>
  <inkml:trace contextRef="#ctx0" brushRef="#br0" timeOffset="164">20795 12969 7780,'-16'0'83,"7"0"1,-4 0 0,4 2 189,0 3 1,1-2 0,4 8-1,-1 1-141,2 1 0,-4 3 0,2-1 0,1 1-53,2-1 1,2 1-167,0 0 1,0-1-325,0 1 0,0-1 170,0 1 1,0-1 168,0 1-20,0-1 0,0-5 235,0 1 30,7-8 339,-5 11-339,5-5 0,-7 1 1,0 0-1,0 2 109,0 2 0,0 2 1,0-1-1,0 2-30,0 4 1,0-2 0,0 7-1,0 0-112,0-2 0,0 4 1,0-8-1,0 1-33,0 1 0,2-4 0,1 4 59,2 0 0,0-10 1,-5 4-1,0-2-26,0-1 0,0 3 0,0 0 0,0-1-327,0 1 0,0-6 1,0 0-406,0 2 0,0-7-244,0-5 0,0-8 0,0-13 0,2-6-1166,3-8 2002,4 2 0,6-11 0,1 4 0</inkml:trace>
  <inkml:trace contextRef="#ctx0" brushRef="#br0" timeOffset="165">20934 13233 7652,'14'-11'0,"-2"1"0,-2 0 592,2 1 1,2 4-1,0 10-30,-4 5 1,-3 6 0,-7 3 0,0 3-309,0 2 1,0 2-1,0 5 1,0 2-176,0 3 0,-2-8 0,-1 3 0,-4-4-188,-2-3 0,6-1 1,-2-8-1,1-1-1992,-1-3 1173,3-5 1,-4-7 0,6-4 927,0-6 0,0-10 0,0-3 0</inkml:trace>
  <inkml:trace contextRef="#ctx0" brushRef="#br0" timeOffset="166">21089 13124 9258,'7'-9'572,"-4"3"1,8 4 0,1-2-529,2-1 1,1-2-1,1 4 1,-1-2-48,1 1 1,-1 1-1,1-1 1,-1-1 4,1 2 1,-1 1 0,1 2 0,-1 0-2,1 0 1,-8 2 0,-1 1 0,-2 4 47,1 2 1,0 1 0,-2 6 102,1-1 1,0 1 123,-5-1-237,0 1 1,0-1 0,0 2 215,0 4-181,0-4 0,0 13 0,0-5 0,0 5 17,0 1 0,0 1 0,0 3 0,0 1-84,0-1 1,-5-4-1,0-4 1,1-3-385,3-1 1,-4-3 0,-2-6-625,-2-3 0,4-5-28,-5-6 1,1-1 1028,-1-4 0,-11-4 0,4-7 0</inkml:trace>
  <inkml:trace contextRef="#ctx0" brushRef="#br0" timeOffset="167">21089 13419 8574,'-5'-11'0,"0"1"532,1-2 1,3 3 0,1-1-422,0-2 1,7 3 0,3 1-51,4 1 0,1-3 0,2 3-214,4-2 0,-4 4 1,4-4-946,-4 2 642,-1 2 1,-6 5-757,0 0 497,-6 0 715,3 0 0,-7-7 0,0-1 0</inkml:trace>
  <inkml:trace contextRef="#ctx0" brushRef="#br0" timeOffset="168">21213 13109 8437,'0'15'61,"0"2"0,0 2 0,0 4 224,0 1 0,-2 9 0,-3 6 0,-5 3-353,-4-1 1,-1-1-1,-1 1 1,1-7-329,-1-6 0,6-6 180,-1-6 1,8-9 288,-2-7 0,3-2 0,4-8 345,3-2 1,4 5 0,6 2-57,1 3 0,-1 0 0,1-1-522,-1-2 0,1-1 1,-1 6-698,1 0 1,-1-1 856,1-5 0,-1 5 0,1-6 0</inkml:trace>
  <inkml:trace contextRef="#ctx0" brushRef="#br0" timeOffset="169">21616 12876 8628,'-15'0'707,"-1"0"-937,1 0 1,6 7-241,4 3 474,3 4 0,2 1 0,0 1 0,0-1 178,0 1 0,2-1 1,2 1-403,1-1 1,2-1 0,-4-2-1191,2-1 1410,0-8 0,2 4 0,2-7 0</inkml:trace>
  <inkml:trace contextRef="#ctx0" brushRef="#br0" timeOffset="170">21725 12783 8968,'9'15'642,"-4"1"1,-4-1-308,-1 1 0,0 1 0,0 2 0,-1 3-496,-4 3 1,-4-1-1,-8 3 1,-2-3-8,-2-1 0,-1 3 0,3-6 0,-4-1-97,-1-1 0,0-5 1,-4-1-1,4-3-27,2-2 0,1-2 0,6-7 182,-1-3 96,8-3 1,-4-3-1,6 1 1,3-2 77,1-2 0,7-2 0,4 1 0,3 1 22,5 4 0,4-4 1,-2 4-1,2-2-9,-2 1 1,3-1 0,0 5-1,3-1 69,2-4 0,-3 5 0,0 0 0,0 2-55,1 0 1,-5-1 0,4 6 0,-1 0-91,-4 0 0,-7 0 1,-4 2-1,1 3-35,0 6 0,-6 2 1,2 3-1,-5-1-187,-5 1 0,-5 6 0,-9 4-430,-2 3 491,-6 3 0,1-1 1,-9 0 236,-1 0 72,0 7 0,5-6 1,0 3-1,2-6 234,3-3 1,3-7 0,8 2 575,-1-4-827,8-9 1,8-1 0,10-8 0,6-5-338,4-4 1,-1-5 0,5-4 0,0-2-5,1 2 1,-5 0 0,4 0 0,0-2 221,1 2 0,-1 7 0,2 2 0,-4 0 45,0 1 0,-4 0 1,2 6-1,-3-2 151,-1 1 0,-6 3 0,-1 2 405,-2 4-461,-2-3 0,-5 12 0,0-4 60,0 4-177,0 9 0,-2-5 1,-1 7-1,-4-1-69,-2 0 0,-1-5 1,-6 3-1,-1-1-90,-3 0 0,2-1 0,-2-6 1,2-2-285,3-1 0,5-8 0,-1 2 0,-1-3-81,-2-2 1,4 0-1,1-2 1,3-3 49,2-5 1,-3-6 0,2-3 0,2-3 437,1-2 0,2 5 0,0-2 0,2 4 0,3 1 0,-4 1-113,5-1 111,2 8 730,-6-6 281,5 12-482,-7-5 1,0 9-1,0 3 258,0 5 1,0 4-398,0 2 1,0-1-1,0 1-68,0-1 1,0 1-1,0-1-81,0 1 0,0-1 0,0 1 0,0-1-47,0 1 0,0-1 0,0 1 0,0 1 14,0 4 1,0 3 0,0 7-113,0 0-82,0 7 1,-5 3-1,-2 9-587,-2 2 171,6 7 0,-4-4 0,5 5 404,-3-3 0,3-4 0,-5-6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28.31858" units="1/cm"/>
          <inkml:channelProperty channel="Y" name="resolution" value="28.36879" units="1/cm"/>
          <inkml:channelProperty channel="T" name="resolution" value="1" units="1/dev"/>
        </inkml:channelProperties>
      </inkml:inkSource>
      <inkml:timestamp xml:id="ts0" timeString="2014-04-24T09:41:06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15335 71 0,'0'0'202,"0"0"-186,0 24-16,0 0 0,0 0 16,0 0-1,0-1-15,0 1 0,0 0 16,0 0-16,0 24 15,0-25-15,0 1 16,0 48-16,0-49 16,0 1-1,0 24-15,0-24 0,0-1 16,0 1-1,0 0-15,0 0 0,0 0 16,0 0 0,0 23-16,0-47 0,0 24 15,0 24-15,0-48 16,0 47-1,0-47-15,0 24 0,0 24 16,0-25 0,0 1-16,0 0 0,24-24 15,-24 48 1,0-1-16,0-23 0,23 0 15,-23 24-15,0-48 16,0 47-16,0-47 16,0 24-16,0-24 15,0 48 1,0-25-16,0 1 0,24 24 15,-24-24 1,0 0-16,0 23 0,0-23 16,0-24-1,0 48-15,0-48 0,0 47 16,0-23-16,0 0 15,0 0-15,0 23 16,0-23-16,0 0 16,0 24-1,-24-25-15,24 25 0,0 0 16,0-25-1,0 1-15,0 24 0,-23-1 16,23-47 0,0 48-16,0-24 15,0 0-15,0 0 16,0-24-1,-24 23-15,0 1 0,24 0 16,0 0 0,0 23-16,0-47 0,0 24 15,0 0 1,0 0-16,0 0 0,0-24 15,0 23-15,0 1 16,0 0-16,0 0 16,0 0-16,0 0 15,0-1 1,0 1-16,0-24 0,0 48 15,0-48 1,0 24-16,0-24 0,0 47 16,0-47-1,0 48-15,0-24 0,0-1 16,0 1-16,0 24 15,0-24 1,0 23-16,0-23 0,0 0 16,0-24-1,0 48-15,0-48 0,0 23 16,0-23-1,0 24-15,0 0 16,0-24 0,0 24-16,0-24 15,0 24 16,0-24-31,0 23 16,0 1 0,0-24-16,0 24 15,0-24 1,0 24-1,0-24-15,0 24 16,0-24 0,0 24-16,0-24 31,0 47 0,0-47 0,0 24-15,0-24-1,0 24 1</inkml:trace>
  <inkml:trace contextRef="#ctx0" brushRef="#br0" timeOffset="5080">14763 190 0,'-23'0'218,"23"0"-218,0 0 16,-24 0 62,24-23-62,-24 23 30,0 0 17,24 0-48,-24 0 1,24 0-16,-47 0 0,47 0 16,-24 0-1,24 0-15,-24 0 0,0 0 31,0 0-31,24 0 16,-47 0 0,47 0-16,-48 0 0,48 0 15,-24 0-15,24 0 16,-23 0-1,23 0-15,-24 0 63,24 0-63,-24 0 0,24 23 15,0 1-15,-24 0 16,24-24-16,0 48 16,0-48-16,0 47 15,0-47 1,0 48-16,0-24 0,0 0 15,0-1 1,0 1-16,0-24 0,0 48 16,0-24-1,0-1-15,0 1 0,0-24 16,0 24-16,0 0 15,24 24 1,0-48-16,0 0 16,-1 23-1,25 1-15,-48-24 0,48 0 16,-25 0-1,1 24-15,0-24 0,-24 0 16,48 0 0,-1 0-16,-47 0 0,48 0 15,0 24-15,-25-24 16,1 0-1,0 0-15,0 0 0,0 0 16,-1 24 0,1-24-16,-24 0 0,48 0 15,-48 0 1,24 0-16,0 0 31,-24 0-15,23 0 46</inkml:trace>
  <inkml:trace contextRef="#ctx0" brushRef="#br0" timeOffset="7920.01">20431 119 0,'0'0'141,"0"0"-141,-24 0 31,0 0-31,0 0 0,1-24 16,-25 24-1,48 0 1,-24 0-16,24 0 15,-48 0-15,48 0 16,-23 0-16,-25 0 16,48 0-16,-24 0 15,-23 0-15,47 0 0,-24 24 31,0-24-31,24 0 0,-24 0 16,24 0 0,-24 24-1,24-24 16,-24 47 1,24-47-32,-23 24 15,23 0 1,0 0-16,0-24 15,0 24 1,0 0 15,0-1-15,0 1-16,0-24 15,0 24 1,0-24-16,0 24 16,23-24-1,1 24 1,24-24-16,-24 23 15,23-23-15,1 0 16,0 24 0,-1-24-16,-23 24 0,0-24 15,0 0-15,0 0 0,-24 0 16,23 0-1,1 0 1,0 24 0,-24-24-16,48 24 15,-48-24-15,23 0 16,1 0-16,-24 0 15,24 0-15,-24 0 16,24 0 46,-24 23-62,0-23 16,24 24 15,-24 0-31,0-24 0,0 24 16,0 0-16,0-24 15,0 24 1,0-1 0,0-23-16,0 24 15,0-24 1,0 24-16,-24-24 15,0 24-15,0-24 16,0 47 0,-23-23-16,47 0 0,-48-24 15,24 24-15,1-24 0,-25 0 16,24 0-1,24 0-15,-24 0 16,0 0-16,1 0 16,-1 0-16,0 0 15,0 0 1,0 0-16,1 0 0,23 0 15,-24 0-15,0 0 0,24 0 16,-24 0 15,24 0 0,0 0-31,-24-24 47,0 24-47,24 0 16,0-24 15</inkml:trace>
  <inkml:trace contextRef="#ctx0" brushRef="#br0" timeOffset="27832.04">19859 71 0,'0'0'172,"0"24"-172,0-24 16,0 24-16,0-24 15,0 24 1,0 0-16,0-1 15,0-23 1,0 24 0,0-24-1,0 24 1,0 0-1,0-24 1,0 24-16,0-24 0,0 24 16,0-24-1,0 23-15,0 1 0,0-24 16,0 24-1,0 0-15,0 0 16,0-1-16,0-23 16,0 48-16,0-24 15,0 0-15,0 23 16,0-47-1,0 24-15,0-24 0,0 24 16,0 0 0,0-24-16,0 24 0,0-1 15,0 1 1,0 0-16,0 24 15,0-25-15,0 25 16,0-24-16,0 0 16,0-1-16,0 1 0,0 0 15,0 24 1,0-24-16,0-24 0,0 23 15,0 1 1,0 24-16,0-24 16,0-1-16,0 1 15,0 24-15,-24-24 16,24 23-16,0-23 15,0 24-15,0-24 16,0 23-16,-23-47 0,23 48 16,0-24-1,0-24-15,0 47 0,0-47 16,0 24-1,0 47-15,0-47 16,0 24-16,0 0 16,-24-25-16,24 1 15,0 0 1,-24 24-16,24-25 0,0 1 15,0-24-15,0 48 0,0-48 16,0 24 0,0 47-16,0-47 15,0 0-15,0 0 16,0-24-16,0 47 15,0-47-15,0 24 16,0 0-16,0 0 16,0-1-16,0-23 0,0 48 15,-24-48 1,24 24-16,0 0 0,-24-24 15,24 23 1,0-23-16,0 24 16,0-24-16,0 24 15,0 0-15,0 0 16,0 23-1,0-23-15,0 24 0,0-24 16,-23-24-16,23 47 0,0-23 31,0 0-15,0 0-16,0-24 15,-24 23-15,24 1 16,0 24-16,0-48 16,0 24-16,0 0 15,0-1 1,0 1-16,0-24 15,0 24-15,0 0 16,0 0 0,0-24-1,0 23 1,0 1 15,0-24-31,0 24 47,0-24 15,0 24-62,0 0 31,0-24-15,0 23 0,0-23-1,0 24-15,0-24 16,0 48-1,0-48-15,0 24 16,-24-24 0,24 47-16,0-47 31,0 24-31,0-24 15,0 0-15,0 24 16,0 0-16,0-24 31</inkml:trace>
  <inkml:trace contextRef="#ctx0" brushRef="#br0" timeOffset="31512.04">15382 405 0,'0'0'141,"24"0"-110,0 0-31,24 0 0,-1 0 16,25 0-1,-48 0-15,23 0 0,1 24 16,-24-24-1,47 23-15,-23 1 16,-24-24-16,23 0 0,25 0 16,-1 0-1,-23 0-15,-1 24 0,-23-24 16,24 24-1,-24-24-15,23 0 0,-47 0 32,24 24-32,0-24 0,0 23 15,-1-23 1,1 0-16,0 0 15,0 0-15,0 0 0,23 0 16,-47 24 0,24-24-16,24 0 0,-24 0 15,23 24 1,1-24-16,-24 0 0,-1 0 15,25 0 1,-24 24-16,23-24 0,1 24 16,-24-24-16,24 0 15,-1 0 1,-47 0-16,48 0 0,-1 0 15,1 24 1,0-1-16,-24-23 0,23 0 16,-23 24-1,0-24-15,0 0 0,-1 0 16,1 0-1,0 0-15,24 0 16,-25 0-16,49 0 0,-25 0 16,1 0-1,-24 0-15,0 0 0,47 0 16,-23 0-1,-1 0-15,-23 0 0,24 0 16,-24 0 0,23 0-16,1 0 15,0 0-15,-1-24 16,-23 24-16,0 0 15,23 0-15,1 0 0,0 0 16,-25 0 0,1 0-16,0 0 0,0 0 15,0 0 1,0 0-16,23-23 0,-23 23 15,0 0 1,0 0 0,-1 0-16,-23 0 0,24 0 15,-24 0 1,24 0-16,0 0 15,24 0 1,-1 0-16,-23 0 0,0 0 16,23 0-1,-47 0-15,24 0 16,-24 0-16,48 0 15,-24 0 1,-1 0-16,1 23 0,0-23 16,0 0-1,0 0-15,-1 24 16,-23-24-1,24 0-15,24 24 0,-24-24 16,0 0 0,23 0-16,-47 0 15,24 0-15,-24 0 16,24 0-1,0 0 1,-24 24 0,23-24-16,-23 0 0,24 0 15,-24 0 1,24 0-16,-24 0 31,24 24-15,-24-24-16,0 23 15,48-23 1,-48 0-16,0 0 0,23 0 15,-23 0 1,24 0 15,-24 24-15,24-24-1,0 0 1,-24 0-16,24 0 31,-24 24 0,0-24-15,23 0 0,1 0-1,-24 0 1,0 0 46,24 24-46,-24-24-1,24 24-15,-24-24 16,24 0 0,-1 0-16,-23 0 31,24 0 62,-24 0-46,24 0 0</inkml:trace>
  <inkml:trace contextRef="#ctx0" brushRef="#br0" timeOffset="33812.05">19764 762 0,'0'0'359,"0"0"-343,0 0-16,0 24 15,0-24 17,0 0-1,24 24-16,-24-24-15,0 23 16,24-23 0,-1 24 15,-23-24-16,0 0 1,24 24-16,-24-24 16,0 24-1,0 0 1,24-24-1,-24 23-15,0-23 16,24 0-16,-24 24 16,0-24-1,0 24 16,24 0-31,-24-24 32,0 24-32,23-24 31,-23 0 16,0 24 280,0-1-280,-23-23 0,23 24-32,-24-24 1,0 0 0,0 0-16,0 24 15,1-24 1,-1 24-16,0-24 0,24 0 125,0 0 31</inkml:trace>
  <inkml:trace contextRef="#ctx0" brushRef="#br0" timeOffset="37332.05">17645 24 0,'0'0'406,"-24"0"-375,0 0-31,0 0 16,24 0-1,0 0 1,-24 0 31,24 24-47,0-1 15,-23-23 1,23 0 31,0 24-16,0-24-31,0 24 15,0 0 1,0-24 31,0 24-47,0-1 15,0 1 1,0-24 0,0 0-16,0 24 15,23-24-15,-23 0 16,24 0-16,-24 24 15,24-24 1,-24 0-16,24 24 0,0-24 16,-1 24-1,-23-24-15,24 0 16,0 0-1,-24 23-15,24-23 16,-24 0 0,24 24 30,0 0 17,-24-24-16,0 24-32,0-24 1,0 24 31,0-24-16,0 23-16,-24-23 1,24 24-16,0-24 47,-24 0-32,24 0 17,-24 0-32,0 24 15,24-24 1,-24 0-1,24 0 1,-23 0 0,23 0-1,-24 0-15,24 24 16,-24-24-16,24 0 15,-24 0 1,24 0-16,-24 0 16,1 0 15,23 0-31,-24 0 125</inkml:trace>
  <inkml:trace contextRef="#ctx0" brushRef="#br0" timeOffset="38742.05">17930 24 0,'0'24'218,"0"-1"-218,0-23 0,0 24 16,0 0 0,24 0-16,-24-24 0,0 24 15,0-1-15,24-23 16,-24 0-16,0 24 15,24-24 17,-24 0-32,0 24 31,0-24-31,24 24 31</inkml:trace>
  <inkml:trace contextRef="#ctx0" brushRef="#br0" timeOffset="40512.05">18216 48 0,'0'0'110,"0"0"-95,0 0-15,0 0 16,0 23 15,-24-23-15,24 24-1,-23 0-15,23-24 16,-24 0-1,24 24-15,0-24 0,0 0 16,-24 24 0,24-1-16,0-23 15,-24 0-15,24 24 16,0-24-1,0 24-15,0-24 32,-24 0-32,24 24 390,0 0-390,0 0 15,0-1 1,0 1-16,0 0 0,-23 0 15,23 0 1,0-24-16,0 23 16,0-23-16,0 24 0,0 0 62,0-24-62,0 24 16,0-24-1,0 24 32,0-1-31,0-23-1,0 24-15</inkml:trace>
  <inkml:trace contextRef="#ctx0" brushRef="#br0" timeOffset="41872.06">18502 71 0,'0'0'172,"0"0"-172,0 24 15,0-24 1,0 24-16,0-24 16,0 48-16,0-48 15,0 23-15,0 1 16,-24 0-16,24-24 15,-24 24-15,24 0 16,0 0-16,0-1 0,0-23 16,0 0-1,0 48-15,0-48 0,0 24 31,0-24-31,0 47 16,-24-47-16,24 24 16,0-24-16,0 24 15,0 0-15,0-24 31,0 24-31,0-24 32,0 0-17,0 23 79</inkml:trace>
  <inkml:trace contextRef="#ctx0" brushRef="#br0" timeOffset="44622.06">18573 119 0,'0'0'171,"0"0"-171,0 0 16,0 0 0,0 24-16,24-24 0,-24 24 15,24-24-15,-24 23 16,0 1 0,0 0-1,24-24-15,-24 24 16,0 0-16,24 0 31,-24-1-31,0-23 0,0 24 31,0 0-31,23-24 31,-23 24-31,0-24 16,0 24 0,0-1-16,0-23 15,0 24 1,0-24-1,0 24-15,0-24 16,24 0 0,-24 24 15,0 0-16,0-24 48,0 0-48,24 0 1,0 0 249,-24 0-265,0 0 16,0-24-1,0 24-15,0-24 32,24 24-32,-24-24 0,0 24 15,0-47 1,0 23-16,0 0 15,0 24-15,0-24 16,24 0-16,-24 1 31,0 23-15,23-24-16,-23 24 31,0-24-15,0 0-1,0 24 1,0-24-1,24 24-15,-24 0 16,0-24 31,0 24-32,0 0 1,0-23 0,0-1 62,0 24-47,24 0 62</inkml:trace>
  <inkml:trace contextRef="#ctx0" brushRef="#br0" timeOffset="49202.07">19740 1357 0,'-24'0'639,"1"0"-639,-1 0 16,0 0 0,0 0-16,24 24 0,-24-24 15,24 0-15,-23 24 16,-1-24-16,0 0 15,24 0-15,-48 0 16,48 24-16,-24-24 16,1 0-16,-1 0 15,24 0 1,-24 0-16,0 0 15,0 0-15,24 0 0,-23 0 16,23 0 0,-24 0-16,0 0 15,0 24-15,24-24 16,-24 23-16,24-23 15,-47 0 1,47 0-16,-24 0 0,24 0 16,-24 0-1,0 24-15,24-24 16,-24 0-16,1 0 15,-1 0-15,0 0 16,24 0-16,-24 0 16,0 0-16,1 0 15,-1 0-15,0 0 16,0 24-1,0-24-15,-23 24 0,23-24 16,0 0 0,-24 0-16,25 0 0,-25 0 15,0 24-15,1-24 16,23 0-16,-24 0 15,24 0-15,24 0 16,-23 0 0,-1 0-16,24 0 0,-24 0 15,0 0 1,0 0-16,-23 0 0,23 23 15,0-23-15,-47 0 16,-1 24-16,25-24 16,-1 0-16,0 0 15,1 24-15,23-24 16,0 0-16,0 0 15,1 0 1,-25 24-16,-24-24 0,72 0 16,-71 24-1,23-24-15,1 0 0,-25 23 16,72-23-16,-23 0 15,-49 0-15,72 0 16,-24 0-16,1 0 16,-1 0-1,0 0-15,-24 0 0,24 0 16,1 0-1,-1 0-15,-24 24 0,24-24 16,1 24 0,-25-24-16,0 0 0,1 24 15,23-24-15,0 0 16,-47 24-16,47-24 15,0 0-15,0 24 16,0-24 0,-23 0-16,23 0 0,-24 0 15,25 0 1,-25 0-16,24 0 0,-24 23 15,1-23-15,-1 24 16,24 0-16,-23-24 16,-1 0-16,0 0 15,1 0 1,-1 0-16,1 0 0,23 0 15,0 0 1,-47 0-16,47 0 0,-24 0 16,24 0-1,1 24-15,-1-24 0,0 0 16,0 0-16,0 0 15,0 0-15,1 0 16,-1 0 0,24 0-1,-24 0-15,0 0 16,0 0-1,24 0-15,-47 0 0,47 24 16,-24-24 0,24 23-16,-24-23 0,0 0 15,24 0 1,-24 0-1,24 0-15,-23 0 32,-1 0-17,24 0 1,0 24-1,-24-24-15,24 0 16,-24 0 0</inkml:trace>
  <inkml:trace contextRef="#ctx0" brushRef="#br0" timeOffset="51074.07">15597 1714 0,'0'0'203,"0"0"-188,0 24-15,-24-24 0,24 24 16,-24-24 0,24 0-16,0 0 0,-24 24 15,1-24 1,23 24-16,0-24 15,0 0-15,-24 0 16,24 24 0,0-1-16,-24-23 0,0 24 15,24-24 1,-24 24-16,24 0 15,0-24 1,0 0-16,-24 0 16,24 24-1,-23-24 32,23 0 312,0 23-297,0 1-46,23-24-16,1 0 15,0 0-15,24 24 16,-1-24-16,-23 24 16,24-24-16,-48 24 15,24-24-15,-24 0 0,23 0 16,-23 0-1,24 0-15,-24 23 16,24-23 0,-24 0-16,24 24 15,-24-24 1,24 0-1</inkml:trace>
  <inkml:trace contextRef="#ctx0" brushRef="#br0" timeOffset="70534.1">15930 1048 0,'0'0'312,"0"0"-297,0-24-15,-24 24 16,24 0 31,-23 0-16,23 0-31,-24 0 78,0 0-47,24 0 16,-24 0-31,24 0-1,-24 0-15,24 24 63,-23-24-48,-1 24 32,24-1 0,0-23-47,0 24 15,0-24 1,-24 24 0,24-24-1,0 24-15,0 0 16,0-24 15,0 23-15,0-23-1,0 24-15,0 0 16,0-24-1,0 24-15,0-24 16,0 24 0,0-24-16,0 0 46,24 0-46,-24 23 16,24 1 0,-24-24-1,0 0 1,0 24-16,23-24 15,-23 0-15,0 24 16,0-24 0,0 24-1,24-24 1,-24 24 15,0-24 0,24 0 16,-24 23-47,0-23 62,0 24-62,0 0 16,0-24 0,0 24-1,0-24 1,0 24 31,0-1-1,0-23 17,0 0-32,0 24 0,0-24 0,-24 0 1,24 0-1,-24 0-16,24 0-15,-23 24 32,-1-24-17,24 0-15,-24 0 16,24 0-1,0 0-15,-24 0 16,24 0 62</inkml:trace>
  <inkml:trace contextRef="#ctx0" brushRef="#br0" timeOffset="71954.1">16002 929 0,'0'0'234,"0"0"-234,0 23 16,23 1-1,-23 0-15,24-24 16,-24 48-16,0-48 0,0 24 15,0-24 1,24 0-16,-24 23 16,0 1 15,0-24-16,0 0-15</inkml:trace>
  <inkml:trace contextRef="#ctx0" brushRef="#br0" timeOffset="73524.1">16240 1000 0,'0'0'172,"0"0"-156,0 0-16,-24 0 15,24 24-15,0 0 31,-24-24-31,0 0 16,24 24 15,-24-24 0,24 0-31,0 23 0,-47 1 32,47-24-17,0 0-15,0 24 328,0-24-313,0 24-15,-24 0 0,24-1 16,0 25 0,0-24-16,0 0 15,0 23-15,-24-23 16,24 0-16,0 0 15,0 0 1,0-24-16,0 23 0,-24 1 16,24 0-1,0 0-15,0-24 0,0 24 16,0-1-16,0 1 15,0-24-15,0 24 16,0 0-16,0-24 16,0 24-16,0-1 15,-23 1-15,23 0 16,0-24-1,0 24-15,0 0 0,0-24 32,0 24-32</inkml:trace>
  <inkml:trace contextRef="#ctx0" brushRef="#br0" timeOffset="74464.1">16406 1143 0,'0'0'125,"0"24"-109,0 0-16,0 23 0,0-23 15,0 0-15,0 23 16,-23 1-16,23 0 16,-24-1-16,24-23 15,0 24 1,-24-1-16,24-47 0,0 24 15,-24 0 1,24 0-16,0 0 0,0-1 16,0 1-16,0-24 15,0 24-15,0-24 16</inkml:trace>
  <inkml:trace contextRef="#ctx0" brushRef="#br0" timeOffset="76484.11">16454 1191 0,'0'0'141,"24"0"-126,0 0-15,-24 47 16,0-23 0,24 0-16,-24 0 0,23-1 15,-23 1 1,24 0-16,-24 24 0,0-48 15,0 24 1,24-1-16,0 1 0,-24-24 16,0 24-16,0-24 31,0 24-31,0-24 15,0 24 1,0-1 62,24-23-16,-24 0 172,23 0-218,-23-23-16,0 23 31,0-24-31,24 24 0,-24-48 16,24 48-1,-24-24-15,0 1 16,0-1-16,24 24 0,-24-24 16,0 24-1,0-24-15,0 24 16,24-24-1,-24 0 17,0 24 14,0-23-46,23 23 32,-23 0-32,0-24 0,0 0 15,0 24 1,0-24-16,0 24 15,0-24 1,0 1-16,24 23 16,-24-24-1,0 24 1,0-24-16,0 24 15,0-24 32,0 0-31</inkml:trace>
  <inkml:trace contextRef="#ctx0" brushRef="#br0" timeOffset="84304.12">18454 1072 0,'24'0'78,"-24"-24"156,0 24-234,0-24 16,-24 24 0,24-24-1,0 24 1,-24 0-1,24 0 1,-23 0 0,-1 0-1,24 0 32,0 0-31,-24 0-16,24 0 31,-24 0-16,24 0 1,-24 0 0,1 0-1,23 0-15,-24 0 31,24 0-31,-24 0 47,24 0-31,-24 0 31,24 24-16,0-24-31,-24 0 0,24 24 15,0 0 1,0-1 15,0-23-15,0 24-16,0-24 31,0 24-15,0-24 30,0 24-30,0 0 0,0-24-1,0 23 1,0-23-1,24 24 32,-24 0-16,24-24-31,-24 0 47,24 24-31,-24-24-16,24 24 0,-24-1 15,23-23 1,-23 0-16,24 0 16,-24 0-1,24 0 1,-24 24-16,24-24 31,-24 0-31</inkml:trace>
  <inkml:trace contextRef="#ctx0" brushRef="#br0" timeOffset="85634.12">18716 905 0,'0'0'140,"0"24"-140,0-24 16,0 23 0,0-23-16,0 24 15,0-24 1,0 24-16,0 0 0,0-24 15,0 24 1,0 0-16,0-1 16,0-23-16,0 24 15,0 0 1,0 0-16,0 0 0,0-24 31,0 23-31,0 1 0,0-24 16,0 24-1,0-24-15,-24 24 0,24 0 16,0-24-1,0 23-15,0-23 16,0 24-16,-23-24 0,23 24 16,0-24-1,0 24-15,0-24 0,0 24 16,-24-24-1,24 47-15,0-47 32,0 24-32,0-24 31</inkml:trace>
  <inkml:trace contextRef="#ctx0" brushRef="#br0" timeOffset="86674.12">18740 1214 0,'0'-23'109,"24"23"-93,-24 0-16,48-24 0,-25 24 15,49 0 1,-1-24-16,-47 0 0,24 24 15,-25-24 1,-23 24-16,24 0 0,0 0 16,-24-23-1,24 23 1,-24 0-16,0-24 15</inkml:trace>
  <inkml:trace contextRef="#ctx0" brushRef="#br0" timeOffset="87934.12">18812 1214 0,'0'24'172,"0"0"-157,0-24 1,0 24-16,0-24 15,0 47-15,0-47 16,23 0-16,-23 24 16,0 0-1,24-24-15,-24 24 16,0-24-1,0 24 17,0-24 108</inkml:trace>
  <inkml:trace contextRef="#ctx0" brushRef="#br0" timeOffset="106394.15">17978 1024 0,'24'0'187,"-24"0"-172,0-24 1,24 24 46,-24-24-46,0 24-16,0-24 172,0 24-172,0 0 31,-24-23-31,24 23 31,-24 0-31,24-24 0,-24 0 16,0 24-16,24 0 15,-23 0-15,-1-24 16,0 24-1,24 0-15,-24 0 16,24 0-16,-24 0 16,1 0-1,23-24-15,-24 24 16,24 0 77,0 0-77,-24 0 0,24 0-16,0 0 0,-24 24 31,24-24-31,-24 24 0,24-24 15,-24 24-15,24-24 16,0 24-16,0-24 16,0 0-16,0 23 15,0 1 1,-23 0-16,-1 0 15,24 0 1,0-24-16,0 24 16,0-24-16,0 0 15,0 23-15,0 1 16,0-24 15,0 24-31,-24-24 0,24 24 16,0-24-1,0 24-15,0-1 16,0 1-1,0-24-15,0 24 0,0 0 16,0 0-16,0-24 16,0 23-16,0-23 15,0 24-15,0-24 16,0 24-1,0-24 1,0 0 0,0 0-16,0 24 0,0 0 31,0-24-16,24 0-15,-24 24 32,24-24-32,-24 23 0,23-23 15,-23 0 1,0 0 31,24 0 77,-24 0-77,0 0-31,0 0-1,24 0-15,-24 0 0,0-23 16,0 23 0,24 0-16,-24-24 0,0 0 15,24 24 1,-24 0-1,0-24 1,0 24 0,0-24-16,24 0 31,-24 24 0,23-23-15,-23 23-1,24-24 1,-24 24-16,0-24 0,0 0 15,24 24 1,-24 0-16,0-24 16,0 24-1,0 0-15,24-23 16,0 23-1,-24-24-15,0 24 16,23-24 46,-23 24-62,0-24 16,0 24 0,24 0-16,-24-24 0,0 1 78,24 23-78,-24 0 62,0 0-46,0-24 46,0 24 297,0 0-359,0 24 16,0-1-1,0-23 1,0 24-1,0-24 1,0 24 0,0-24-16,24 0 15,-24 24 1,0 0-1,0-24-15,0 23 32,0-23-32,0 24 15,0 0 48,0-24-32,0 24-31,0-24 31,0 24-15,0-24-1,0 0-15,0 23 16,0 1 46,0-24-46,0 24-1,24-24 1,-24 0-16,0 24 31,0 0 0,0-24-15,0 24 0,24-24-16,-24 0 15,23 0 1,-23 23-1,0-23-15,0 0 16,24 0 0,-24 24 30,0-24-30</inkml:trace>
  <inkml:trace contextRef="#ctx0" brushRef="#br0" timeOffset="113564.16">15335 2357 0,'0'0'140,"0"0"-78,24 0-62,-1 0 32,1 0-32,0 0 15,0 0 1,-24 0-1,24 0 1,-24 0-16,0 0 16,47 0-16,-47 0 31,24 0-16,-24 0-15,24 0 16,0 0-16,-24 0 16,24 0-1,-24 24-15,0-24 16,0 24-1,23-24 1,1 0 0,-24 0-1,24 0 1,-24 0-1,24 0 1,-24 0 0,24 0-16,0 0 15,-24 0-15,23 24 0,-23-24 16,48 0-1,-48 0-15,24 0 16,0 0-16,-1 24 16,-23-24-16,24 0 15,24 0 1,-24 0-16,-1 23 0,25-23 15,-24 0 1,0 0-16,23 24 0,-23-24 16,24 0-16,-24 24 0,-24-24 15,47 0 1,-23 24-16,-24-24 15,48 0-15,-25 24 16,25-24-16,-24 0 16,119 71-1,-96-71-15,-23 24 16,24-24-16,-24 0 0,-24 24 15,47 0 1,-23-24-16,0 0 16,47 0-16,-23 0 15,-24 23-15,23-23 16,49 24-16,-49-24 15,1 24-15,0-24 16,23 24 0,-47 0-16,47-24 0,-23 0 15,-1 23-15,1-23 0,0 24 16,-1 0-1,25-24-15,-1 0 16,-23 0-16,-24 24 16,23-24-16,1 24 15,-24-24 1,23 24-16,1-24 0,0 0 15,-25 0 1,25 0-16,0 23 0,23 1 16,-47-24-1,0 0-15,-1 0 16,25 0-16,0 24 15,-48-24-15,47 0 16,-23 24-16,0-24 16,0 0-1,23 0-15,-47 0 0,48 0 16,-24 0-16,-24 0 0,48 24 15,-25-24 1,1 0-16,0 23 16,0-23-16,0 0 15,-24 0-15,23 0 16,1 0-1,0 0-15,-24 0 0,48 0 16,-48 24 0,23-24-16,-23 0 0,48 0 15,-48 0-15,24 0 16,23 0-16,-47 0 15,48 0-15,0 0 16,-24 24-16,-1-24 16,25 24-16,-48-24 15,48 0 1,-48 0-16,23 0 15,-23 0 1,24 0 0,-24 0-1,24 0-15,0 0 16,-24 0-16,24 0 15</inkml:trace>
  <inkml:trace contextRef="#ctx0" brushRef="#br0" timeOffset="115344.16">19454 3024 0,'0'0'156,"0"24"-140,0-24 0,0 24-16,0-24 15,24 0 1,0 24-16,0-1 0,0-23 15,0 24 1,23 0-16,-47 0 0,24-24 16,0 0-1,-24 0-15,24 0 16,-24 24-1,23-24 1,1 0-16,-24 23 0,0-23 31,24 0-31,-24 0 16,0 0 327,0 0-343,0 0 16,0 0-1,-24 0-15,24 24 0,-24-24 16,24 0-1,0 0-15,-23 0 0,23 0 16,-24 24 0,0-24-1,24 0-15,-24 0 0,24 0 16,-47 0-1,47 24-15,-24 0 0,0-24 16,0 24 0,24-24 30,-24 0-14,24 0-17</inkml:trace>
  <inkml:trace contextRef="#ctx0" brushRef="#br0" timeOffset="121884.17">17478 2238 0,'0'-23'15,"0"23"17,0-24-32,0 0 31,0 24-31,0 0 0,0-24 31,0 24-31,0-24 47,0 0-16,0 24-31,0-23 16,0 23-1,0-24-15,0 24 109,0 0-77,-24 0-1,24 0-16,-24 0 17,1 0-1,23 0-31,0 0 15,-24 0 1,24 0-16,-24 0 47,24 0-16,0 0-15,-24 0-1,0 0-15,24 24 63,0-1-63,-23 1 15,23-24-15,0 24 16,0-24-1,0 24-15,0 0 16,0-24 0,0 24-16,0-24 0,-24 0 15,24 23 1,0 1-16,0-24 0,0 24 15,0-24 1,0 24 0,0-24-1,0 24 1,0-1-16,0-23 31,0 48-31,0-48 16,0 24-1,0-24-15,24 0 16,-24 24-16,0-24 15,0 23 1,0 1-16,0-24 16,23 0-1,-23 24 16,0-24-15,0 0 0,24 24-1,0-24-15,-24 0 31,0 0-15,24 0 109,-24 0-125,0 0 15,24 0 1,-24 0-16,23 0 0,-23-24 16,24 24-1,-24-24-15,0 0 16,0 1-1,0 23 1,24-24 46,0 0-30,-24 24-32,0-24 15,0 24 63,0-24-62,0 1-1,0 23-15,24-24 32,-24 24-32,0-24 15,0 24 1,0 0-16,0-24 0,0 24 421,0 0-390,23 24-15,-23-24-1,0 24 1,0-24 15,0 0-15,0 24-16,0-1 15,0-23 1,0 24-16,0-24 16,0 24-1,0 0-15,24-24 78,-24 0-62,0 24 15,24-24-15,-24 0 15,0 0 31,0 23-62,24-23 16,-24 0-16,24 0 93,-24 0-46</inkml:trace>
  <inkml:trace contextRef="#ctx0" brushRef="#br0" timeOffset="124544.17">18002 2191 0,'24'0'109,"-24"0"-31,0 0-47,0 0-31,0-24 31,-24 24 1,24 0-1,-24 0-16,24 0 1,-24 0 15,0 0 0,1 0-31,23 0 0,-24 0 32,0 0 30,24 0-62,0 0 16,-24 0-1,24 0 1,-24 24 46,24-24-46,-23 24 15,23-24 0,0 23-31,-24-23 0,24 24 16,0-24-1,0 24-15,0-24 32,0 24-32,0-24 15,0 24-15,0-1 16,0-23-1,0 24 17,0-24-17,0 24 1,0 0-16,0-24 15,0 24 48,0-24-63,24 23 0,-24-23 15,23 24 1,1 0 15,0-24-31,-24 0 0,24 0 16,-24 0-1,47 24 1,-47-24 0,0 24-1,24-24-15,-24 0 109,24 0-77,0 0-32,-24 0 31</inkml:trace>
  <inkml:trace contextRef="#ctx0" brushRef="#br0" timeOffset="126524.18">18264 2095 0,'0'0'156,"0"0"-140,0 24-16,0 24 0,0-24 16,0 0-1,0-1-15,0-23 16,0 24-16,0 0 0,0 0 15,0 0 1,0-1-16,-24-23 0,24 24 16,0 0-1,0 0-15,-24 0 0,24-1 16,0 25-1,0-24-15,0 0 0,0 0 16,-24-1 0,24 1-1,0-24 48,0 24-32,0-24 328,0 0-359,0-48 15,0 25 1,0 23-1,0-24-15,0 0 0,0 24 32,24-24-32,-24 24 0,0-48 31,0 48-31,0-23 0,24 23 31,-24-24-31,24 24 16,-24-24-16,0 24 15,0 0-15,24-24 16,-24 24-16,0 0 15,23 0 1,-23-24-16,0 24 31,0-23-31,24 23 0,-24-24 16,24 24-1,-24 0-15,24-24 16,0 24-16,-1-24 16,-23 0-16,24 24 15,-24-23 63,0 23 16,0 0 15</inkml:trace>
  <inkml:trace contextRef="#ctx0" brushRef="#br0" timeOffset="127564.18">18311 2476 0,'0'0'140,"0"0"-124,0 24 15,48-24-16,-48 24-15,48 0 16,-25-24-16,1 24 16,24 0-1,-24-1-15,23 1 0,-23-24 16,-24 24-16,24 0 0,0-24 15,0 24 1,-24-24-16,0 23 31,0 1-31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4-03-07T13:20:55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7867 5750 0,'0'18'125,"0"0"-109,0 17-1,0-18 1,0 1-16,0 0 16,18 17-1,-18 0 1,0 1-1,0-1 1,0 0 15,0-17-31,0 17 0,0 0 16,0-17 15,0 0-31,0-1 31,0 1-15,0 0 47,0-1-32</inkml:trace>
  <inkml:trace contextRef="#ctx0" brushRef="#br0" timeOffset="1951.92">7937 5733 0,'0'0'32,"0"-18"-17,18 18 16,17-18 1,36 1-17,-18-1 1,-35 18 0,-1 0-1,1 0-15,-1 0 31,1 0-15,35 18 0,-18-1-1,-17 36 1,0-53 0,-1 53-1,1-53 1,-18 18-1,17-1-15,-17 1 32,0 0-17,0 17 1,-17-17 0,-18-1-1,-18 19 16,17-19-15,-17 1 0,1-18-16,34 0 15,36 0 110,17 0-109,0 17-16,212 36 16,-176-17-1,-19-1 16,-34-17 1,0-1-17,-18 1 17,0 17-17,0 0 16,-18-35-15,18 18-16,-35 0 16,0-1-1,17 1 1,-53 0 0,54-1-16,-19-17 15,-34 18 16,17-18-15,35 0-16,1 0 16,-19 0-1,19 0-15,-18 0 16,-1 0 0,19 0-1,-19 0 1,19 0 15,-1 0 0,0 0-15,1 0 0,17-18-1,-18 18 48,0 0 62,71 0 31</inkml:trace>
  <inkml:trace contextRef="#ctx0" brushRef="#br0" timeOffset="3511.6">9296 5733 0,'17'0'31,"1"-18"0,-18 0 1,-35 1 46,-1-1-63,-17 18-15,36 0 16,-71 0 0,52 0 15,19 0-15,-1 18-16,-35 17 15,53-17 1,-17-1-1,17 1 1,-18-18-16,0 53 16,18-36-1,0 1 1,0 0 15,18-1-31,0 1 16,17 0-1,0-1 1,18 19 0,-35-19-1,-1 1-15,19-1 16,-19 1 0,1 0-1,-1-18 1,-17 35-1,0-17-15,18-18 16,-18 17 0,18 19-1,-18-19 1,0 1 0,0 0 15,0-1-16,-88 54 17,35-54-17,-18 1 17,18-18-17,18 0-15,0 0 31,17 0-15,0 0 15,1 0-15,-1 0 15</inkml:trace>
  <inkml:trace contextRef="#ctx0" brushRef="#br0" timeOffset="4332.02">9560 5838 0,'0'53'94,"0"141"-63,0-176-31,18 70 32,-18 36-1,0-89-31,0-17 15,0 52 1,0-52 31,18-18-31,-18-18 93,0-17-93</inkml:trace>
  <inkml:trace contextRef="#ctx0" brushRef="#br0" timeOffset="6186.32">9648 5821 0,'0'-18'15,"0"1"32,18 17-31,0-18 15,35 18 0,-36 0-15,54 0 15,-54 0-31,19 35 31,-1-17-15,-17-1 0,-18 19-1,35 34 17,-35-52-1,18 0-31,-18-1 0,0 1 31,0 17-15,0 18-1,0-18 1,0 1 15,0-19-15,0 19-1,-18-19 1,18 18 0,-18-17-1,18 0 1,-35-1 0,35 1-1,-18 0 16,1-18-31,-19 35 16,19-35 0,17 18-1,-18-18 17,1 0-17,-1 0 1,0 0-1,1 0 17,17 17-1,-18-17-15,0 0 15,1 0 0,-1 0 0,0 18-15,1-18 62,-1 0-62,1 0-1</inkml:trace>
  <inkml:trace contextRef="#ctx0" brushRef="#br0" timeOffset="7441.88">10231 6032 0,'17'0'156,"1"0"-109,-1 0 172</inkml:trace>
  <inkml:trace contextRef="#ctx0" brushRef="#br0" timeOffset="8341.98">10283 6262 0,'0'17'172,"18"1"-140,0 0-1</inkml:trace>
  <inkml:trace contextRef="#ctx0" brushRef="#br0" timeOffset="10424.53">11924 5733 0,'-35'0'172,"-1"0"-156,19 0-16,-89 0 31,88 0-15,-35 53-1,18-36 1,17-17-16,1 35 16,-19 1-1,19-1 1,-1 0 0,18-17-1,-17 0-15,17 34 31,0 19 1,0 0-17,17-71-15,1 70 16,-1-35 0,19 1-1,-19-19 1,19 19-1,-19-36 1,1 17 0,0-17-1,-1 0 1,18 0 0,1 0-1,-19 0 1,1-17 15,17-36 0,-17 53-15,-18-53 15,0 35-31,0-17 31,0 17-15,0-17 0,0 17-1,0 1 1,-18-1 15,1 18 0,-19-18-15,-52 18-16,71 0 31,-89 0-15,53 0 15,53 18 0,-18-18-15,1 18-16,17-1 16,-18-17-1,18 18 17</inkml:trace>
  <inkml:trace contextRef="#ctx0" brushRef="#br0" timeOffset="12354.67">13617 5927 0,'0'-18'31,"35"0"63,-17 18-78,0 0-1,-1 0 1,19 0 0,-19 0-1,19 18 1,34 35-1,-70-35 1,0-1 0,0 1-1,18-1 1,-18 1 0,0 35-1,0-35 1,-35 17-1,-1 0 17,1 1-32,0-36 0,17 17 31,-35 1-15,18-1-1,17 1 1,1-18-16,-19 18 15,19-18 1,-1 0 47,-35 35-48,71-35 110,105-18-109,-88 18-16,107-17 15,-19 17 1,1 0-16,-72 0 16,1 0-16,-17 0 15,-19 0 1</inkml:trace>
  <inkml:trace contextRef="#ctx0" brushRef="#br0" timeOffset="13576.09">14305 5786 0,'0'52'109,"-88"72"-78,70-71-15,18-36-1,0 1 1,0 0 15,0-1-31,0 1 32,0 17 14,18-17-30,17-18 0,0 18-1,-17-18 1,70 0 0,-17 0-1,-1 0 1,-52 0-16,17 0 15,-17 0-15,0 0 16,-1 0 15,19 0-31,-1 0 16,-18 0 0,1 0-16,17 0 31,-17 0-16,-36 0 157</inkml:trace>
  <inkml:trace contextRef="#ctx0" brushRef="#br0" timeOffset="14716.5">14640 5821 0,'0'-18'0,"0"36"109,0 17-93,-17-17-1,-1 35 1,18-36-16,-18 19 16,18-1-1,0 0 1,-17 0 0,-1-17-1,18 17 1,0 1-1,-18-19 1,18 19 15,-17-1 1,17-18-32,-18 1 31,18 35-16,0-35 1,0-1 0,-17 19 15,17-1-15,-18-18-1,18 1 1</inkml:trace>
  <inkml:trace contextRef="#ctx0" brushRef="#br0" timeOffset="18272.78">16581 5803 0,'35'0'125,"-18"0"-110,36 0 1,89 0 15,-125 0-31,1 0 16,-1 0 0,1 18 46,35-1-31,-35-17 1,-18 18 77,-18 0-62,18 17-32,-35 18 1,-18 53 0,18-36-16,17-17 15,0-35 1,1 52-16,-54 36 16,18-35-1,35-36 1,18-17-1,0-1 1,0 1 15,0 0-15,0-1 0</inkml:trace>
  <inkml:trace contextRef="#ctx0" brushRef="#br0" timeOffset="19922.84">17304 5874 0,'-36'35'157,"36"0"-142,-52 1 1,-1 34 15,35-52-31,18-1 63,18-17 30,140 36-61,-140-36-32,17 0 15,1 0 1,-19 17-1,18 1 1,-17 0 15,0-18-15,-18 17 15,0 1-15,0 17 15,0 0-15,0-17-1,0 0 1,-18-1 0,-17 36 15,-18-35 0,0 17-15,35-35-16,1 0 15,-54 0 1,36 0 0,17 0-1,1 0-15,-19 0 47,1 0-31,0-17-1,17 17 1,1 0 0</inkml:trace>
  <inkml:trace contextRef="#ctx0" brushRef="#br0" timeOffset="21048.02">17304 5891 0,'0'-17'47,"35"17"-16,0 0-15,1 0-16,-1 0 16,106-18-1,-35 18 1,-53 0 0,-36 0-1,1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77993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2-03-16T01:24:23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4170 13674 0,'0'-22'125,"85"22"-109,-43 0-1,43 0-15,0 0 16,20 0 0,44 0-1,-44 0-15,1 0 16,64 0-1,-22 0 1,-21 0-16,-106 0 16,85 22-1,-43-22-15,1 21 16,20-21 0,-62 0-1,41 21-15,-42-21 16,43 0-1,-1 0-15,-42 0 16,22 21 0,41 0-1,-41-21-15,41 22 16,1-22 0,0 0-16,-1 21 15,22-21 1,-85 0-1,128 0-15,-86 0 16,64 21 0,0-21-1,21 0-15,0 0 16,22 0 0,41 0-16,-20 0 15,-22 0 1,22 0-1,-149 0-15,106 0 16,22 0 0,-22 0-16,0 0 15,-106 0 1,106 0 0,-21 0-16,-63 0 15,21 0 1,20 0-1,44 0-15,-107 0 16,148 0 0,43-21-16,-63 21 15,-1 0 1,-63 0 0,21 0-16,-21 21 15,-1-21 1,22 21-16,-84-21 15,84 21 1,-21 0 0,42 0-16,0 1 15,-63-22 1,84 21-16,21 21 16,22 1-1,-21-1 1,-128-42-16,106 21 15,-63 0 1,21 0-16,21 0 16,-105-21-1,63 22 1,-1-22-16,107 21 16,-106 0-1,-64 0 1,64 0-16,-42 1 15,105 20 1,-127-21-16,64 0 16,42 43-1,-21-1 1,21 1-16,-84-43 16,126 42-1,43 43-15,21-21 16,-148-22-1,85 1 1,-86-1-16,-83-63 16,-1 22-1,0-22 1,-21 21-16,0 0 16,0 0-1,0 0 1,0 21-1,-21 1 1,-43-1 0,1 64-1,20-85-15,-41 64 16,-22 0 0,21 20-1,22-62-15,-107 41 16,-20 43-1,-1-63-15,-232 63 16,360-127 0,-170 63-1,-148-42-15,169-21 16,127 22 0,-84-22-16,-64 0 15,-148 42 1,170-21-1,-43 0-15,169-21 16,-127 21 0,1-21-16,41 0 15,-20 0 1,105 0 0,-105 0-16,-22 0 15,0-21 1,149 0-1,-64 0-15,63 21 16,-42-21 0,1 0-16,41 21 15,-42 0 1,43 0 0,-43-22-16,0 1 15,43 21 1,-43-21-16,42 21 15,-105-42 1,-43 42 0,128-21-16,-128 21 15,0-21 1,43 21-16,84-22 16,43 22-1,0-21 1,-1 21-16,1-21 15,0 21 1,-1 0 0,-63-64-16,-21 43 15,43 0 1,-22-21-16,-21 21 16,85 21-1,-43-21 1,0 21-16,22-22 15,-1 22 1,1-21-16,-1 21 16,-20-21-1,41 21 1,-63 0-16,22-21 16,20 21-1,-20-21-15,62 21 16,-62 0-1,-22-22 1,0 22-16,-21-21 16,64 21-1,-64-21-15,63 21 16,1 0 0,-1-21-1,43 21-15,-43-21 16,22 21-1,-64-21 1,64 0-16,0-1 16,-22 1-1,-21 0-15,43 0 16,21 21 0,-21-21-1,-43-22-15,43 22 16,20 0-1,1 21-15,-21 0 16,42-21 0,-42 0-1,20 21-15,1-21 32,0-22-17,-21 22-15,42 0 31,-21 0-31,-1 21 16,22-22 0,-21-20-1,-21 0 1,21-22 0,-43-20-16,43 41 15,0 1 1,0 21-1,21 0-15,0-22 16,-21 43 0,-1-63-16,22 20 15,-21 43 1,21-63 0,0 42-1,-21-21 1,0 20-1,21-20-15,-21-22 16,0 43 0,21-21-16,-22 0 15,22 21 17,0-22-32,0 22 31,-21 0-31,21 0 15,0-1 17,0 1-17,-21 21 1,21-21 0,0 0-16,-21 0 15,21 0 1,0 0-16,0-1 15,0 1 32,0 0-31,-21 21-16,21-21 31,0 0 0,-21 21 1,21-22-17,0 1 1,-22 0-16,22 0 47,0 0-16,0 0 16,0 0-16,0-1-15,-21 22-1,21-21 1,0 0 0</inkml:trace>
  <inkml:trace contextRef="#ctx0" brushRef="#br0" timeOffset="11754.84">10393 12954 0,'21'0'453,"1"0"-421,-1 0-17,0 0 1,0 0 15,0 0-31,0 0 16,1 0-1,20 0-15,43 0 32,-64 0-32,21 0 15,-21 0 1,0 0 0,1 0-16,-1 0 31,0 0-31,0 0 15,0 0 17,0 0-17,1 0 17,20 0-32,-21 0 31,21 0-31,1 0 31,-22 0-15,0 0-16,21 0 15,1 0 1,-1 0 0,-21 0-16,22 0 15,-22 0 1,21 0-16,0 0 15,-20 0 1,-1 0 0,42 0-16,-42 0 15,22 0 1,41 0 0,-41 0-1,-22 0 1,42 0-16,-41 0 31,-1 0-31,0 0 31,0 0-15,0 0 0,0 0-1,1 0 1,-1 0-1,0 0 1,0 0 0,0 0-1,0 0 1,1 0 0,-1 0-1,0 0-15,0 0 16,0 0-1,22 0 1,-22 0-16,0 0 16,21 0-1,-21 0 1,43 0-16,-22 0 16,-21 0-1,22 0-15,41 0 16,-62 0-1,-1 0 1,21 0-16,-21 0 16,0 0-1,1 0-15,20 0 16,-21 0 0,0 0-1,22 0 1,-22 0 15,0 0-31,0 0 31,0 0-31,0 0 16,1 0 0,-1 0-1,0 0 16,0 0-31,0 0 16,0 0 15,1 0-31,-1 0 16,0 0 0,0 0-16,0 0 15,0 0 1,1 0-1,-1 0 1,0 0 0,21 0-1,-21 0 1,1 0 0,-1 0-1,0 0 32,0 0 16</inkml:trace>
  <inkml:trace contextRef="#ctx0" brushRef="#br0" timeOffset="20677.09">7430 13123 0,'21'0'125,"0"0"-109,0 0-16,43 0 15,-1 0 1,-20 0-1,-1 0-15,22 0 16,-1 0 0,1 0-1,20 0-15,-41 0 16,41-21 0,1 21-16,21 0 15,0 0 1,-22 0-1,-20 0-15,-1 0 16,22 0 0,-22 0-16,-20 0 15,-1 0 1,0 0 0,-20 0-16,20 0 15,-21 0 1,21 0-16,22-21 15,-43 21 1,43 0 0,20-21-16,-63 21 15,43 0 1,21-21-16,-64 21 16,0-21-1,0 21 1,0 0-16,0-22 15,22 22 1,-22 0 0,0 0-1,0-21 1,0 21-16,1 0 16,-22-21-1,21 21 1,0-21-16,0 21 15,0 0 17,43-43-32,-22 1 31,0 42-31,-20 0 31,-22-21-15,21 21-16,-21-21 31,0 0 0,21 21-15,0 0-16,-21-21 16,21-1-1,-21 1 1,21 0-1,-21 0 1,22 21-16,-22-21 16,21-22-1,-21 22-15,0 0 16,21-21 0,-21 21-1,21-22-15,-21 22 16,0 0-1,0 0-15,0-1 32,0 1-17,0 0 32,0 0-47,0 0 47,-21 21-16,21-21-15,0 0 0,-21 21-16,0-22 15,21 1 1,-43 0-1,22 21-15,0-21 16,-21 0 0,-1-1-16,22 22 15,-64-42 1,43 21 0,0 21-16,21-21 15,-22 21 1,22 0-1,0 0-15,0 0 16,0 0 0,-1-21-16,1 21 15,0 0 1,0 0 0,0 0-1,-43 0 1,43 0-16,0 0 15,-21 0 1,20 0 0,-41 0-16,-1 0 15,22 0 1,-21 0-16,-22 0 16,0 21-1,22-21 1,-1 21-16,-20 0 15,41-21 1,1 21 0,21-21-1,-43 0 1,43 21-16,0-21 16,-21 22-1,-22-1 1,43-21-16,-43 42 15,22-42 1,21 21-16,0-21 16,-22 0-1,22 22 1,0-22-16,0 21 16,0-21-1,-22 42 1,22-42-16,0 0 31,-21 21-31,21 0 16,-1-21-1,1 21-15,0-21 32,0 0-17,21 22-15,-21-1 16,0-21-1,-1 0 1,22 21 0,-21 0-1,0 0-15,-21-21 32,21 22-17,21-1-15,-22-21 31,1 0-31,0 21 16,21 0 0,-21-21-1,21 21-15,-21-21 16,0 0 0,21 21-1,-22-21 1,22 21-1,-21-21-15,0 22 16,0-1 0,21 0 31,-21 0-47,21 0 15,-21 1 16,21-1-31,-22 0 16,22 21 0,0 0-16,0-20 15,-21 20 1,21-21 0,0 0-16,0 1 31,0-1-16,0 0 79,-21-21 109</inkml:trace>
  <inkml:trace contextRef="#ctx0" brushRef="#br0" timeOffset="47125.27">11600 11176 0,'0'21'94,"0"22"-79,-21-1-15,21 21 16,-22-42-1,22 1 1,0 20-16,0 22 16,-21-64-1,21 21-15,0 0 16,0 0 31</inkml:trace>
  <inkml:trace contextRef="#ctx0" brushRef="#br0" timeOffset="49184.43">11790 11494 0,'21'0'62,"1"0"-46,-22 21-1,21-21 1,0 0 0,0 0-1,0 0 1,0 0 46,1 0-30,-1-43-1,0 22-16,0 21 1,-21-21-16,0 0 16,0 0-1,21 21-15,-21-22 16,0 1 0,0 0-1,0 0 1,0 0-1,0 0 1,0 0 31,0-1 0,-21 1-32,0 0-15,0 21 32,0 0 108,-1 0-124,1 0 0,0 0-1,0 0 1,0 0 31,0 21-32,21 0 1,-22-21 0,1 0-16,0 0 15,21 22 1,-21-22 15,21 21 32,-21-21-48,21 21 48,0 0-32,0 0-31,0 0 78,0 0-78,0 1 47,21-22-31,-21 21-1,0 0 32</inkml:trace>
  <inkml:trace contextRef="#ctx0" brushRef="#br0" timeOffset="51467.52">12150 11134 0,'21'0'16,"0"-22"31,1 1-32,-1 21 1,0 0 0,0 0-1,0 0-15,0 0 32,1 0-32,-1 0 31,0 0-16,0 0-15,0 21 32,0-21-17,1 22 1,-22-1 0,21-21-16,-21 21 78,0 0-78,-21 0 15,-1 1 1,-20 20-16,0-21 16,21 21-1,-22-42 1,1 43-1,21-22-15,0 0 16,-1-21 0,1 21-16,-21 0 15,21-21 1,21 22 0,21-22 109,0 0-94,0 0-31,22 0 31,-22 0-31,42 0 31,1 0-15,-22 0 0,0 0-1,1 0 1,-1 0-16,0 0 15,-20 0 1,-1 0 31</inkml:trace>
  <inkml:trace contextRef="#ctx0" brushRef="#br0" timeOffset="52863.37">12827 10901 0,'0'21'94,"-42"43"-63,42-22-15,-21 0-16,0-21 15,0 22 1,-1-22 0,22 21-16,-21 1 15,0-1 1,21 0-16,0-21 15,0 0 17,0 1-32,0-1 31,0 0 0,21-21-15,0 0 15,1 0-15,-1 0-1,0 0 1,42 0-16,-41 0 16,20 0-1,-21 0 1,21 0-1,-20 0 1,-1 0-16,0 0 16,0 0-1,0 0 1,0 0 0,22 0-1,-22 0 1,-21-21-1,21 21 1,0 0 0,0 0 15,1 0 16,20 0-32,-21 0-15,64 0 16,21-21 0,105-22-1,-147 43-15,20-21 16</inkml:trace>
  <inkml:trace contextRef="#ctx0" brushRef="#br0" timeOffset="53683.38">13293 11070 0,'-21'106'125,"0"-21"-109,-22-1-1,22-63 1,-21 64-16,21-21 16,-22-1-1,43-21 1,0-20 0,-21 20-1,0-21-15,21 0 16,0 1-1,-21-1 1,21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77993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2-03-16T01:26:55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14182 1482 0,'0'-22'16,"0"1"-16,0 0 15,0 0 1,21-21-16,-21 21 47,0-1-16,-21 22 125,0 0-140,0 0 0,0 0-1,21 22-15,-22-22 16,1 0-1,21 21 1,0 0 0,0 0-1,-21 42 1,21-41 0,0 41-1,0-20-15,0 41 16,0 1-1,0-22-15,0 1 16,0-1 0,0 1-1,-21 21-15,21-64 16,0 63 0,-21 22-1,-22 21-15,1-21 16,21-64-1,0 43 1,21-43-16,-21 22 16,-1-43-1,1 0-15,21 0 16,-21 22 0,0-22-16,21 0 15</inkml:trace>
  <inkml:trace contextRef="#ctx0" brushRef="#br0" timeOffset="1100.58">13568 2011 0,'0'-21'16,"21"21"31,1 0-31,20 21-1,-21-21 1,0 0-1,0 0-15,1 0 16,-1 0 0,0 21-1,0-21 1,21 0-16,22 0 16,-1 0-1,-41 0-15,20 0 16,-21 0-1,0 0 17,0 0-17,1 21 1,-1-21 0,0 0-1,0 21 16,0-21-31,43 0 32,-43 0-17,0 0-15</inkml:trace>
  <inkml:trace contextRef="#ctx0" brushRef="#br0" timeOffset="2304.62">14478 2032 0,'0'21'94,"-42"22"-94,21 41 16,0-20-1,21-43 1,0 21-1,0 1 1,21-43-16,0 21 16,0 0-1,0 21 1,1-42-16,-1 0 62,-21-21-46,0 0-16,42-21 16,0-22-1,1 22-15,-22-1 16,21-20 0,-21 42-1,-21 0 79,0-1-32,-21 22-46,0 0 31,0 0-31,-43 22-1,1-1 1,-1 0-1,43-21-15,-21 0 16,21 0 0</inkml:trace>
  <inkml:trace contextRef="#ctx0" brushRef="#br0" timeOffset="3721.61">15283 1968 0,'21'0'141,"0"0"-125,-21 22-1,21-22 1,-21 21 0,0 21-1,0 22-15,0-22 16,0-21-1,0 64-15,0-64 16,-21 64 0,0-43-1,-43 21-15,22 1 16,21-64 0,21 21-1,-21-21 79,21-21-63,0-21-15,0-43-1,0 22-15,63-22 16,1 0 0,63 1-16,42-22 15,-127 63 1,107-20 0,-65 21-16,-20 20 15,-22 1 1,-21 21-1,-21-21 1,21 21 15</inkml:trace>
  <inkml:trace contextRef="#ctx0" brushRef="#br0" timeOffset="4622.99">16976 1630 0,'-21'0'46,"-43"0"-30,22 42 0,-21 22-1,20-22-15,-20 0 16,-1 64 0,22-42-16,0-22 15,-1 85 1,43-64-1,0-20-15,0 63 16,0-43 0,43-21-1,-43-20-15,42 20 16,0 0 0,-21 22-16,22-43 15,-22 21 1,-21 1-16,21-43 15</inkml:trace>
  <inkml:trace contextRef="#ctx0" brushRef="#br0" timeOffset="5275.5">17188 2096 0,'21'0'47,"0"0"0,0 0-16,0 0-15,1 21 0,-1-21-1,0 0-15</inkml:trace>
  <inkml:trace contextRef="#ctx0" brushRef="#br0" timeOffset="6131.42">17272 2434 0,'0'21'94,"0"0"-78,-21 22-1,21-1 1,-42-21-16,42 1 16,-21-1-1,0-21 1,21 21-16,-22-21 62,1 0-46,21 21 0</inkml:trace>
  <inkml:trace contextRef="#ctx0" brushRef="#br0" timeOffset="6737.56">18098 2096 0,'21'0'94,"0"0"0</inkml:trace>
  <inkml:trace contextRef="#ctx0" brushRef="#br0" timeOffset="7481.54">18140 2582 0,'0'22'110,"-21"-22"-95,-42 42 1,20-21 0,22 0-1,0 0 1,0-21-16</inkml:trace>
  <inkml:trace contextRef="#ctx0" brushRef="#br0" timeOffset="8492.33">18818 1588 0,'42'42'78,"0"0"-62,-21-21-16,22 64 15,-1-21 1,43 84 0,-85-85-16,21 43 15,-21 0 1,0-43-16,0-20 16,0-1-1,-21 0 1,0-21-16,-22 43 15,22 0 1,-21-22-16,42-21 16,-43 42-1,1-20 1,21-22-16,0-21 47,0 21-32,-1 0 1</inkml:trace>
  <inkml:trace contextRef="#ctx0" brushRef="#br0" timeOffset="30114.41">12002 4932 0,'63'0'125,"22"-21"-110,21 21 1,106-21-16,105-22 15,64 22 1,64 0-16,-191 21 16,169 0-1,21 0 1,-63 0-16,-317 0 16,169 0-1,-64-43-15,-84 43 16,-1-21-1,-62 21 1,-1 0-16,21 0 16,-21 0-1,43 0 1,-43 0-16,21 0 16,22 0-1,-43 0-15,0 0 16,0 0-1,0 0 1,1 0 15</inkml:trace>
  <inkml:trace contextRef="#ctx0" brushRef="#br0" timeOffset="40339.43">5567 10012 0,'21'0'297,"1"0"-265,20 0-17,0 0-15,43 0 16,0 0-1,-22 0-15,43 0 16,-43 0 0,1 0-1,21 0-15,-64 0 16,63 0 0,-41 0-1,-1 0-15,0 0 16,22 0-1,-22 0-15,22 0 16,20 0 0,-62 0-1,62 0-15,-41 0 16,-22 0 0,21 0-16,-21 0 15,0 0 16,1 0-31,-1 0 16,0 0 0,0 0-1,21 0-15,1 0 16,-22 0 0,21 0-1,-21 0 1,1 0-1,-1 0-15,21 0 32,-21 0-32,22 0 15,-22 0 1,0 0 0,0 0-16,0 0 15,22 0 1,-22 0-16,0-21 15,21 21 1,1 0 0,-22 0-16,0 0 15,0 0 1,0 0-16,0 0 16,1 0-1,-1 0 1,21 0-16,-21 0 15,22 0 1,-1 0 0,0 0-1,1 0 1,-22 0-16,0 0 16,21-21-1,22 21 1,-43 0-16,0 0 31,0 0-31,0 0 31,1 0-15,-1 0 0,0 0-1,0 0-15,0 0 31,0 0-15,1 0 0,-1 0 15,0 0-31,0 0 31,0 0-31,0 0 31,1 0-15,-1 0 0,-21-22-1,21 22 1,0 0 0,0 0 15,0 0-16,1 0-15,-1 0 32,0 0-17,0 0 17,0 0-17</inkml:trace>
  <inkml:trace contextRef="#ctx0" brushRef="#br0" timeOffset="56426.84">15092 9970 0,'21'0'312,"1"0"-296,-1 0-1,0 0 1,0 0 0,0 0-1,22 21 1,20-21 15,1 0-15,-22 0-16,0 21 15,-21-21 1,22 0-16,-1 0 16,-21 21-1,64-21-15,-64 0 16,21 0 0,1 21-1,41-21-15,1 0 31,-64 0-15,43 0-16,-1 0 16,-42 21-1,22-21-15,-1 0 16,-21 0 0,22 0-1,-1 0-15,21 21 16,1-21-1,-43 0-15,43 0 16,-43 0 0,42 22-16,-20-22 15,-1 0 17,-21 0-32,0 0 15,22 0 1,-1 0-1,0 0-15,-21 0 16,1 0 0,-1 0-16,21 0 15,-21 0 1,22 0 0,20 0-1,-42 0 1,0 0-1,1 0-15,-1 0 32,0 0 15,-21-22-32,21 22 1,0 0-16</inkml:trace>
  <inkml:trace contextRef="#ctx0" brushRef="#br0" timeOffset="78251.98">4890 4805 0,'42'0'109,"-21"0"-109,43 21 16,169 64-1,-22-1-15,-126-63 16,169 22 0,191 20-1,-191-20-15,-149-22 16,128 0 0,-21 0-16,-43 0 15,-21 22 1,-105-43-1,63 0-15,-22 21 16,1-21 0,21 21-16,-64-21 15,212 0 1,-42 21 0,-22-21-16,-42 21 15,-42-21 1,-42 0-16,-22 22 15,0-22 1,22 0 0,-22 0-1,-21 0 1,1 0 0,-1 0-1,0 0 1,42 0-1,-41 0 1,41 0 0,1-22-16,-43 1 15,0 21 1,0 0-16,0-21 16,22 0-1,20 0 1,1-22-16,-64 22 15,42 0 1,0 0 0,-21-21-16,22-1 15,-22 22 1,0-21 0,21-1-1,-20 1 1,-1 21-16,21 0 15,-42 0 1,0-22-16,21 43 16,0-21-1,1-43 1,-1 43-16,0 0 16,-21 0-1,21 21 1,-21-21 15,21 0-15,0 0 31,-21-1-16,43-20-16,-22 0 1,0-22-16,0-20 16,0-1-1,1 21-15,-22 43 16,0-42 0,0 42-1,0-22-15,0 22 16,0 0-1,0-22 1,-64-20-16,1-22 16,-1-21-1,-148-63-15,128 84 16,-107-63 0,-20 42-1,189 85-15,-105-42 16,85 42-1,0 0-15,-43-1 16,43 22 0,-22 0-1,-20-21-15,-1 21 16,21 0 0,1 0-16,-22 0 15,1 21 1,-22 1-1,63-22-15,-62 21 16,-44 0 0,65 0-16,-1-21 15,64 0 1,-21 0 0,-22 21-16,43-21 15,-21 21 1,20-21-16,1 0 15,-21 21 1,21 1 0,-22-22-16,22 21 15,-21-21 1,-43 21 0,1 21-16,41-42 15,-63 43 1,-21 20-16,-42-21 15,21-20 1,84-1 0,-20 0-16,41 0 15,1-21 1,-21 21-16,20 1 16,22-22-1,-21 21 1,-1-21-16,22 21 15,-21-21 1,-22 21-16,1 0 16,-64 64-1,63-64 1,43-21 0,-42 21-16,20-21 15,1 21 1,-21 1-1,20 20 1,-41 0-16,41-21 16,-20 22-1,20-43 1,1 21-16,42 0 16,-42 0-1,21-21 1,-43 43-1,22-1 1,-22 0-16,43-21 16,-21-21-1,42 21 1,-21 1-16,-22 20 16,22-42-1,21 21 1,-42 22-1,21-22 1,21 0-16,-22 21 16,1-42-1,21 21 32,0 0-47,-21-21 16,21 22-1,0-1-15,0 0 16,-21-21 0</inkml:trace>
  <inkml:trace contextRef="#ctx0" brushRef="#br0" timeOffset="102518.85">1863 11049 0,'21'0'203,"0"0"-172,1 0-15,20 0-16,0 0 15,1 0 1,62 0-16,1 0 16,-21 0-1,-22 0 1,22 0-16,-21 0 15,41 0 1,-20 0 0,-21 0-16,-1 0 15,43 0 1,-21 0-16,-43 0 16,0 0-1,22 0 1,-22 0-16,22 0 15,-22 0 1,21 0-16,-41 0 16,62 0-1,-41 0 1,41 0 0,-63 0-1,22 0-15,-1 0 16,0 0 15,1 0-31,20 0 16,-20-21-1,-22 21-15,0 0 16,21 0 0,-21 0-1,22 0-15,-22 0 16,0 0-1,0 0 1,0 0-16,1 0 16,-1 0-1,0 0 1,21 0 0,-21 0-1,1 0 1,-1 0-1,0 0-15,0 0 16,0 0 15,0 0-31,1 0 16,-1 0 0,0 0-1,0 0-15,0 0 63,0 0-16,-21-21 15,22 21-46,-1 0 46</inkml:trace>
  <inkml:trace contextRef="#ctx0" brushRef="#br0" timeOffset="156640.37">7155 11218 0,'0'-21'156,"-21"21"-140,-1 0 0,-20-21-1,0 21-15,-43 0 16,-21-42-1,-105 20-15,84 1 16,-43-21 0,128 42-1,-43-21-15,-63-43 16,85 43 0,41 0-16,-20 21 15,0 0 1,21-21-1,-22 0-15,22 21 16,0-22 0,-21 22-1,20-21-15,1 21 16,-42-21 0,42 21-16,-22 0 15,-41-21 1,20 21-1,1 0 1,-1 0 0,-21 0-1,64 0 1,-63 0 0,-1 0-16,64 0 15,-64 0 1,22 21-16,-22-21 15,43 0 1,20 0 0,-20 0-16,42 21 15,-21-21 1,0 21 0,-64 1-16,43-1 15,-43 0 1,0 0-16,64-21 31,-42 43-31,20-22 16,-20 0-16,42 21 15,-64 0 1,22-20-16,41-22 16,1 21-1,21 0 1,-21 0-16,0-21 15,0 43 1,0-22-16,-1 42 16,1-42-1,-21 43 1,42-43-16,-21 0 16,0 22-1,21-1 1,0 0-16,0 0 15,-22 43 1,-20 21-16,42-21 16,0-43-1,0 22 1,0-43-16,0 21 16,42 43-1,1-43-15,-22-21 16,-21 0 15,63 1-31,1 20 0,-43-21 16,106 21-1,-85-21 1,170 64-16,-127-64 16,-43 1-1,170 41-15,21-42 16,-106-21-1,190 64-15,-211-64 16,-21 0 0,126 21-1,-147-21-15,84 0 16,-63 0 0,-1 0-1,107-21-15,-128 21 16,149-22-1,-170 22-15,43-21 16,21 21 0,-85 0-1,21 0-15,22-21 16,-22 21 0,64 0-16,42-21 15,-106 0 1,43 0-1,0 0-15,-22 21 16,1-43 0,-22 22-16,0 0 15,22-22 1,-22 22 0,-21 21-1,1-42 1,-22 21-1,42-21-15,0-1 16,-21 1 0,22-1-16,-43 1 15,21 21 1,0 0 0,0-21-1,-21 20 1,21-41-16,-21 42 15,0-22 1,0 22 0,0-21-1,0 21-15,0 0 16,0-22 0,0-20-16,0-1 15,0 43 1,0 0-1,-21 21 1,21-21 0,0 0-16,-21-1 15,0-20 17,0 21-32,21 0 31,-43-1-31,1-41 31,21 21-31,0 42 16,0-21-1,-1-1 1,1 1 0,-21 21-1,0-21-15,-64 0 16,63 0-1,-20 21 1,-43-22-16,43 1 16,20 21-1,22 0 1,0 0-16,-21 0 16,-22 0-1,22 0 1,21 0-1</inkml:trace>
  <inkml:trace contextRef="#ctx0" brushRef="#br0" timeOffset="4867.26">4403 9186 0,'0'-21'140,"-42"0"-108,-1-21-32,-84 20 15,22-20 1,-22 0-16,42 21 15,-42-64 1,-85 21 0,85 1-16,21 42 15,22 0 1,20 0 0,22 21-16,-22 0 15,22 0 1,21 0-16,-21 0 15,-22 0 1,43 0 0,-43 0-16,1 0 15,42 0 1,-106 0-16,63 0 16,-20 0-1,41 0 1,22 0-16,0 0 15,-43 21 1,43-21-16,-42 21 16,-1-21-1,-20 21 1,62-21-16,-41 21 16,21 0-1,-1-21 1,22 21-16,-21 1 15,21-22 1,-1 21-16,1-21 16,0 21-1,0 0 1,0-21 0,21 21-1,-21 1-15,-22 20 16,22 0-1,0 0 1,0-20-16,21-1 16,0 21-1,-21-42 1,21 43-16,0-1 31,0-21-31,0 21 31,0 22-15,0-22-16,21 1 16,0 20-1,-21-42-15,42 21 16,-21-20 0,1-1-1,-1 0-15,42 21 16,22 22-1,21 20-15,-85-62 16,64 41 0,-43-63-1,0 0-15,-42 21 16,21-21 0,1 0-1,-1 0-15,0 22 16,0-22-1,43 21-15,-22-21 16,43 21 0,-43-21-1,0 21-15,43-21 16,-43 0 0,22 0-16,-22 0 15,-21 0 1,22 0-1,-22 0-15,42 0 16,1 0 0,-43 0-16,106-21 15,-21 0 1,42-22 0,0 22-16,-63 21 15,-64 0 1,42 0-16,22-21 15,0 21 1,-64 0 0,64-21-16,-22 0 15,-42 21 1,64-22 0,-43 22-16,64-21 15,-21 21 1,-64 0-16,21 0 15,22-21 1,-22 0 0,-21 0-16,43 0 15,-43 0 1,21-1-16,-21 22 16,1-42-1,-1 21 1,0 21-16,0-21 15,-21-1 1,21 1 0,-21 0-1,0 0 32,0-42-31,0-43-1,0 42 1,-21 43-16,0-64 16,21 64-1,-21-21 1,0 21-16,-1-1 16,1 22-1,0-42-15,-21 21 16,42 0-1,-21 21 1,-43-21-16,22 0 16,-22-1-1,-20 1-15,41 21 16,-20-21 0,-149 21-1,170 0-15,-85 0 16,21 0-1,-21 0-15,63 0 16,22 21 0,-43-21-1,22 21-15,-22 1 32,43-22-17,0 0-15,-22 21 16,22 0-1</inkml:trace>
  <inkml:trace contextRef="#ctx0" brushRef="#br0" timeOffset="16286.53">16214 8932 0,'-21'0'110,"-43"0"-95,-63-21-15,-21 21 16,-63-42 0,41 42-1,-84 0-15,43-21 16,62 21 0,107 0-16,21 0 62,0 0-46,0 21-1,-22 42-15,1-20 16,21-1 0,0-42-16,21 42 15,-22 1 1,1-22-16,21 21 15,-21 1 1,0 41 0,21-42-16,0 22 15,0-43 1,0 127 0,0-42-16,42 21 15,-21-42 1,22 0-16,41-1 15,-41 1 1,41 0 0,1-22-16,21-21 15,-43-21 1,43 22 0,42-22-16,-105 0 15,105 0 1,21 1-16,-21-1 15,43-21 1,-106 0 0,147 0-16,86 0 15,-212 0 1,211 0-16,-105 0 16,-85-21-1,-21-1 1,21-20-16,-43 0 15,1-43 1,-21 43-16,-1-1 16,1 1-1,-22 0 1,-42 20-16,21 1 16,21-42-1,1-22 1,-22 0-16,0 43 15,0-21 1,0-22-16,-21 0 16,0 43-1,22 21 1,-22-43-16,0 22 16,0 0-1,0 20-15,0-20 16,0 21 15,-22-21-31,1-1 16,-21-20-1,21-1-15,-106-20 16,-64-22 0,64 21-1,-127-21-15,106 43 16,-42 20-1,105 22-15,21 0 16,-41 0 0,20 0-1,-21 21-15,85 0 16,-64 0 0,1 0-1,-22 0-15,0 0 16,21 0-1,-21 0-15,-105 0 16,41 42 0,128-42-1,21 0-15</inkml:trace>
  <inkml:trace contextRef="#ctx0" brushRef="#br0" timeOffset="28549.06">21209 10880 0,'22'21'141,"62"64"-126,43 20 1,0 44 0,64 20-16,-64-42 15,84 85 1,-20-43 0,-128-106-16,1 1 15,-43-64 1,-21 21-16,21 0 15,0 0 32,-21 0-31,0-42 125,22-106-126,-1-21 1,0-42-16,21 42 15,22-149 1,-1 22-16,1-43 16,-22 86-1,22 41-15,-22 22 16,85-127 0,-85 105-1,43 0-15,-43 107 16,22-107-1,-22 107-15,-21 20 16,0 22 15,-21 21-31,22 21 16,-22-22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77993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22-03-16T01:35:01.8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7112 7218 0,'22'0'78,"20"0"-62,127 0-1,149 0-15,-212 0 16,211 0-1,-42-21-15,22 21 16,-170 0 0,0 0-1,-64 0-15,22 0 16,-22 0 0,-20 0-16,-1 0 15,0 0 1,-21 0 15,1 0-31,20 0 31,0 0-31,-21 0 16,22 0 0,-22 0-1</inkml:trace>
  <inkml:trace contextRef="#ctx0" brushRef="#br0" timeOffset="2656.12">6393 9292 0,'21'0'125,"42"0"-109,43 0-16,212-42 15,-191 42 1,360-21-1,84 21-15,22-43 16,-382 43 0,-105 0-16,85 0 15,-128 0 1,1 0 0,84 0-16,-85 0 15,86 0 1,-86 0-1,1 0-15,-22 0 16,-21 0 0,0 0-1,22 0 1,-1 0 0,-21 0-16,0 0 15,22 22 1,-22-22-16,0 0 31,0 0-15,0 0-16,43 0 15,-43 0 1,42 0-16,-41 0 16,20 0-1,-21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4-03-14T14:40:19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5411 10941 0,'26'0'266,"14"0"-251,-27 0-15,-13-14 32,14 14 30,-1 0-46,0 0 140,0 0-140,0 0-1,14 0 63,-14-13-46,0 13 15,1 0 15,12 0-15,14 0 0,13 0-32,-27 0 17,1 0-17,12 0 1,-12 0 0,-1 0-1,-13 0 1,1 0-1,12 0 1,1 0 0,-14 0-1,13 0 1,-13 0 0,14 0-1,-14 0 16,14 0-15,-1 0 0,1 0-16,-14 0 15,13 0 1,14 0 0,-14 0-1,-12 0 1,12 0-1,-13 0 1,14 0 0,-1 0-1,1 0 1,-14 0 31,0 0-32,0 0 32,14 0-31,-1 0 0,-12 0-1,12 0 16,0 0-15,-12 0-16,12 0 16,-13 0-1,27 0 1,-27 0 0,0 0 15,1 0-16,-1 0 1,0 0-16,0 0 16,14 0-1,-14 0 1,0-13 0,27 13 15,-27 0-16,27-13 1,-14 13 0,1 0-1,-1 0 17,1 0 30,-14 0-46,0 0-1,0 0 1,14 0 0,-1 0-1,14 0 1,0 0-1,13 0 1,-14 0 0,-25 0-1,25 0 1,-12 0 0,-1 0 15,-13 0-16,1 0-15,-1 0 16,27 0 0,-14 0-1,-13 0 1,27 0 0,-27 0-1,14 0 1,-1 0-1,14 0 1,-1 13 0,-12-13-1,-1 0 1,14 0 0,0 0 15,-1 0-31,-25 0 15,39 13 1,-27-13 0,-13 0-16,14 0 15,12 0 1,-12 0 0,13 0-1,-14 0 1,0 0-1,-12 0-15,-1 0 16,13 0 0,-12 0-1,25 0 1,-25 0 31,12 0-32,-13 0-15,0 0 16,1 0 0,-1 0-1,0 0 1,0 0 0,1 0-1,-1 0 16,13 0-15,-12 0 156,-1 0-141,13 0 16,-13 0-16,14 0 1,39-13-1,-40 0-16,-12 13 1,12 0-16,-13 0 16,14 0-1,-14 0 1,14 0 0,-1 0-1,0 0 1,1 0-1,13 0 1,-27 0 0,13 0-1,14 0 1,0 0 15,-14 0-15,-13 0-1,1 0-15,-1 0 16,0 0 0,27 0-1,-27 0 1,0 0 0,0 0-1,1 0 1,12 0-1,1 0-15,-14 0 16,13 0 0,1 0-1,-1 0 1,-13 0 15,1 0-15,-1 0-1,0 0 1,14 13 0,-14-13-1,0 0 1,0 0 0,14 0-1,-14 0 1,0 0-16,0 0 15,14 0 32,-1 0-15,-12 0-1,-1 0 47,0 0 750,0 0 2516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3" cy="1752600"/>
          </a:xfrm>
        </p:spPr>
        <p:txBody>
          <a:bodyPr/>
          <a:lstStyle>
            <a:lvl1pPr>
              <a:defRPr sz="5000" b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7962" y="3962400"/>
            <a:ext cx="5786437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ECC5-A395-46B9-A307-2726ED3C62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045" y="1560189"/>
            <a:ext cx="1877731" cy="1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1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72B21-6E3F-4578-A499-695B8673A5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65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C4BEA-4A34-4A70-96F5-71EE719151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552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98B84-91D2-4B1B-B7BF-DF43C4A44A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07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E3D53-56F8-4A09-9631-F4E50182DF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307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50931-A95D-485C-98BF-737249560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57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79DA8-D13B-4D78-BE95-2D908EC0BF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61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ECB8F-A79C-44BD-9BE7-B58F6F6D24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81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C9C14-7A97-42BE-A105-BE32BAF2B9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3168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EEF84-FE4E-46D8-BB9E-DB397EF8CC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9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5555B-400C-427C-A364-DE6D09A64F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56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7570788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C10A43B8-8742-45C8-95B1-3D7BBD5C64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51364" y="9687"/>
            <a:ext cx="969348" cy="9205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2" cy="1752600"/>
          </a:xfrm>
        </p:spPr>
        <p:txBody>
          <a:bodyPr anchor="ctr"/>
          <a:lstStyle/>
          <a:p>
            <a:pPr eaLnBrk="1" hangingPunct="1"/>
            <a:r>
              <a:rPr lang="zh-CN" altLang="en-US" b="1"/>
              <a:t>网络编程技术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3962400"/>
            <a:ext cx="6770687" cy="1752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第四讲  基本</a:t>
            </a:r>
            <a:r>
              <a:rPr lang="en-US" altLang="zh-CN" b="1" dirty="0"/>
              <a:t>TCP</a:t>
            </a:r>
            <a:r>
              <a:rPr lang="zh-CN" altLang="en-US" b="1" dirty="0"/>
              <a:t>套接口编程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王伟</a:t>
            </a:r>
          </a:p>
          <a:p>
            <a:pPr eaLnBrk="1" hangingPunct="1"/>
            <a:r>
              <a:rPr lang="en-US" altLang="zh-CN" b="1" dirty="0"/>
              <a:t>wellwang@126.com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手机屏幕截图&#10;&#10;描述已自动生成">
            <a:extLst>
              <a:ext uri="{FF2B5EF4-FFF2-40B4-BE49-F238E27FC236}">
                <a16:creationId xmlns:a16="http://schemas.microsoft.com/office/drawing/2014/main" id="{5583FB36-9AA2-D6E8-C7BF-42CFF15C1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901" y="1700808"/>
            <a:ext cx="5776198" cy="3888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3CA11B2-C539-DF3F-522F-2F8334D3F033}"/>
                  </a:ext>
                </a:extLst>
              </p14:cNvPr>
              <p14:cNvContentPartPr/>
              <p14:nvPr/>
            </p14:nvContentPartPr>
            <p14:xfrm>
              <a:off x="697680" y="1312560"/>
              <a:ext cx="7531200" cy="37810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3CA11B2-C539-DF3F-522F-2F8334D3F0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8320" y="1303200"/>
                <a:ext cx="7549920" cy="379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968875"/>
          </a:xfrm>
        </p:spPr>
        <p:txBody>
          <a:bodyPr/>
          <a:lstStyle/>
          <a:p>
            <a:pPr eaLnBrk="1" hangingPunct="1"/>
            <a:r>
              <a:rPr lang="zh-CN" altLang="en-US" dirty="0"/>
              <a:t>概述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基本套接口函数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并发服务器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close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 err="1"/>
              <a:t>getsockname</a:t>
            </a:r>
            <a:r>
              <a:rPr lang="zh-CN" altLang="en-US" dirty="0"/>
              <a:t>和</a:t>
            </a:r>
            <a:r>
              <a:rPr lang="en-US" altLang="zh-CN" dirty="0" err="1"/>
              <a:t>getpeername</a:t>
            </a:r>
            <a:r>
              <a:rPr lang="zh-CN" altLang="en-US" dirty="0"/>
              <a:t>函数</a:t>
            </a:r>
            <a:endParaRPr lang="en-US" altLang="zh-CN" dirty="0"/>
          </a:p>
          <a:p>
            <a:pPr eaLnBrk="1" hangingPunct="1"/>
            <a:r>
              <a:rPr lang="zh-CN" altLang="en-US" dirty="0"/>
              <a:t>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pic>
        <p:nvPicPr>
          <p:cNvPr id="6147" name="Picture 2" descr="D:\基本TCP客户-服务器程序的套接口函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15888"/>
            <a:ext cx="4678362" cy="662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二、基本套接口函数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36688"/>
            <a:ext cx="8229600" cy="24241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4200" dirty="0">
                <a:solidFill>
                  <a:schemeClr val="tx2"/>
                </a:solidFill>
                <a:latin typeface="Times New Roman" panose="02020603050405020304" pitchFamily="18" charset="0"/>
              </a:rPr>
              <a:t>⒈ socket</a:t>
            </a:r>
            <a:r>
              <a:rPr lang="zh-CN" altLang="en-US" sz="4200" dirty="0">
                <a:solidFill>
                  <a:schemeClr val="tx2"/>
                </a:solidFill>
                <a:latin typeface="Times New Roman" panose="02020603050405020304" pitchFamily="18" charset="0"/>
              </a:rPr>
              <a:t>函数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" name="TextBox 2"/>
          <p:cNvSpPr txBox="1">
            <a:spLocks noChangeArrowheads="1"/>
          </p:cNvSpPr>
          <p:nvPr/>
        </p:nvSpPr>
        <p:spPr bwMode="auto">
          <a:xfrm>
            <a:off x="827088" y="2349500"/>
            <a:ext cx="7561262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#include &lt;sys/</a:t>
            </a:r>
            <a:r>
              <a:rPr lang="en-US" altLang="zh-CN" sz="2000" b="1" dirty="0" err="1"/>
              <a:t>socket.h</a:t>
            </a:r>
            <a:r>
              <a:rPr lang="en-US" altLang="zh-CN" sz="2000" b="1" dirty="0"/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int socket(int family, int type, int protocol);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返回：非负描述字</a:t>
            </a:r>
            <a:r>
              <a:rPr lang="en-US" altLang="zh-CN" sz="2000" b="1" dirty="0"/>
              <a:t>——</a:t>
            </a:r>
            <a:r>
              <a:rPr lang="zh-CN" altLang="en-US" sz="2000" b="1" dirty="0"/>
              <a:t>成功，</a:t>
            </a:r>
            <a:r>
              <a:rPr lang="en-US" altLang="zh-CN" sz="2000" b="1" dirty="0"/>
              <a:t>-1——</a:t>
            </a:r>
            <a:r>
              <a:rPr lang="zh-CN" altLang="en-US" sz="2000" b="1" dirty="0"/>
              <a:t>出错</a:t>
            </a:r>
          </a:p>
        </p:txBody>
      </p:sp>
      <p:graphicFrame>
        <p:nvGraphicFramePr>
          <p:cNvPr id="6" name="Group 1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141212"/>
              </p:ext>
            </p:extLst>
          </p:nvPr>
        </p:nvGraphicFramePr>
        <p:xfrm>
          <a:off x="827088" y="3716338"/>
          <a:ext cx="7561262" cy="23766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945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协议族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解释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AF_INET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IPv4</a:t>
                      </a: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协议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AF_INET6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协议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AF_LOCAL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Unix</a:t>
                      </a: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域协议（第</a:t>
                      </a: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14</a:t>
                      </a: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章）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AF_ROUTE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路由套接口（第</a:t>
                      </a: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17</a:t>
                      </a: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章）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AF_KEY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密钥套接口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50" marB="45650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53"/>
          <p:cNvGraphicFramePr>
            <a:graphicFrameLocks/>
          </p:cNvGraphicFramePr>
          <p:nvPr/>
        </p:nvGraphicFramePr>
        <p:xfrm>
          <a:off x="827088" y="4076700"/>
          <a:ext cx="7561262" cy="183038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973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4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类型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解释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SOCK_STREAM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字节流套接口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SOCK_DGRAM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数据报套接口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SOCK_RAW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原始套接口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45" marR="91445" marT="45749" marB="4574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roup 1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8416300"/>
              </p:ext>
            </p:extLst>
          </p:nvPr>
        </p:nvGraphicFramePr>
        <p:xfrm>
          <a:off x="250825" y="3717032"/>
          <a:ext cx="8642351" cy="264055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8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2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       </a:t>
                      </a:r>
                      <a:r>
                        <a:rPr kumimoji="0" lang="zh-CN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协议族</a:t>
                      </a:r>
                    </a:p>
                  </a:txBody>
                  <a:tcPr marL="91455" marR="91455" marT="45726" marB="45726" horzOverflow="overflow">
                    <a:lnTlToB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AF_INET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AF_INET6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AF_LOCAL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AF_ROUTE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AF_KEY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SOCK_STREAM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TCP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TCP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SOCK_DGRAM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UDP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UDP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SOCK_RAW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IPv6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55" marR="91455" marT="45726" marB="45726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B967D1E-436F-425D-9924-904B21A0C13C}"/>
              </a:ext>
            </a:extLst>
          </p:cNvPr>
          <p:cNvSpPr txBox="1"/>
          <p:nvPr/>
        </p:nvSpPr>
        <p:spPr>
          <a:xfrm>
            <a:off x="170634" y="4076700"/>
            <a:ext cx="13681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/>
              <a:t>套接口类型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connect</a:t>
            </a:r>
            <a:r>
              <a:rPr lang="zh-CN" altLang="en-US"/>
              <a:t>函数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684213" y="3781425"/>
            <a:ext cx="7848600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altLang="zh-CN" dirty="0" err="1"/>
              <a:t>sockfd</a:t>
            </a:r>
            <a:r>
              <a:rPr lang="zh-CN" altLang="en-US" dirty="0"/>
              <a:t>是由</a:t>
            </a:r>
            <a:r>
              <a:rPr lang="en-US" altLang="zh-CN" dirty="0"/>
              <a:t>socket</a:t>
            </a:r>
            <a:r>
              <a:rPr lang="zh-CN" altLang="en-US" dirty="0"/>
              <a:t>函数返回的套接口描述字，第二、第三个参数分别是一个指向套接口地址结构的指针和该结构的大小。套接口地址结构必须含有服务器的</a:t>
            </a:r>
            <a:r>
              <a:rPr lang="en-US" altLang="zh-CN" dirty="0"/>
              <a:t>IP</a:t>
            </a:r>
            <a:r>
              <a:rPr lang="zh-CN" altLang="en-US" dirty="0"/>
              <a:t>地址和端口号。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4213" y="1773238"/>
            <a:ext cx="7848600" cy="1800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000" kern="0" dirty="0"/>
              <a:t>#include &lt;sys/</a:t>
            </a:r>
            <a:r>
              <a:rPr lang="en-US" altLang="zh-CN" sz="2000" kern="0" dirty="0" err="1"/>
              <a:t>socket.h</a:t>
            </a:r>
            <a:r>
              <a:rPr lang="en-US" altLang="zh-CN" sz="2000" kern="0" dirty="0"/>
              <a:t>&gt;</a:t>
            </a:r>
          </a:p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000" kern="0" dirty="0"/>
              <a:t>int connect(int </a:t>
            </a:r>
            <a:r>
              <a:rPr lang="en-US" altLang="zh-CN" sz="2000" kern="0" dirty="0" err="1"/>
              <a:t>sockfd</a:t>
            </a:r>
            <a:r>
              <a:rPr lang="en-US" altLang="zh-CN" sz="2000" kern="0" dirty="0"/>
              <a:t>, const struct </a:t>
            </a:r>
            <a:r>
              <a:rPr lang="en-US" altLang="zh-CN" sz="2000" kern="0" dirty="0" err="1"/>
              <a:t>sockaddr</a:t>
            </a:r>
            <a:r>
              <a:rPr lang="en-US" altLang="zh-CN" sz="2000" kern="0" dirty="0"/>
              <a:t> * </a:t>
            </a:r>
            <a:r>
              <a:rPr lang="en-US" altLang="zh-CN" sz="2000" kern="0" dirty="0" err="1"/>
              <a:t>servaddr</a:t>
            </a:r>
            <a:r>
              <a:rPr lang="en-US" altLang="zh-CN" sz="2000" kern="0" dirty="0"/>
              <a:t>, </a:t>
            </a:r>
            <a:r>
              <a:rPr lang="en-US" altLang="zh-CN" sz="2000" kern="0" dirty="0" err="1"/>
              <a:t>socklen_t</a:t>
            </a:r>
            <a:r>
              <a:rPr lang="en-US" altLang="zh-CN" sz="2000" kern="0" dirty="0"/>
              <a:t> </a:t>
            </a:r>
            <a:r>
              <a:rPr lang="en-US" altLang="zh-CN" sz="2000" kern="0" dirty="0" err="1"/>
              <a:t>addrlen</a:t>
            </a:r>
            <a:r>
              <a:rPr lang="en-US" altLang="zh-CN" sz="2000" kern="0" dirty="0"/>
              <a:t>);</a:t>
            </a:r>
          </a:p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sz="2000" kern="0" dirty="0"/>
              <a:t>返回：</a:t>
            </a:r>
            <a:r>
              <a:rPr lang="en-US" altLang="zh-CN" sz="2000" kern="0" dirty="0"/>
              <a:t>0——</a:t>
            </a:r>
            <a:r>
              <a:rPr lang="zh-CN" altLang="en-US" sz="2000" kern="0" dirty="0"/>
              <a:t>成功，</a:t>
            </a:r>
            <a:r>
              <a:rPr lang="en-US" altLang="zh-CN" sz="2000" kern="0" dirty="0"/>
              <a:t>-1——</a:t>
            </a:r>
            <a:r>
              <a:rPr lang="zh-CN" altLang="en-US" sz="2000" kern="0" dirty="0"/>
              <a:t>出错</a:t>
            </a:r>
            <a:endParaRPr lang="en-US" altLang="zh-CN" sz="2000" kern="0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4213" y="1125538"/>
            <a:ext cx="7848600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TCP</a:t>
            </a:r>
            <a:r>
              <a:rPr lang="zh-CN" altLang="en-US" sz="2000" b="1" dirty="0"/>
              <a:t>客户用</a:t>
            </a:r>
            <a:r>
              <a:rPr lang="en-US" altLang="zh-CN" sz="2000" b="1" dirty="0"/>
              <a:t>connect</a:t>
            </a:r>
            <a:r>
              <a:rPr lang="zh-CN" altLang="en-US" sz="2000" b="1" dirty="0"/>
              <a:t>函数来建立一个与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服务器的连接。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84213" y="5232400"/>
            <a:ext cx="7848600" cy="8604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zh-CN" altLang="en-US" dirty="0"/>
              <a:t>客户在调用函数</a:t>
            </a:r>
            <a:r>
              <a:rPr lang="en-US" altLang="zh-CN" dirty="0"/>
              <a:t>connect</a:t>
            </a:r>
            <a:r>
              <a:rPr lang="zh-CN" altLang="en-US" dirty="0"/>
              <a:t>前不必非得调用函数</a:t>
            </a:r>
            <a:r>
              <a:rPr lang="en-US" altLang="zh-CN" dirty="0"/>
              <a:t>bind</a:t>
            </a:r>
            <a:r>
              <a:rPr lang="zh-CN" altLang="en-US" dirty="0"/>
              <a:t>函数，因为如果必要的话，内核会选择源</a:t>
            </a:r>
            <a:r>
              <a:rPr lang="en-US" altLang="zh-CN" dirty="0"/>
              <a:t>IP</a:t>
            </a:r>
            <a:r>
              <a:rPr lang="zh-CN" altLang="en-US" dirty="0"/>
              <a:t>地址和一个临时的端口。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connect</a:t>
            </a:r>
            <a:r>
              <a:rPr lang="zh-CN" altLang="en-US"/>
              <a:t>函数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684213" y="3213100"/>
            <a:ext cx="7848600" cy="172878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altLang="zh-CN" dirty="0"/>
              <a:t>2</a:t>
            </a:r>
            <a:r>
              <a:rPr lang="zh-CN" altLang="en-US" dirty="0"/>
              <a:t>）如果对客户的</a:t>
            </a:r>
            <a:r>
              <a:rPr lang="en-US" altLang="zh-CN" dirty="0"/>
              <a:t>SYN</a:t>
            </a:r>
            <a:r>
              <a:rPr lang="zh-CN" altLang="en-US" dirty="0"/>
              <a:t>的响应是</a:t>
            </a:r>
            <a:r>
              <a:rPr lang="en-US" altLang="zh-CN" dirty="0"/>
              <a:t>RST</a:t>
            </a:r>
            <a:r>
              <a:rPr lang="zh-CN" altLang="en-US" dirty="0"/>
              <a:t>，则表明该服务器主机在我们指定的端口上没有进程在等待与之连接（例如服务器进程也许没有启动），这称为硬错（</a:t>
            </a:r>
            <a:r>
              <a:rPr lang="en-US" altLang="zh-CN" dirty="0"/>
              <a:t>hard error ) </a:t>
            </a:r>
            <a:r>
              <a:rPr lang="zh-CN" altLang="en-US" dirty="0"/>
              <a:t>，客户一接收到</a:t>
            </a:r>
            <a:r>
              <a:rPr lang="en-US" altLang="zh-CN" dirty="0"/>
              <a:t>RST </a:t>
            </a:r>
            <a:r>
              <a:rPr lang="zh-CN" altLang="en-US" dirty="0"/>
              <a:t>，马上就返回错误</a:t>
            </a:r>
            <a:r>
              <a:rPr lang="en-US" altLang="zh-CN" dirty="0"/>
              <a:t>ECONNREFUSED</a:t>
            </a:r>
            <a:r>
              <a:rPr lang="zh-CN" altLang="en-US" dirty="0"/>
              <a:t>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4213" y="2565400"/>
            <a:ext cx="7848600" cy="50323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000" kern="0" dirty="0"/>
              <a:t>1</a:t>
            </a:r>
            <a:r>
              <a:rPr lang="zh-CN" altLang="en-US" sz="2000" kern="0" dirty="0"/>
              <a:t>）如果</a:t>
            </a:r>
            <a:r>
              <a:rPr lang="en-US" altLang="zh-CN" sz="2000" kern="0" dirty="0"/>
              <a:t>TCP</a:t>
            </a:r>
            <a:r>
              <a:rPr lang="zh-CN" altLang="en-US" sz="2000" kern="0" dirty="0"/>
              <a:t>客户没有收到</a:t>
            </a:r>
            <a:r>
              <a:rPr lang="en-US" altLang="zh-CN" sz="2000" kern="0" dirty="0"/>
              <a:t>SYN</a:t>
            </a:r>
            <a:r>
              <a:rPr lang="zh-CN" altLang="en-US" sz="2000" kern="0" dirty="0"/>
              <a:t>分节的响应，则返回</a:t>
            </a:r>
            <a:r>
              <a:rPr lang="en-US" altLang="zh-CN" sz="2000" kern="0" dirty="0"/>
              <a:t>ETIMEDOUT</a:t>
            </a:r>
            <a:r>
              <a:rPr lang="zh-CN" altLang="en-US" sz="2000" kern="0" dirty="0"/>
              <a:t>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4213" y="1125538"/>
            <a:ext cx="7848600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如果是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套接口的话，函数</a:t>
            </a:r>
            <a:r>
              <a:rPr lang="en-US" altLang="zh-CN" sz="2000" b="1" dirty="0"/>
              <a:t>connect</a:t>
            </a:r>
            <a:r>
              <a:rPr lang="zh-CN" altLang="en-US" sz="2000" b="1" dirty="0"/>
              <a:t>激发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的三路握手过程，且仅在连接建立成功或出错时才返回，返回的错误可能有以下几种情况：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84213" y="5084763"/>
            <a:ext cx="7848600" cy="172878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altLang="zh-CN" dirty="0"/>
              <a:t>RST </a:t>
            </a:r>
            <a:r>
              <a:rPr lang="zh-CN" altLang="en-US" dirty="0"/>
              <a:t>的含义为“复位”，它是</a:t>
            </a:r>
            <a:r>
              <a:rPr lang="en-US" altLang="zh-CN" dirty="0"/>
              <a:t>TCP </a:t>
            </a:r>
            <a:r>
              <a:rPr lang="zh-CN" altLang="en-US" dirty="0"/>
              <a:t>在某些错误情况下所发的一种</a:t>
            </a:r>
            <a:r>
              <a:rPr lang="en-US" altLang="zh-CN" dirty="0"/>
              <a:t>TCP</a:t>
            </a:r>
            <a:r>
              <a:rPr lang="zh-CN" altLang="en-US" dirty="0"/>
              <a:t>分节。有三个条件可以产生</a:t>
            </a:r>
            <a:r>
              <a:rPr lang="en-US" altLang="zh-CN" dirty="0"/>
              <a:t>RST</a:t>
            </a:r>
            <a:r>
              <a:rPr lang="zh-CN" altLang="en-US" dirty="0"/>
              <a:t>：</a:t>
            </a:r>
            <a:r>
              <a:rPr lang="en-US" altLang="zh-CN" dirty="0"/>
              <a:t>SYN</a:t>
            </a:r>
            <a:r>
              <a:rPr lang="zh-CN" altLang="en-US" dirty="0"/>
              <a:t>到达某端口但此端口上没有正在监听的服务器、</a:t>
            </a:r>
            <a:r>
              <a:rPr lang="en-US" altLang="zh-CN" dirty="0"/>
              <a:t>TCP</a:t>
            </a:r>
            <a:r>
              <a:rPr lang="zh-CN" altLang="en-US" dirty="0"/>
              <a:t>想取消一个已有连接、</a:t>
            </a:r>
            <a:r>
              <a:rPr lang="en-US" altLang="zh-CN" dirty="0"/>
              <a:t>TCP</a:t>
            </a:r>
            <a:r>
              <a:rPr lang="zh-CN" altLang="en-US" dirty="0"/>
              <a:t>接收了一个根本不存在的连接上的分节。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84213" y="2636838"/>
            <a:ext cx="7848600" cy="24479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altLang="zh-CN" dirty="0"/>
              <a:t>3</a:t>
            </a:r>
            <a:r>
              <a:rPr lang="zh-CN" altLang="en-US" dirty="0"/>
              <a:t>）如果某客户发出的</a:t>
            </a:r>
            <a:r>
              <a:rPr lang="en-US" altLang="zh-CN" dirty="0"/>
              <a:t>SYN</a:t>
            </a:r>
            <a:r>
              <a:rPr lang="zh-CN" altLang="en-US" dirty="0"/>
              <a:t>在中间的路由器上引发了一个目的地不可达 </a:t>
            </a:r>
            <a:r>
              <a:rPr lang="en-US" altLang="zh-CN" dirty="0"/>
              <a:t>ICMP</a:t>
            </a:r>
            <a:r>
              <a:rPr lang="zh-CN" altLang="en-US" dirty="0"/>
              <a:t>错误，这称为软错（</a:t>
            </a:r>
            <a:r>
              <a:rPr lang="en-US" altLang="zh-CN" dirty="0"/>
              <a:t>soft error</a:t>
            </a:r>
            <a:r>
              <a:rPr lang="zh-CN" altLang="en-US" dirty="0"/>
              <a:t>）。客户上的内核保存此消息，并按第一种情况中所述的时间间隔连续发出</a:t>
            </a:r>
            <a:r>
              <a:rPr lang="en-US" altLang="zh-CN" dirty="0"/>
              <a:t>SYN</a:t>
            </a:r>
            <a:r>
              <a:rPr lang="zh-CN" altLang="en-US" dirty="0"/>
              <a:t>。若在某规定的时间（</a:t>
            </a:r>
            <a:r>
              <a:rPr lang="en-US" altLang="zh-CN" dirty="0"/>
              <a:t>BSD</a:t>
            </a:r>
            <a:r>
              <a:rPr lang="zh-CN" altLang="en-US" dirty="0"/>
              <a:t>规定</a:t>
            </a:r>
            <a:r>
              <a:rPr lang="en-US" altLang="zh-CN" dirty="0"/>
              <a:t>75</a:t>
            </a:r>
            <a:r>
              <a:rPr lang="zh-CN" altLang="en-US" dirty="0"/>
              <a:t>秒）后仍未收到响应，则把保存的消息（即</a:t>
            </a:r>
            <a:r>
              <a:rPr lang="en-US" altLang="zh-CN" dirty="0"/>
              <a:t>ICMP</a:t>
            </a:r>
            <a:r>
              <a:rPr lang="zh-CN" altLang="en-US" dirty="0"/>
              <a:t>错误）作为</a:t>
            </a:r>
            <a:r>
              <a:rPr lang="en-US" altLang="zh-CN" dirty="0"/>
              <a:t>EHOSTUNREACH</a:t>
            </a:r>
            <a:r>
              <a:rPr lang="zh-CN" altLang="en-US" dirty="0"/>
              <a:t>或 </a:t>
            </a:r>
            <a:r>
              <a:rPr lang="en-US" altLang="zh-CN" dirty="0"/>
              <a:t>ENETUNREACH</a:t>
            </a:r>
            <a:r>
              <a:rPr lang="zh-CN" altLang="en-US" dirty="0"/>
              <a:t>错误返回给进程。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5143320" y="8640"/>
              <a:ext cx="2263680" cy="1234800"/>
            </p14:xfrm>
          </p:contentPart>
        </mc:Choice>
        <mc:Fallback xmlns=""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3960" y="-720"/>
                <a:ext cx="2282400" cy="12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E30BA37-4183-A075-A17D-BAE77DFDA7E9}"/>
                  </a:ext>
                </a:extLst>
              </p14:cNvPr>
              <p14:cNvContentPartPr/>
              <p14:nvPr/>
            </p14:nvContentPartPr>
            <p14:xfrm>
              <a:off x="2832120" y="2038320"/>
              <a:ext cx="3569040" cy="3304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E30BA37-4183-A075-A17D-BAE77DFDA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2760" y="2028960"/>
                <a:ext cx="3587760" cy="34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8" grpId="0" animBg="1"/>
      <p:bldP spid="8" grpId="1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bind</a:t>
            </a:r>
            <a:r>
              <a:rPr lang="zh-CN" altLang="en-US"/>
              <a:t>函数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57238" y="2781300"/>
            <a:ext cx="755967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#include &lt;sys/</a:t>
            </a:r>
            <a:r>
              <a:rPr lang="en-US" altLang="zh-CN" sz="2000" b="1" dirty="0" err="1"/>
              <a:t>socket.h</a:t>
            </a:r>
            <a:r>
              <a:rPr lang="en-US" altLang="zh-CN" sz="2000" b="1" dirty="0"/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int bind(int </a:t>
            </a:r>
            <a:r>
              <a:rPr lang="en-US" altLang="zh-CN" sz="2000" b="1" dirty="0" err="1"/>
              <a:t>sockfd</a:t>
            </a:r>
            <a:r>
              <a:rPr lang="en-US" altLang="zh-CN" sz="2000" b="1" dirty="0"/>
              <a:t>, const struct </a:t>
            </a:r>
            <a:r>
              <a:rPr lang="en-US" altLang="zh-CN" sz="2000" b="1" dirty="0" err="1"/>
              <a:t>sockaddr</a:t>
            </a:r>
            <a:r>
              <a:rPr lang="en-US" altLang="zh-CN" sz="2000" b="1" dirty="0"/>
              <a:t> * </a:t>
            </a:r>
            <a:r>
              <a:rPr lang="en-US" altLang="zh-CN" sz="2000" b="1" dirty="0" err="1"/>
              <a:t>myaddr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socklen_t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addrlen</a:t>
            </a:r>
            <a:r>
              <a:rPr lang="en-US" altLang="zh-CN" sz="2000" b="1" dirty="0"/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返回：</a:t>
            </a:r>
            <a:r>
              <a:rPr lang="en-US" altLang="zh-CN" sz="2000" b="1" dirty="0"/>
              <a:t>0——</a:t>
            </a:r>
            <a:r>
              <a:rPr lang="zh-CN" altLang="en-US" sz="2000" b="1" dirty="0"/>
              <a:t>成功，</a:t>
            </a:r>
            <a:r>
              <a:rPr lang="en-US" altLang="zh-CN" sz="2000" b="1" dirty="0"/>
              <a:t>-1——</a:t>
            </a:r>
            <a:r>
              <a:rPr lang="zh-CN" altLang="en-US" sz="2000" b="1" dirty="0"/>
              <a:t>出错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57238" y="1341438"/>
            <a:ext cx="755967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函数</a:t>
            </a:r>
            <a:r>
              <a:rPr lang="en-US" altLang="zh-CN" sz="2000" b="1" dirty="0"/>
              <a:t>bind</a:t>
            </a:r>
            <a:r>
              <a:rPr lang="zh-CN" altLang="en-US" sz="2000" b="1" dirty="0"/>
              <a:t>给套接口分配一个本地协议地址，对于网际协议，协议地址是</a:t>
            </a:r>
            <a:r>
              <a:rPr lang="en-US" altLang="zh-CN" sz="2000" b="1" dirty="0"/>
              <a:t>32 </a:t>
            </a:r>
            <a:r>
              <a:rPr lang="zh-CN" altLang="en-US" sz="2000" b="1" dirty="0"/>
              <a:t>位</a:t>
            </a:r>
            <a:r>
              <a:rPr lang="en-US" altLang="zh-CN" sz="2000" b="1" dirty="0"/>
              <a:t>IPv4</a:t>
            </a:r>
            <a:r>
              <a:rPr lang="zh-CN" altLang="en-US" sz="2000" b="1" dirty="0"/>
              <a:t>地址或</a:t>
            </a:r>
            <a:r>
              <a:rPr lang="en-US" altLang="zh-CN" sz="2000" b="1" dirty="0"/>
              <a:t>128</a:t>
            </a:r>
            <a:r>
              <a:rPr lang="zh-CN" altLang="en-US" sz="2000" b="1" dirty="0"/>
              <a:t>位</a:t>
            </a:r>
            <a:r>
              <a:rPr lang="en-US" altLang="zh-CN" sz="2000" b="1" dirty="0"/>
              <a:t>IPv6</a:t>
            </a:r>
            <a:r>
              <a:rPr lang="zh-CN" altLang="en-US" sz="2000" b="1" dirty="0"/>
              <a:t>地址与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位的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UDP</a:t>
            </a:r>
            <a:r>
              <a:rPr lang="zh-CN" altLang="en-US" sz="2000" b="1" dirty="0"/>
              <a:t>端口号的组合。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55650" y="4581525"/>
            <a:ext cx="755967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第二个参数是一个指向特定于协议的地址结构的指针，第三个参数是该地址结构的长度。对于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，调用函数</a:t>
            </a:r>
            <a:r>
              <a:rPr lang="en-US" altLang="zh-CN" sz="2000" b="1" dirty="0"/>
              <a:t>bind</a:t>
            </a:r>
            <a:r>
              <a:rPr lang="zh-CN" altLang="en-US" sz="2000" b="1" dirty="0"/>
              <a:t>可以指定一个端口号，指定一个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地址，可以两者都指定，也可以一个也不指定。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bind</a:t>
            </a:r>
            <a:r>
              <a:rPr lang="zh-CN" altLang="en-US"/>
              <a:t>函数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57238" y="1341438"/>
            <a:ext cx="7559675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当服务器启动时，要捆绑众所周知端口。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55650" y="1989138"/>
            <a:ext cx="7559675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进程可以把一个特定的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地址捆绑到它的套接口上，但此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地址必须是主机的一个接口。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650" y="3068638"/>
            <a:ext cx="755967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如果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服务器不把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地址捆绑到套接口上，内核就把客户所发</a:t>
            </a:r>
            <a:r>
              <a:rPr lang="en-US" altLang="zh-CN" sz="2000" b="1" dirty="0"/>
              <a:t>SYN</a:t>
            </a:r>
            <a:r>
              <a:rPr lang="zh-CN" altLang="en-US" sz="2000" b="1" dirty="0"/>
              <a:t>所在分组的目的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地址作为服务器的源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bind</a:t>
            </a:r>
            <a:r>
              <a:rPr lang="zh-CN" altLang="en-US"/>
              <a:t>函数</a:t>
            </a:r>
          </a:p>
        </p:txBody>
      </p:sp>
      <p:graphicFrame>
        <p:nvGraphicFramePr>
          <p:cNvPr id="8" name="Group 117"/>
          <p:cNvGraphicFramePr>
            <a:graphicFrameLocks noGrp="1"/>
          </p:cNvGraphicFramePr>
          <p:nvPr>
            <p:ph/>
          </p:nvPr>
        </p:nvGraphicFramePr>
        <p:xfrm>
          <a:off x="468313" y="1412875"/>
          <a:ext cx="8207375" cy="408781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9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30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进程指定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结果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端口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通配地址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内核选择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地址和端口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通配地址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非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内核选择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地址，进程指定端口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本地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进程指定</a:t>
                      </a: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地址，内核选择端口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本地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非</a:t>
                      </a: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进程指定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地址和端口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6" marR="91426" marT="45711" marB="45711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listen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函数</a:t>
            </a:r>
            <a:r>
              <a:rPr lang="en-US" altLang="zh-CN" sz="2000" b="1" dirty="0">
                <a:solidFill>
                  <a:srgbClr val="000000"/>
                </a:solidFill>
              </a:rPr>
              <a:t>listen</a:t>
            </a:r>
            <a:r>
              <a:rPr lang="zh-CN" altLang="en-US" sz="2000" b="1" dirty="0">
                <a:solidFill>
                  <a:srgbClr val="000000"/>
                </a:solidFill>
              </a:rPr>
              <a:t>仅被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服务器调用，它做两件事情：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916113"/>
            <a:ext cx="7921625" cy="16494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）当函数</a:t>
            </a:r>
            <a:r>
              <a:rPr lang="en-US" altLang="zh-CN" sz="2000" b="1" dirty="0">
                <a:solidFill>
                  <a:srgbClr val="000000"/>
                </a:solidFill>
              </a:rPr>
              <a:t>socket</a:t>
            </a:r>
            <a:r>
              <a:rPr lang="zh-CN" altLang="en-US" sz="2000" b="1" dirty="0">
                <a:solidFill>
                  <a:srgbClr val="000000"/>
                </a:solidFill>
              </a:rPr>
              <a:t>创建一个套接口时，它被假设为一个主动套接口，也就是说，它是一个将调用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发起连接的客户套接口，函数</a:t>
            </a:r>
            <a:r>
              <a:rPr lang="en-US" altLang="zh-CN" sz="2000" b="1" dirty="0">
                <a:solidFill>
                  <a:srgbClr val="000000"/>
                </a:solidFill>
              </a:rPr>
              <a:t>listen</a:t>
            </a:r>
            <a:r>
              <a:rPr lang="zh-CN" altLang="en-US" sz="2000" b="1" dirty="0">
                <a:solidFill>
                  <a:srgbClr val="000000"/>
                </a:solidFill>
              </a:rPr>
              <a:t>将未连接的套接口转换成被动套接口，指示内核应接受指向此套接口的连接请求。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3716338"/>
            <a:ext cx="7921625" cy="4937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）函数的第二个参数规定了内核为此套接口排队的最大连接个数。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4376738"/>
            <a:ext cx="792162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socket.h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int listen(int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, int backlog);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</a:t>
            </a:r>
            <a:r>
              <a:rPr lang="en-US" altLang="zh-CN" sz="2000" b="1" dirty="0">
                <a:solidFill>
                  <a:srgbClr val="000000"/>
                </a:solidFill>
              </a:rPr>
              <a:t>0——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成功，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listen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为了理解参数</a:t>
            </a:r>
            <a:r>
              <a:rPr lang="en-US" altLang="zh-CN" sz="2000" b="1" dirty="0">
                <a:solidFill>
                  <a:srgbClr val="000000"/>
                </a:solidFill>
              </a:rPr>
              <a:t>backlog </a:t>
            </a:r>
            <a:r>
              <a:rPr lang="zh-CN" altLang="en-US" sz="2000" b="1" dirty="0">
                <a:solidFill>
                  <a:srgbClr val="000000"/>
                </a:solidFill>
              </a:rPr>
              <a:t>，我们必须明白，对于给定的监听套接口，内核要维护两个队列：</a:t>
            </a:r>
          </a:p>
        </p:txBody>
      </p:sp>
      <p:pic>
        <p:nvPicPr>
          <p:cNvPr id="14340" name="Picture 2" descr="D:\TCP 为监听套接口维护的两个队列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2349500"/>
            <a:ext cx="66738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listen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这两个队列建立连接时所交换的分组：</a:t>
            </a:r>
          </a:p>
        </p:txBody>
      </p:sp>
      <p:pic>
        <p:nvPicPr>
          <p:cNvPr id="15364" name="Picture 2" descr="D:\TCP的三路握手和监听套接口的两个队列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89138"/>
            <a:ext cx="5859463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listen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backlog</a:t>
            </a:r>
            <a:r>
              <a:rPr lang="zh-CN" altLang="en-US" sz="2000" b="1" dirty="0">
                <a:solidFill>
                  <a:srgbClr val="000000"/>
                </a:solidFill>
              </a:rPr>
              <a:t>的值应设为多大呢？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973263"/>
            <a:ext cx="7921625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一个方法是假设一个缺省值，但允许设置命令行选项或环境变量来覆盖该缺省值。当指定的值比内核所支持的值要大时，也不受影响，因为内核能把所给的值改为它所支持的最大值且不返回错误。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3405188"/>
            <a:ext cx="7921625" cy="255428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void Listen(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fd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backlog)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{	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char	*</a:t>
            </a:r>
            <a:r>
              <a:rPr lang="en-US" altLang="zh-CN" sz="2000" b="1" dirty="0" err="1">
                <a:solidFill>
                  <a:srgbClr val="000000"/>
                </a:solidFill>
              </a:rPr>
              <a:t>ptr</a:t>
            </a:r>
            <a:r>
              <a:rPr lang="en-US" altLang="zh-CN" sz="2000" b="1" dirty="0">
                <a:solidFill>
                  <a:srgbClr val="000000"/>
                </a:solidFill>
              </a:rPr>
              <a:t>;		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if ( (</a:t>
            </a:r>
            <a:r>
              <a:rPr lang="en-US" altLang="zh-CN" sz="2000" b="1" dirty="0" err="1">
                <a:solidFill>
                  <a:srgbClr val="000000"/>
                </a:solidFill>
              </a:rPr>
              <a:t>ptr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getenv</a:t>
            </a:r>
            <a:r>
              <a:rPr lang="en-US" altLang="zh-CN" sz="2000" b="1" dirty="0">
                <a:solidFill>
                  <a:srgbClr val="000000"/>
                </a:solidFill>
              </a:rPr>
              <a:t>("LISTENQ")) != NULL)	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backlog = </a:t>
            </a:r>
            <a:r>
              <a:rPr lang="en-US" altLang="zh-CN" sz="2000" b="1" dirty="0" err="1">
                <a:solidFill>
                  <a:srgbClr val="000000"/>
                </a:solidFill>
              </a:rPr>
              <a:t>atoi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ptr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if (listen(</a:t>
            </a:r>
            <a:r>
              <a:rPr lang="en-US" altLang="zh-CN" sz="2000" b="1" dirty="0" err="1">
                <a:solidFill>
                  <a:srgbClr val="000000"/>
                </a:solidFill>
              </a:rPr>
              <a:t>fd</a:t>
            </a:r>
            <a:r>
              <a:rPr lang="en-US" altLang="zh-CN" sz="2000" b="1" dirty="0">
                <a:solidFill>
                  <a:srgbClr val="000000"/>
                </a:solidFill>
              </a:rPr>
              <a:t>, backlog) &lt; 0)				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	</a:t>
            </a:r>
            <a:r>
              <a:rPr lang="en-US" altLang="zh-CN" sz="2000" b="1" dirty="0" err="1">
                <a:solidFill>
                  <a:srgbClr val="000000"/>
                </a:solidFill>
              </a:rPr>
              <a:t>err_sys</a:t>
            </a:r>
            <a:r>
              <a:rPr lang="en-US" altLang="zh-CN" sz="2000" b="1" dirty="0">
                <a:solidFill>
                  <a:srgbClr val="000000"/>
                </a:solidFill>
              </a:rPr>
              <a:t>(“listen error”);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105B0DD-CAA2-41A7-AA4D-BE8ADC5B19D3}"/>
                  </a:ext>
                </a:extLst>
              </p14:cNvPr>
              <p14:cNvContentPartPr/>
              <p14:nvPr/>
            </p14:nvContentPartPr>
            <p14:xfrm>
              <a:off x="1501200" y="3924360"/>
              <a:ext cx="4191480" cy="19508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105B0DD-CAA2-41A7-AA4D-BE8ADC5B19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1840" y="3915000"/>
                <a:ext cx="4210200" cy="196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 accept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由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服务器调用，从已完成连接队列头返回下一个已完成连接。若已完成连接队列为空，则进程睡眠（假定套接口为缺省的阻塞方式）。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2781300"/>
            <a:ext cx="7921625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socket.h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int accept(int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, struct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sockaddr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cliaddr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socklen_t</a:t>
            </a:r>
            <a:r>
              <a:rPr lang="en-US" altLang="zh-CN" sz="2000" b="1" dirty="0">
                <a:solidFill>
                  <a:srgbClr val="000000"/>
                </a:solidFill>
              </a:rPr>
              <a:t> *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addrlen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返回：非负描述字</a:t>
            </a:r>
            <a:r>
              <a:rPr lang="en-US" altLang="zh-CN" sz="2000" b="1" dirty="0">
                <a:solidFill>
                  <a:srgbClr val="000000"/>
                </a:solidFill>
              </a:rPr>
              <a:t>——OK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4589463"/>
            <a:ext cx="792162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参数</a:t>
            </a:r>
            <a:r>
              <a:rPr lang="en-US" altLang="zh-CN" sz="2000" b="1" dirty="0" err="1">
                <a:solidFill>
                  <a:srgbClr val="000000"/>
                </a:solidFill>
              </a:rPr>
              <a:t>cliaddr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addrlen</a:t>
            </a:r>
            <a:r>
              <a:rPr lang="zh-CN" altLang="en-US" sz="2000" b="1" dirty="0">
                <a:solidFill>
                  <a:srgbClr val="000000"/>
                </a:solidFill>
              </a:rPr>
              <a:t>用来返回连接对方进程（客户）的协议地址。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addrlen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</a:rPr>
              <a:t>是值结果参数：调用前，我们将由*</a:t>
            </a:r>
            <a:r>
              <a:rPr lang="en-US" altLang="zh-CN" sz="2000" b="1" dirty="0" err="1">
                <a:solidFill>
                  <a:srgbClr val="000000"/>
                </a:solidFill>
              </a:rPr>
              <a:t>addlen</a:t>
            </a:r>
            <a:r>
              <a:rPr lang="zh-CN" altLang="en-US" sz="2000" b="1" dirty="0">
                <a:solidFill>
                  <a:srgbClr val="000000"/>
                </a:solidFill>
              </a:rPr>
              <a:t>所指的整数值置为由</a:t>
            </a:r>
            <a:r>
              <a:rPr lang="en-US" altLang="zh-CN" sz="2000" b="1" dirty="0" err="1">
                <a:solidFill>
                  <a:srgbClr val="000000"/>
                </a:solidFill>
              </a:rPr>
              <a:t>cliaddr</a:t>
            </a:r>
            <a:r>
              <a:rPr lang="zh-CN" altLang="en-US" sz="2000" b="1" dirty="0">
                <a:solidFill>
                  <a:srgbClr val="000000"/>
                </a:solidFill>
              </a:rPr>
              <a:t>所指的套接口地址结构的长度，返回时，此整数值即为由内核存在此套接口地址结构内的准确字节数。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ADA4826-1A7A-4210-8D88-4B0F99B2F024}"/>
                  </a:ext>
                </a:extLst>
              </p14:cNvPr>
              <p14:cNvContentPartPr/>
              <p14:nvPr/>
            </p14:nvContentPartPr>
            <p14:xfrm>
              <a:off x="556560" y="472320"/>
              <a:ext cx="7864200" cy="4092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ADA4826-1A7A-4210-8D88-4B0F99B2F0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200" y="462960"/>
                <a:ext cx="7882920" cy="411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 accept</a:t>
            </a:r>
            <a:r>
              <a:rPr lang="zh-CN" altLang="en-US"/>
              <a:t>函数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20923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如果函数</a:t>
            </a: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执行成功，则返回值是由内核自动生成的一个全新描述字，代表与客户的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连接。当我们讨论函数</a:t>
            </a: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时，常把它的</a:t>
            </a:r>
            <a:r>
              <a:rPr lang="zh-CN" altLang="en-US" sz="2000" b="1" dirty="0">
                <a:solidFill>
                  <a:srgbClr val="FF0000"/>
                </a:solidFill>
              </a:rPr>
              <a:t>第一个参数称为监听套接口</a:t>
            </a:r>
            <a:r>
              <a:rPr lang="zh-CN" altLang="en-US" sz="2000" b="1" dirty="0">
                <a:solidFill>
                  <a:srgbClr val="000000"/>
                </a:solidFill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</a:rPr>
              <a:t>listening socket</a:t>
            </a:r>
            <a:r>
              <a:rPr lang="zh-CN" altLang="en-US" sz="2000" b="1" dirty="0">
                <a:solidFill>
                  <a:srgbClr val="000000"/>
                </a:solidFill>
              </a:rPr>
              <a:t>）描述字（由函数</a:t>
            </a:r>
            <a:r>
              <a:rPr lang="en-US" altLang="zh-CN" sz="2000" b="1" dirty="0">
                <a:solidFill>
                  <a:srgbClr val="000000"/>
                </a:solidFill>
              </a:rPr>
              <a:t>socket</a:t>
            </a:r>
            <a:r>
              <a:rPr lang="zh-CN" altLang="en-US" sz="2000" b="1" dirty="0">
                <a:solidFill>
                  <a:srgbClr val="000000"/>
                </a:solidFill>
              </a:rPr>
              <a:t>生成的描述字，用作函数</a:t>
            </a:r>
            <a:r>
              <a:rPr lang="en-US" altLang="zh-CN" sz="2000" b="1" dirty="0">
                <a:solidFill>
                  <a:srgbClr val="000000"/>
                </a:solidFill>
              </a:rPr>
              <a:t>bind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listen</a:t>
            </a:r>
            <a:r>
              <a:rPr lang="zh-CN" altLang="en-US" sz="2000" b="1" dirty="0">
                <a:solidFill>
                  <a:srgbClr val="000000"/>
                </a:solidFill>
              </a:rPr>
              <a:t>的第一个参数），</a:t>
            </a:r>
            <a:r>
              <a:rPr lang="zh-CN" altLang="en-US" sz="2000" b="1" dirty="0">
                <a:solidFill>
                  <a:srgbClr val="FF0000"/>
                </a:solidFill>
              </a:rPr>
              <a:t>把它的返回值称为已连接套接口</a:t>
            </a:r>
            <a:r>
              <a:rPr lang="zh-CN" altLang="en-US" sz="2000" b="1" dirty="0">
                <a:solidFill>
                  <a:srgbClr val="000000"/>
                </a:solidFill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</a:rPr>
              <a:t>connected socket</a:t>
            </a:r>
            <a:r>
              <a:rPr lang="zh-CN" altLang="en-US" sz="2000" b="1" dirty="0">
                <a:solidFill>
                  <a:srgbClr val="000000"/>
                </a:solidFill>
              </a:rPr>
              <a:t>）描述字。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998FA39-63AA-4348-8145-50120CAA1B21}"/>
                  </a:ext>
                </a:extLst>
              </p14:cNvPr>
              <p14:cNvContentPartPr/>
              <p14:nvPr/>
            </p14:nvContentPartPr>
            <p14:xfrm>
              <a:off x="2301480" y="2590920"/>
              <a:ext cx="1432800" cy="754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998FA39-63AA-4348-8145-50120CAA1B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2120" y="2581560"/>
                <a:ext cx="1451520" cy="77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三、并发服务器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unistd.h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pid_t</a:t>
            </a:r>
            <a:r>
              <a:rPr lang="en-US" altLang="zh-CN" sz="2000" b="1" dirty="0">
                <a:solidFill>
                  <a:srgbClr val="000000"/>
                </a:solidFill>
              </a:rPr>
              <a:t>  fork (void);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返回：在子进程中为</a:t>
            </a:r>
            <a:r>
              <a:rPr lang="en-US" altLang="zh-CN" sz="2000" b="1" dirty="0">
                <a:solidFill>
                  <a:srgbClr val="000000"/>
                </a:solidFill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</a:rPr>
              <a:t>，在父进程中为子进程</a:t>
            </a:r>
            <a:r>
              <a:rPr lang="en-US" altLang="zh-CN" sz="2000" b="1" dirty="0">
                <a:solidFill>
                  <a:srgbClr val="000000"/>
                </a:solidFill>
              </a:rPr>
              <a:t>ID , 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2781300"/>
            <a:ext cx="792162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在子进程返回</a:t>
            </a:r>
            <a:r>
              <a:rPr lang="en-US" altLang="zh-CN" sz="2000" b="1" dirty="0">
                <a:solidFill>
                  <a:srgbClr val="000000"/>
                </a:solidFill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</a:rPr>
              <a:t>而不是父进程</a:t>
            </a:r>
            <a:r>
              <a:rPr lang="en-US" altLang="zh-CN" sz="2000" b="1" dirty="0">
                <a:solidFill>
                  <a:srgbClr val="000000"/>
                </a:solidFill>
              </a:rPr>
              <a:t>ID</a:t>
            </a:r>
            <a:r>
              <a:rPr lang="zh-CN" altLang="en-US" sz="2000" b="1" dirty="0">
                <a:solidFill>
                  <a:srgbClr val="000000"/>
                </a:solidFill>
              </a:rPr>
              <a:t>，原因是子进程只有一个父进程，它总可以调用</a:t>
            </a:r>
            <a:r>
              <a:rPr lang="en-US" altLang="zh-CN" sz="2000" b="1" dirty="0" err="1">
                <a:solidFill>
                  <a:srgbClr val="000000"/>
                </a:solidFill>
              </a:rPr>
              <a:t>getppid</a:t>
            </a:r>
            <a:r>
              <a:rPr lang="zh-CN" altLang="en-US" sz="2000" b="1" dirty="0">
                <a:solidFill>
                  <a:srgbClr val="000000"/>
                </a:solidFill>
              </a:rPr>
              <a:t>来得到；而父进程有许多子进程，它没有办法来得到各子进程的</a:t>
            </a:r>
            <a:r>
              <a:rPr lang="en-US" altLang="zh-CN" sz="2000" b="1" dirty="0">
                <a:solidFill>
                  <a:srgbClr val="000000"/>
                </a:solidFill>
              </a:rPr>
              <a:t>ID</a:t>
            </a:r>
            <a:r>
              <a:rPr lang="zh-CN" altLang="en-US" sz="2000" b="1" dirty="0">
                <a:solidFill>
                  <a:srgbClr val="000000"/>
                </a:solidFill>
              </a:rPr>
              <a:t>。如果父进程想跟踪所有子进程的</a:t>
            </a:r>
            <a:r>
              <a:rPr lang="en-US" altLang="zh-CN" sz="2000" b="1" dirty="0">
                <a:solidFill>
                  <a:srgbClr val="000000"/>
                </a:solidFill>
              </a:rPr>
              <a:t>ID</a:t>
            </a:r>
            <a:r>
              <a:rPr lang="zh-CN" altLang="en-US" sz="2000" b="1" dirty="0">
                <a:solidFill>
                  <a:srgbClr val="000000"/>
                </a:solidFill>
              </a:rPr>
              <a:t>，它必须记住</a:t>
            </a: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的返回值。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三、并发服务器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有两个典型应用：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）一个进程可为自己创建一个拷贝，这样，当一个拷贝处理一个操作时，其他的拷贝可以执行其他的任务。这是非常典型的网络服务器。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2781300"/>
            <a:ext cx="7921625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）一个进程想执行其他的程序，由于创建新进程的唯一方法是调用</a:t>
            </a: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，进程首先调用</a:t>
            </a: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来生成一个拷贝，然后其中一个拷贝（通常为子进程）调用</a:t>
            </a:r>
            <a:r>
              <a:rPr lang="en-US" altLang="zh-CN" sz="2000" b="1" dirty="0">
                <a:solidFill>
                  <a:srgbClr val="000000"/>
                </a:solidFill>
              </a:rPr>
              <a:t>exec</a:t>
            </a:r>
            <a:r>
              <a:rPr lang="zh-CN" altLang="en-US" sz="2000" b="1" dirty="0">
                <a:solidFill>
                  <a:srgbClr val="000000"/>
                </a:solidFill>
              </a:rPr>
              <a:t>来代替自己去执行新程序。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三、并发服务器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125538"/>
            <a:ext cx="7921625" cy="50165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pid_t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pid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  </a:t>
            </a: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,  </a:t>
            </a:r>
            <a:r>
              <a:rPr lang="en-US" altLang="zh-CN" sz="2000" b="1" dirty="0" err="1">
                <a:solidFill>
                  <a:srgbClr val="000000"/>
                </a:solidFill>
              </a:rPr>
              <a:t>connfd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 = Socket( ... );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/* fill in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sockaddr_in</a:t>
            </a:r>
            <a:r>
              <a:rPr lang="en-US" altLang="zh-CN" sz="2000" b="1" dirty="0">
                <a:solidFill>
                  <a:srgbClr val="000000"/>
                </a:solidFill>
              </a:rPr>
              <a:t>{} with server's well-known port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Bind(</a:t>
            </a: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, ... );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Listen(</a:t>
            </a: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, LISTENQ);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for ( ; ; ) {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connfd</a:t>
            </a:r>
            <a:r>
              <a:rPr lang="en-US" altLang="zh-CN" sz="2000" b="1" dirty="0">
                <a:solidFill>
                  <a:srgbClr val="000000"/>
                </a:solidFill>
              </a:rPr>
              <a:t> = Accept (</a:t>
            </a: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, ... );    /* probably blocks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	</a:t>
            </a:r>
            <a:r>
              <a:rPr lang="en-US" altLang="zh-CN" sz="2000" b="1" dirty="0">
                <a:solidFill>
                  <a:srgbClr val="FF0000"/>
                </a:solidFill>
              </a:rPr>
              <a:t>if( (</a:t>
            </a:r>
            <a:r>
              <a:rPr lang="en-US" altLang="zh-CN" sz="2000" b="1" dirty="0" err="1">
                <a:solidFill>
                  <a:srgbClr val="FF0000"/>
                </a:solidFill>
              </a:rPr>
              <a:t>pid</a:t>
            </a:r>
            <a:r>
              <a:rPr lang="en-US" altLang="zh-CN" sz="2000" b="1" dirty="0">
                <a:solidFill>
                  <a:srgbClr val="FF0000"/>
                </a:solidFill>
              </a:rPr>
              <a:t> = Fork()) == 0)</a:t>
            </a:r>
            <a:r>
              <a:rPr lang="en-US" altLang="zh-CN" sz="2000" b="1" dirty="0">
                <a:solidFill>
                  <a:srgbClr val="000000"/>
                </a:solidFill>
              </a:rPr>
              <a:t> {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		Close(</a:t>
            </a: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);  /* child closes listening socket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		</a:t>
            </a:r>
            <a:r>
              <a:rPr lang="en-US" altLang="zh-CN" sz="2000" b="1" dirty="0" err="1">
                <a:solidFill>
                  <a:srgbClr val="000000"/>
                </a:solidFill>
              </a:rPr>
              <a:t>doit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connfd</a:t>
            </a:r>
            <a:r>
              <a:rPr lang="en-US" altLang="zh-CN" sz="2000" b="1" dirty="0">
                <a:solidFill>
                  <a:srgbClr val="000000"/>
                </a:solidFill>
              </a:rPr>
              <a:t>);       /* process the request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		Close(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connfd</a:t>
            </a:r>
            <a:r>
              <a:rPr lang="en-US" altLang="zh-CN" sz="2000" b="1" dirty="0">
                <a:solidFill>
                  <a:srgbClr val="000000"/>
                </a:solidFill>
              </a:rPr>
              <a:t>);      /* done with this client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		exit(0);            /* child terminates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	}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Close(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connfd</a:t>
            </a:r>
            <a:r>
              <a:rPr lang="en-US" altLang="zh-CN" sz="2000" b="1" dirty="0">
                <a:solidFill>
                  <a:srgbClr val="000000"/>
                </a:solidFill>
              </a:rPr>
              <a:t>);         /* parent closes connected socket */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33108C6-1AA0-C5D5-7585-E0F485243FBF}"/>
                  </a:ext>
                </a:extLst>
              </p14:cNvPr>
              <p14:cNvContentPartPr/>
              <p14:nvPr/>
            </p14:nvContentPartPr>
            <p14:xfrm>
              <a:off x="1947960" y="3919680"/>
              <a:ext cx="1481400" cy="19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33108C6-1AA0-C5D5-7585-E0F485243F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8600" y="3910320"/>
                <a:ext cx="1500120" cy="3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三、并发服务器</a:t>
            </a:r>
          </a:p>
        </p:txBody>
      </p:sp>
      <p:pic>
        <p:nvPicPr>
          <p:cNvPr id="44038" name="Picture 6" descr="D:\accept返回前客户-服务器的状态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556792"/>
            <a:ext cx="77343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4" name="Picture 12" descr="D:\accept返回后客户-服务器的状态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96752"/>
            <a:ext cx="7300912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5" name="Picture 13" descr="D:\fork返回后客户-服务器的状态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24744"/>
            <a:ext cx="6049963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6" name="Picture 14" descr="D:\父子进程关闭相应套接口后客户-服务器的状态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24744"/>
            <a:ext cx="6013450" cy="47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685508" y="4005064"/>
            <a:ext cx="4380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for ( ; ; ) {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</a:rPr>
              <a:t> = Accept (</a:t>
            </a:r>
            <a:r>
              <a:rPr lang="en-US" altLang="zh-CN" b="1" dirty="0" err="1">
                <a:solidFill>
                  <a:srgbClr val="FF0000"/>
                </a:solidFill>
              </a:rPr>
              <a:t>listenfd</a:t>
            </a:r>
            <a:r>
              <a:rPr lang="en-US" altLang="zh-CN" b="1" dirty="0">
                <a:solidFill>
                  <a:srgbClr val="FF0000"/>
                </a:solidFill>
              </a:rPr>
              <a:t>, ... );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	if( (</a:t>
            </a:r>
            <a:r>
              <a:rPr lang="en-US" altLang="zh-CN" b="1" dirty="0" err="1">
                <a:solidFill>
                  <a:srgbClr val="FF0000"/>
                </a:solidFill>
              </a:rPr>
              <a:t>pid</a:t>
            </a:r>
            <a:r>
              <a:rPr lang="en-US" altLang="zh-CN" b="1" dirty="0">
                <a:solidFill>
                  <a:srgbClr val="FF0000"/>
                </a:solidFill>
              </a:rPr>
              <a:t> = Fork()) == 0) {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   		Close(</a:t>
            </a:r>
            <a:r>
              <a:rPr lang="en-US" altLang="zh-CN" b="1" dirty="0" err="1">
                <a:solidFill>
                  <a:srgbClr val="FF0000"/>
                </a:solidFill>
              </a:rPr>
              <a:t>listenfd</a:t>
            </a:r>
            <a:r>
              <a:rPr lang="en-US" altLang="zh-CN" b="1" dirty="0">
                <a:solidFill>
                  <a:srgbClr val="FF0000"/>
                </a:solidFill>
              </a:rPr>
              <a:t>); 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   		</a:t>
            </a:r>
            <a:r>
              <a:rPr lang="en-US" altLang="zh-CN" b="1" dirty="0" err="1">
                <a:solidFill>
                  <a:srgbClr val="FF0000"/>
                </a:solidFill>
              </a:rPr>
              <a:t>doit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</a:rPr>
              <a:t>); 		    	Close(</a:t>
            </a:r>
            <a:r>
              <a:rPr lang="en-US" altLang="zh-CN" b="1" dirty="0" err="1">
                <a:solidFill>
                  <a:srgbClr val="FF0000"/>
                </a:solidFill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</a:rPr>
              <a:t>);     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   		exit(0);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   	}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	Close(</a:t>
            </a:r>
            <a:r>
              <a:rPr lang="en-US" altLang="zh-CN" b="1" dirty="0" err="1">
                <a:solidFill>
                  <a:srgbClr val="FF0000"/>
                </a:solidFill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}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848600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</a:rPr>
              <a:t>unistd.h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close(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</a:t>
            </a:r>
            <a:r>
              <a:rPr lang="en-US" altLang="zh-CN" sz="2000" b="1" dirty="0">
                <a:solidFill>
                  <a:srgbClr val="000000"/>
                </a:solidFill>
              </a:rPr>
              <a:t>0——OK, 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</a:t>
            </a:r>
            <a:r>
              <a:rPr lang="en-US" altLang="zh-CN"/>
              <a:t>close</a:t>
            </a:r>
            <a:r>
              <a:rPr lang="zh-CN" altLang="en-US"/>
              <a:t>函数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82625" y="2708275"/>
            <a:ext cx="7921625" cy="164941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TCP </a:t>
            </a:r>
            <a:r>
              <a:rPr lang="zh-CN" altLang="en-US" sz="2000" b="1" dirty="0"/>
              <a:t>套接口的</a:t>
            </a:r>
            <a:r>
              <a:rPr lang="en-US" altLang="zh-CN" sz="2000" b="1" dirty="0"/>
              <a:t>close</a:t>
            </a:r>
            <a:r>
              <a:rPr lang="zh-CN" altLang="en-US" sz="2000" b="1" dirty="0"/>
              <a:t>其缺省功能是将套接口做上“已关闭”标记，并立即返回到进程。这个套接口描述字不能再为进程所用：它不能用作为函数</a:t>
            </a:r>
            <a:r>
              <a:rPr lang="en-US" altLang="zh-CN" sz="2000" b="1" dirty="0"/>
              <a:t>read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write </a:t>
            </a:r>
            <a:r>
              <a:rPr lang="zh-CN" altLang="en-US" sz="2000" b="1" dirty="0"/>
              <a:t>的参数，但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将试着发送已排队待发的任何数据，然后按正常的</a:t>
            </a:r>
            <a:r>
              <a:rPr lang="en-US" altLang="zh-CN" sz="2000" b="1" dirty="0"/>
              <a:t>TCP </a:t>
            </a:r>
            <a:r>
              <a:rPr lang="zh-CN" altLang="en-US" sz="2000" b="1" dirty="0"/>
              <a:t>连接终止序列进行操作。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848600" cy="22526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描述字访问计数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当并发服务器中父进程关闭</a:t>
            </a:r>
            <a:r>
              <a:rPr lang="zh-CN" altLang="en-US" sz="2000" b="1" dirty="0">
                <a:solidFill>
                  <a:srgbClr val="FF0000"/>
                </a:solidFill>
              </a:rPr>
              <a:t>已连接套接口</a:t>
            </a:r>
            <a:r>
              <a:rPr lang="zh-CN" altLang="en-US" sz="2000" b="1" dirty="0"/>
              <a:t>时，它只是将描述字的访问计数值减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。由于访问计数值仍大于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，这次</a:t>
            </a:r>
            <a:r>
              <a:rPr lang="en-US" altLang="zh-CN" sz="2000" b="1" dirty="0"/>
              <a:t>close</a:t>
            </a:r>
            <a:r>
              <a:rPr lang="zh-CN" altLang="en-US" sz="2000" b="1" dirty="0"/>
              <a:t>调用并不引发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的四分组连接终止序列。对于父进程与子进程间共享已连接套接口的并发服务器来说，这正是所期望的。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</a:t>
            </a:r>
            <a:r>
              <a:rPr lang="en-US" altLang="zh-CN"/>
              <a:t>close</a:t>
            </a:r>
            <a:r>
              <a:rPr lang="zh-CN" altLang="en-US"/>
              <a:t>函数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</a:t>
            </a:r>
            <a:r>
              <a:rPr lang="en-US" altLang="zh-CN" sz="3200"/>
              <a:t>getsockname</a:t>
            </a:r>
            <a:r>
              <a:rPr lang="zh-CN" altLang="en-US" sz="3200"/>
              <a:t>和</a:t>
            </a:r>
            <a:r>
              <a:rPr lang="en-US" altLang="zh-CN" sz="3200"/>
              <a:t>getpeername</a:t>
            </a:r>
            <a:r>
              <a:rPr lang="zh-CN" altLang="en-US" sz="3200"/>
              <a:t>函数</a:t>
            </a:r>
            <a:br>
              <a:rPr lang="zh-CN" altLang="en-US"/>
            </a:br>
            <a:br>
              <a:rPr lang="en-US" altLang="zh-CN"/>
            </a:br>
            <a:endParaRPr lang="zh-CN" altLang="en-US"/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557338"/>
            <a:ext cx="7920038" cy="24479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socket.h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getsockname</a:t>
            </a:r>
            <a:r>
              <a:rPr lang="en-US" altLang="zh-CN" sz="2000" b="1" dirty="0">
                <a:solidFill>
                  <a:srgbClr val="000000"/>
                </a:solidFill>
              </a:rPr>
              <a:t>(int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, struct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sockaddr</a:t>
            </a:r>
            <a:r>
              <a:rPr lang="en-US" altLang="zh-CN" sz="2000" b="1" dirty="0">
                <a:solidFill>
                  <a:srgbClr val="000000"/>
                </a:solidFill>
              </a:rPr>
              <a:t> *</a:t>
            </a:r>
            <a:r>
              <a:rPr lang="en-US" altLang="zh-CN" sz="2000" b="1" dirty="0" err="1">
                <a:solidFill>
                  <a:srgbClr val="000000"/>
                </a:solidFill>
              </a:rPr>
              <a:t>localaddr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socklen_t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addrlen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getpeername</a:t>
            </a:r>
            <a:r>
              <a:rPr lang="en-US" altLang="zh-CN" sz="2000" b="1" dirty="0">
                <a:solidFill>
                  <a:srgbClr val="000000"/>
                </a:solidFill>
              </a:rPr>
              <a:t>(int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, struct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sockaddr</a:t>
            </a:r>
            <a:r>
              <a:rPr lang="en-US" altLang="zh-CN" sz="2000" b="1" dirty="0">
                <a:solidFill>
                  <a:srgbClr val="000000"/>
                </a:solidFill>
              </a:rPr>
              <a:t>  *</a:t>
            </a:r>
            <a:r>
              <a:rPr lang="en-US" altLang="zh-CN" sz="2000" b="1" dirty="0" err="1">
                <a:solidFill>
                  <a:srgbClr val="000000"/>
                </a:solidFill>
              </a:rPr>
              <a:t>peeraddr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socklen_t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addrlen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两者均返回：</a:t>
            </a:r>
            <a:r>
              <a:rPr lang="en-US" altLang="zh-CN" sz="2000" b="1" dirty="0">
                <a:solidFill>
                  <a:srgbClr val="000000"/>
                </a:solidFill>
              </a:rPr>
              <a:t>0——OK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38175" y="414972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这两个函数或返回与套接口关联的本地协议地址（</a:t>
            </a:r>
            <a:r>
              <a:rPr lang="en-US" altLang="zh-CN" sz="2000" b="1" dirty="0" err="1"/>
              <a:t>getsockname</a:t>
            </a:r>
            <a:r>
              <a:rPr lang="en-US" altLang="zh-CN" sz="2000" b="1" dirty="0"/>
              <a:t>) </a:t>
            </a:r>
            <a:r>
              <a:rPr lang="zh-CN" altLang="en-US" sz="2000" b="1" dirty="0"/>
              <a:t>，或返回与套接口关联的远程协议地址（</a:t>
            </a:r>
            <a:r>
              <a:rPr lang="en-US" altLang="zh-CN" sz="2000" b="1" dirty="0" err="1"/>
              <a:t>getpeername</a:t>
            </a:r>
            <a:r>
              <a:rPr lang="zh-CN" altLang="en-US" sz="2000" b="1" dirty="0"/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六、</a:t>
            </a:r>
            <a:r>
              <a:rPr lang="en-US" altLang="zh-CN" sz="3200" dirty="0"/>
              <a:t>send</a:t>
            </a:r>
            <a:r>
              <a:rPr lang="zh-CN" altLang="en-US" sz="3200" dirty="0"/>
              <a:t>和</a:t>
            </a:r>
            <a:r>
              <a:rPr lang="en-US" altLang="zh-CN" sz="3200" dirty="0" err="1"/>
              <a:t>recv</a:t>
            </a:r>
            <a:r>
              <a:rPr lang="zh-CN" altLang="en-US" sz="3200" dirty="0"/>
              <a:t>函数</a:t>
            </a:r>
            <a:br>
              <a:rPr lang="zh-CN" altLang="en-US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557338"/>
            <a:ext cx="7920038" cy="204851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types.h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socket.h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ssize_t</a:t>
            </a:r>
            <a:r>
              <a:rPr lang="en-US" altLang="zh-CN" sz="2000" b="1" dirty="0">
                <a:solidFill>
                  <a:srgbClr val="000000"/>
                </a:solidFill>
              </a:rPr>
              <a:t> send(int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, const void *</a:t>
            </a:r>
            <a:r>
              <a:rPr lang="en-US" altLang="zh-CN" sz="2000" b="1" dirty="0" err="1">
                <a:solidFill>
                  <a:srgbClr val="000000"/>
                </a:solidFill>
              </a:rPr>
              <a:t>buf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len</a:t>
            </a:r>
            <a:r>
              <a:rPr lang="en-US" altLang="zh-CN" sz="2000" b="1" dirty="0">
                <a:solidFill>
                  <a:srgbClr val="000000"/>
                </a:solidFill>
              </a:rPr>
              <a:t>, int flags);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ssize_t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</a:t>
            </a:r>
            <a:r>
              <a:rPr lang="en-US" altLang="zh-CN" sz="2000" b="1" dirty="0">
                <a:solidFill>
                  <a:srgbClr val="000000"/>
                </a:solidFill>
              </a:rPr>
              <a:t>(int </a:t>
            </a:r>
            <a:r>
              <a:rPr lang="en-US" altLang="zh-CN" sz="2000" b="1" dirty="0" err="1">
                <a:solidFill>
                  <a:srgbClr val="000000"/>
                </a:solidFill>
              </a:rPr>
              <a:t>sockfd</a:t>
            </a:r>
            <a:r>
              <a:rPr lang="en-US" altLang="zh-CN" sz="2000" b="1" dirty="0">
                <a:solidFill>
                  <a:srgbClr val="000000"/>
                </a:solidFill>
              </a:rPr>
              <a:t>, void *</a:t>
            </a:r>
            <a:r>
              <a:rPr lang="en-US" altLang="zh-CN" sz="2000" b="1" dirty="0" err="1">
                <a:solidFill>
                  <a:srgbClr val="000000"/>
                </a:solidFill>
              </a:rPr>
              <a:t>buf</a:t>
            </a:r>
            <a:r>
              <a:rPr lang="en-US" altLang="zh-CN" sz="2000" b="1" dirty="0">
                <a:solidFill>
                  <a:srgbClr val="000000"/>
                </a:solidFill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</a:rPr>
              <a:t>size_t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len</a:t>
            </a:r>
            <a:r>
              <a:rPr lang="en-US" altLang="zh-CN" sz="2000" b="1" dirty="0">
                <a:solidFill>
                  <a:srgbClr val="000000"/>
                </a:solidFill>
              </a:rPr>
              <a:t>, int flags);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返回：读写字节数，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</p:spTree>
    <p:extLst>
      <p:ext uri="{BB962C8B-B14F-4D97-AF65-F5344CB8AC3E}">
        <p14:creationId xmlns:p14="http://schemas.microsoft.com/office/powerpoint/2010/main" val="3188374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206500"/>
          </a:xfrm>
        </p:spPr>
        <p:txBody>
          <a:bodyPr/>
          <a:lstStyle/>
          <a:p>
            <a:pPr eaLnBrk="1" hangingPunct="1"/>
            <a:r>
              <a:rPr lang="zh-CN" altLang="en-US" dirty="0"/>
              <a:t>七、小结</a:t>
            </a: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11188" y="1412875"/>
            <a:ext cx="7920037" cy="32924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所有的客户和服务器都从调用</a:t>
            </a:r>
            <a:r>
              <a:rPr lang="en-US" altLang="zh-CN" sz="2000" b="1" dirty="0">
                <a:solidFill>
                  <a:srgbClr val="000000"/>
                </a:solidFill>
              </a:rPr>
              <a:t>socket</a:t>
            </a:r>
            <a:r>
              <a:rPr lang="zh-CN" altLang="en-US" sz="2000" b="1" dirty="0">
                <a:solidFill>
                  <a:srgbClr val="000000"/>
                </a:solidFill>
              </a:rPr>
              <a:t>开始返回一个套接口描述字。然后，客户调用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，服务器调用</a:t>
            </a:r>
            <a:r>
              <a:rPr lang="en-US" altLang="zh-CN" sz="2000" b="1" dirty="0">
                <a:solidFill>
                  <a:srgbClr val="000000"/>
                </a:solidFill>
              </a:rPr>
              <a:t>bind</a:t>
            </a:r>
            <a:r>
              <a:rPr lang="zh-CN" altLang="en-US" sz="2000" b="1" dirty="0">
                <a:solidFill>
                  <a:srgbClr val="000000"/>
                </a:solidFill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</a:rPr>
              <a:t>listen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。套接口一般由标准的</a:t>
            </a:r>
            <a:r>
              <a:rPr lang="en-US" altLang="zh-CN" sz="2000" b="1" dirty="0">
                <a:solidFill>
                  <a:srgbClr val="000000"/>
                </a:solidFill>
              </a:rPr>
              <a:t>close </a:t>
            </a:r>
            <a:r>
              <a:rPr lang="zh-CN" altLang="en-US" sz="2000" b="1" dirty="0">
                <a:solidFill>
                  <a:srgbClr val="000000"/>
                </a:solidFill>
              </a:rPr>
              <a:t>函数关闭。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多数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服务器是调用</a:t>
            </a: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来处理每个客户连接的，以此实现并发执行。我们还将看到，多数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服务器则是迭代的。这两个模型已成功地运用了许多年，在第 </a:t>
            </a:r>
            <a:r>
              <a:rPr lang="en-US" altLang="zh-CN" sz="2000" b="1" dirty="0">
                <a:solidFill>
                  <a:srgbClr val="000000"/>
                </a:solidFill>
              </a:rPr>
              <a:t>27 </a:t>
            </a:r>
            <a:r>
              <a:rPr lang="zh-CN" altLang="en-US" sz="2000" b="1" dirty="0">
                <a:solidFill>
                  <a:srgbClr val="000000"/>
                </a:solidFill>
              </a:rPr>
              <a:t>章，我们将讨论使用线程与进程的其它服务器程序设计方法。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cel2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excel2</Template>
  <TotalTime>1869</TotalTime>
  <Words>2290</Words>
  <Application>Microsoft Office PowerPoint</Application>
  <PresentationFormat>全屏显示(4:3)</PresentationFormat>
  <Paragraphs>187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Arial</vt:lpstr>
      <vt:lpstr>Garamond</vt:lpstr>
      <vt:lpstr>Times New Roman</vt:lpstr>
      <vt:lpstr>Wingdings</vt:lpstr>
      <vt:lpstr>excel2</vt:lpstr>
      <vt:lpstr>网络编程技术</vt:lpstr>
      <vt:lpstr>PowerPoint 演示文稿</vt:lpstr>
      <vt:lpstr>主要内容</vt:lpstr>
      <vt:lpstr>PowerPoint 演示文稿</vt:lpstr>
      <vt:lpstr>二、基本套接口函数</vt:lpstr>
      <vt:lpstr>2. connect函数</vt:lpstr>
      <vt:lpstr>2. connect函数</vt:lpstr>
      <vt:lpstr>3. bind函数</vt:lpstr>
      <vt:lpstr>3. bind函数</vt:lpstr>
      <vt:lpstr>3. bind函数</vt:lpstr>
      <vt:lpstr>4. listen函数</vt:lpstr>
      <vt:lpstr>4. listen函数</vt:lpstr>
      <vt:lpstr>4. listen函数</vt:lpstr>
      <vt:lpstr>4. listen函数</vt:lpstr>
      <vt:lpstr>5. accept函数</vt:lpstr>
      <vt:lpstr>5. accept函数</vt:lpstr>
      <vt:lpstr>三、并发服务器</vt:lpstr>
      <vt:lpstr>三、并发服务器</vt:lpstr>
      <vt:lpstr>三、并发服务器</vt:lpstr>
      <vt:lpstr>三、并发服务器</vt:lpstr>
      <vt:lpstr>四、close函数</vt:lpstr>
      <vt:lpstr>四、close函数</vt:lpstr>
      <vt:lpstr>五、getsockname和getpeername函数  </vt:lpstr>
      <vt:lpstr>六、send和recv函数  </vt:lpstr>
      <vt:lpstr>七、小结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网络编程</dc:title>
  <dc:creator>q</dc:creator>
  <cp:lastModifiedBy>Wei Wang</cp:lastModifiedBy>
  <cp:revision>186</cp:revision>
  <dcterms:created xsi:type="dcterms:W3CDTF">2013-03-13T16:12:15Z</dcterms:created>
  <dcterms:modified xsi:type="dcterms:W3CDTF">2025-04-17T07:04:14Z</dcterms:modified>
</cp:coreProperties>
</file>